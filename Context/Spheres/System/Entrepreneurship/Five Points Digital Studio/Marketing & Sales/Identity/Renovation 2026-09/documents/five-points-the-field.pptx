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3" name="Image 0" descr="p2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735" y="0"/>
            <a:ext cx="5394960" cy="56784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8406" y="1051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TEST  ·  NOT A RULING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481328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4200" dirty="0">
                <a:solidFill>
                  <a:srgbClr val="EAE0C8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pattern was the</a:t>
            </a:r>
            <a:endParaRPr lang="en-US" sz="4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200" dirty="0">
                <a:solidFill>
                  <a:srgbClr val="EAE0C8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problem. Not the shape.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08406" y="4343400"/>
            <a:ext cx="2926080" cy="0"/>
          </a:xfrm>
          <a:prstGeom prst="line">
            <a:avLst/>
          </a:prstGeom>
          <a:noFill/>
          <a:ln w="9525">
            <a:solidFill>
              <a:srgbClr val="3A36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8406" y="4590288"/>
            <a:ext cx="733074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9A92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first pass tessellated. Every shape touched another shape, the field filled edge to edge, and the eye had nowhere to rest — which is what suffocating means. This pass takes its instruction from how Anthropic works a field: very few forms, one hue in tonal steps, one form far larger than the others, shapes that run off the edge, and a great deal of air.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08406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800" dirty="0">
                <a:solidFill>
                  <a:srgbClr val="EAE0C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fields. One law.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field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law of</a:t>
            </a:r>
            <a:endParaRPr lang="en-US" sz="4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field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4364431" y="804672"/>
            <a:ext cx="73307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Five rules. They are what separates a field from wallpaper, and they are the reason the first pass failed. Every one of them is a rule about restraint.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8406" y="2798064"/>
            <a:ext cx="2032528" cy="0"/>
          </a:xfrm>
          <a:prstGeom prst="line">
            <a:avLst/>
          </a:prstGeom>
          <a:noFill/>
          <a:ln w="9525">
            <a:solidFill>
              <a:srgbClr val="BDB4A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" y="2953512"/>
            <a:ext cx="203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" y="3246120"/>
            <a:ext cx="2032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Few elements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" y="3922776"/>
            <a:ext cx="2032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to six forms in a field. Never more. What is not there is the composition.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96967" y="2798064"/>
            <a:ext cx="2032528" cy="0"/>
          </a:xfrm>
          <a:prstGeom prst="line">
            <a:avLst/>
          </a:prstGeom>
          <a:noFill/>
          <a:ln w="9525">
            <a:solidFill>
              <a:srgbClr val="BDB4A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6967" y="2953512"/>
            <a:ext cx="203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796967" y="3246120"/>
            <a:ext cx="2032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One hue, several steps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796967" y="3922776"/>
            <a:ext cx="2032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field is a single colour rendered in three or four tonal steps. Never a mix of the five voices.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85527" y="2798064"/>
            <a:ext cx="2032528" cy="0"/>
          </a:xfrm>
          <a:prstGeom prst="line">
            <a:avLst/>
          </a:prstGeom>
          <a:noFill/>
          <a:ln w="9525">
            <a:solidFill>
              <a:srgbClr val="BDB4A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85527" y="2953512"/>
            <a:ext cx="203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085527" y="3246120"/>
            <a:ext cx="2032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One form dominates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085527" y="3922776"/>
            <a:ext cx="2032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shape is far larger than the rest. Forms at equal size read as wallpaper, whatever the spacing.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74087" y="2798064"/>
            <a:ext cx="2032528" cy="0"/>
          </a:xfrm>
          <a:prstGeom prst="line">
            <a:avLst/>
          </a:prstGeom>
          <a:noFill/>
          <a:ln w="9525">
            <a:solidFill>
              <a:srgbClr val="BDB4A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74087" y="2953512"/>
            <a:ext cx="203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7374087" y="3246120"/>
            <a:ext cx="2032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Shapes leave the frame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374087" y="3922776"/>
            <a:ext cx="2032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least one form is cut by an edge. A field that fits neatly inside its box is a picture, not a field.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62648" y="2798064"/>
            <a:ext cx="2032528" cy="0"/>
          </a:xfrm>
          <a:prstGeom prst="line">
            <a:avLst/>
          </a:prstGeom>
          <a:noFill/>
          <a:ln w="9525">
            <a:solidFill>
              <a:srgbClr val="BDB4A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62648" y="2953512"/>
            <a:ext cx="203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9662648" y="3246120"/>
            <a:ext cx="2032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Nothing repeats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662648" y="3922776"/>
            <a:ext cx="2032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tile, no tessellation, no grid. The eye must never find the seam. Every field is issued once.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8406" y="5449824"/>
            <a:ext cx="11186770" cy="0"/>
          </a:xfrm>
          <a:prstGeom prst="line">
            <a:avLst/>
          </a:prstGeom>
          <a:noFill/>
          <a:ln w="9525">
            <a:solidFill>
              <a:srgbClr val="BDB4A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8406" y="5641848"/>
            <a:ext cx="73307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the law forbids: a field behind body copy at full strength, more than one field on a spread, the mark rotated, and the complete mark used as a pattern element. The mark is the mark. The pieces are the pattern.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field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3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Five fields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17190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One kit, drawn entirely from the leaf and the mote. No new shapes were invented to make it.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24734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965606" y="2432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Crop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5606" y="2715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leaf at scale, the mark as counterpoint. Covers, section fronts, anything large.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" y="32598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965606" y="3218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Drift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65606" y="3502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Leaves carried on a current, large to small. Card backs, notes, email headers.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" y="40462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965606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Arc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5606" y="42885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sweep round a pivot outside the frame. The dynamic field: openers and dark registers.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08406" y="48326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965606" y="47914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Overlap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65606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petals, two crossings. The crossings make a fourth tone. Pull pages and quotes.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08406" y="56189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965606" y="5577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Rule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65606" y="58613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mote band, undulating. Dividers, footers, spines, the band between sections.</a:t>
            </a:r>
            <a:endParaRPr lang="en-US" sz="800" dirty="0"/>
          </a:p>
        </p:txBody>
      </p:sp>
      <p:pic>
        <p:nvPicPr>
          <p:cNvPr id="25" name="Image 0" descr="p2-k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804672"/>
            <a:ext cx="4791456" cy="43664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AF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3BD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field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In use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1746504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field is never the subject. It is the air the type sits in, and on the surfaces that carry no type it is the whole surface.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299923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 the tile at the far right: no field at all, the mark alone on a voice. That is not an omission. A system that cannot hold silence has no dynamics, and every surface begins to shout.</a:t>
            </a:r>
            <a:endParaRPr lang="en-US" sz="950" dirty="0"/>
          </a:p>
          <a:p>
            <a:pPr indent="0" marL="0">
              <a:lnSpc>
                <a:spcPct val="162000"/>
              </a:lnSpc>
              <a:buNone/>
            </a:pPr>
            <a:endParaRPr lang="en-US" sz="950" dirty="0"/>
          </a:p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 also the divider. It is the same mote at the same spacing law as the field above it, which is what makes a kit a system rather than five separate ideas.</a:t>
            </a:r>
            <a:endParaRPr lang="en-US" sz="950" dirty="0"/>
          </a:p>
        </p:txBody>
      </p:sp>
      <p:pic>
        <p:nvPicPr>
          <p:cNvPr id="11" name="Image 0" descr="p2-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056" y="1106424"/>
            <a:ext cx="6675120" cy="5275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field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What I</a:t>
            </a:r>
            <a:endParaRPr lang="en-US" sz="4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would rule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4364431" y="804672"/>
            <a:ext cx="73307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Three decisions sit here. The first two are mine to recommend. The third is yours alone, and it has been open since the rosette test.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8406" y="1883664"/>
            <a:ext cx="3546043" cy="2926080"/>
          </a:xfrm>
          <a:prstGeom prst="roundRect">
            <a:avLst>
              <a:gd name="adj" fmla="val 2813"/>
            </a:avLst>
          </a:prstGeom>
          <a:solidFill>
            <a:srgbClr val="E3F0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2726" y="2121408"/>
            <a:ext cx="299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624D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Adopt the five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82726" y="2615184"/>
            <a:ext cx="299740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kit as drawn, with the law of the field written into the fingerprint at Layer 2.</a:t>
            </a: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costs nothing that is currently in use — there is no pattern system to retire — and it gives the brand a texture layer it has never had.</a:t>
            </a: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328770" y="1883664"/>
            <a:ext cx="3546043" cy="2926080"/>
          </a:xfrm>
          <a:prstGeom prst="roundRect">
            <a:avLst>
              <a:gd name="adj" fmla="val 2813"/>
            </a:avLst>
          </a:prstGeom>
          <a:solidFill>
            <a:srgbClr val="DEE8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03090" y="2121408"/>
            <a:ext cx="299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5A92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Hold the Arc back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03090" y="2615184"/>
            <a:ext cx="299740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Arc is the most dynamic of the five and the easiest to overuse.</a:t>
            </a: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would reserve it for section openers and the dark register only, and keep the Crop and the Drift as the everyday fields.</a:t>
            </a: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restriction is easier to relax later than a habit is to break.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149133" y="1883664"/>
            <a:ext cx="3546043" cy="2926080"/>
          </a:xfrm>
          <a:prstGeom prst="roundRect">
            <a:avLst>
              <a:gd name="adj" fmla="val 2813"/>
            </a:avLst>
          </a:prstGeom>
          <a:solidFill>
            <a:srgbClr val="F6DD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23453" y="2121408"/>
            <a:ext cx="299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72C2C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mark itself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23453" y="2615184"/>
            <a:ext cx="299740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Still open from the rosette test: crystal, rosette, or both.</a:t>
            </a: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kit works under either. The pieces come from the leaf and the mote, which both marks share.</a:t>
            </a: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endParaRPr lang="en-US" sz="86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6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 recommendation stands — the crystal ceremonial and large only, the rosette on every working surface — but it wants a trademark knockout before it is written down.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508406" y="5047488"/>
            <a:ext cx="73307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Nothing in this document has been applied to the fingerprint, the design system or the site. It sits in the renovation ledger with the rest, pending a closing pass.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 Points — the field</dc:title>
  <dc:subject>PptxGenJS Presentation</dc:subject>
  <dc:creator>Five Points Digital Studio</dc:creator>
  <cp:lastModifiedBy>Five Points Digital Studio</cp:lastModifiedBy>
  <cp:revision>1</cp:revision>
  <dcterms:created xsi:type="dcterms:W3CDTF">2026-09-08T05:36:47Z</dcterms:created>
  <dcterms:modified xsi:type="dcterms:W3CDTF">2026-09-08T05:36:47Z</dcterms:modified>
</cp:coreProperties>
</file>