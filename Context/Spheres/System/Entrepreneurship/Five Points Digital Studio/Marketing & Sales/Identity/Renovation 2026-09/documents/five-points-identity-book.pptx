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notesMasterIdLst>
    <p:notesMasterId r:id="rId4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1.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slideLayout" Target="../slideLayouts/slideLayout1.xml"/><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slideLayout" Target="../slideLayouts/slideLayout1.xml"/><Relationship Id="rId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2.png"/><Relationship Id="rId4" Type="http://schemas.openxmlformats.org/officeDocument/2006/relationships/slideLayout" Target="../slideLayouts/slideLayout1.xml"/><Relationship Id="rId5"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0F10"/>
        </a:solidFill>
      </p:bgPr>
    </p:bg>
    <p:spTree>
      <p:nvGrpSpPr>
        <p:cNvPr id="1" name=""/>
        <p:cNvGrpSpPr/>
        <p:nvPr/>
      </p:nvGrpSpPr>
      <p:grpSpPr>
        <a:xfrm>
          <a:off x="0" y="0"/>
          <a:ext cx="0" cy="0"/>
          <a:chOff x="0" y="0"/>
          <a:chExt cx="0" cy="0"/>
        </a:xfrm>
      </p:grpSpPr>
      <p:sp>
        <p:nvSpPr>
          <p:cNvPr id="2" name="Text 0"/>
          <p:cNvSpPr txBox="1"/>
          <p:nvPr/>
        </p:nvSpPr>
        <p:spPr>
          <a:xfrm rot="16200000">
            <a:off x="-1773936" y="2148840"/>
            <a:ext cx="4023360" cy="274320"/>
          </a:xfrm>
          <a:prstGeom prst="rect">
            <a:avLst/>
          </a:prstGeom>
          <a:noFill/>
          <a:ln/>
        </p:spPr>
        <p:txBody>
          <a:bodyPr wrap="none" lIns="0" tIns="0" rIns="0" bIns="0" rtlCol="0" anchor="ctr"/>
          <a:lstStyle/>
          <a:p>
            <a:pPr algn="l" indent="0" marL="0">
              <a:buNone/>
            </a:pPr>
            <a:r>
              <a:rPr lang="en-US" sz="700" spc="160" kern="0" dirty="0">
                <a:solidFill>
                  <a:srgbClr val="7A7264"/>
                </a:solidFill>
                <a:latin typeface="Manrope" pitchFamily="34" charset="0"/>
                <a:ea typeface="Manrope" pitchFamily="34" charset="-122"/>
                <a:cs typeface="Manrope" pitchFamily="34" charset="-120"/>
              </a:rPr>
              <a:t>FIVE POINTS DIGITAL STUDIO  ·  VERSION 4.0 / 2026</a:t>
            </a:r>
            <a:endParaRPr lang="en-US" sz="700" dirty="0"/>
          </a:p>
        </p:txBody>
      </p:sp>
      <p:sp>
        <p:nvSpPr>
          <p:cNvPr id="3" name="Shape 1"/>
          <p:cNvSpPr/>
          <p:nvPr/>
        </p:nvSpPr>
        <p:spPr>
          <a:xfrm>
            <a:off x="566928" y="274320"/>
            <a:ext cx="0" cy="6309360"/>
          </a:xfrm>
          <a:prstGeom prst="line">
            <a:avLst/>
          </a:prstGeom>
          <a:noFill/>
          <a:ln w="9525">
            <a:solidFill>
              <a:srgbClr val="3A362F"/>
            </a:solidFill>
            <a:prstDash val="solid"/>
          </a:ln>
        </p:spPr>
      </p:sp>
      <p:pic>
        <p:nvPicPr>
          <p:cNvPr id="4" name="Image 0" descr="/private/tmp/claude-501/-Users-martyspicer-Alfred-Pennyworth/0034c3d3-651d-4bed-a452-888191aa8c47/scratchpad/mark-primary-bone.png">    </p:cNvPr>
          <p:cNvPicPr>
            <a:picLocks noChangeAspect="1"/>
          </p:cNvPicPr>
          <p:nvPr/>
        </p:nvPicPr>
        <p:blipFill>
          <a:blip r:embed="rId1"/>
          <a:stretch>
            <a:fillRect/>
          </a:stretch>
        </p:blipFill>
        <p:spPr>
          <a:xfrm>
            <a:off x="749808" y="1005840"/>
            <a:ext cx="1188720" cy="1188720"/>
          </a:xfrm>
          <a:prstGeom prst="rect">
            <a:avLst/>
          </a:prstGeom>
        </p:spPr>
      </p:pic>
      <p:sp>
        <p:nvSpPr>
          <p:cNvPr id="5" name="Text 2"/>
          <p:cNvSpPr txBox="1"/>
          <p:nvPr/>
        </p:nvSpPr>
        <p:spPr>
          <a:xfrm>
            <a:off x="749808" y="2999232"/>
            <a:ext cx="5486400" cy="201168"/>
          </a:xfrm>
          <a:prstGeom prst="rect">
            <a:avLst/>
          </a:prstGeom>
          <a:noFill/>
          <a:ln/>
        </p:spPr>
        <p:txBody>
          <a:bodyPr wrap="square" lIns="0" tIns="0" rIns="0" bIns="0" rtlCol="0" anchor="t"/>
          <a:lstStyle/>
          <a:p>
            <a:pPr indent="0" marL="0">
              <a:buNone/>
            </a:pPr>
            <a:r>
              <a:rPr lang="en-US" sz="900" b="1" spc="180" kern="0" dirty="0">
                <a:solidFill>
                  <a:srgbClr val="9A9284"/>
                </a:solidFill>
                <a:latin typeface="Manrope" pitchFamily="34" charset="0"/>
                <a:ea typeface="Manrope" pitchFamily="34" charset="-122"/>
                <a:cs typeface="Manrope" pitchFamily="34" charset="-120"/>
              </a:rPr>
              <a:t>THE IDENTITY BOOK</a:t>
            </a:r>
            <a:endParaRPr lang="en-US" sz="900" dirty="0"/>
          </a:p>
        </p:txBody>
      </p:sp>
      <p:sp>
        <p:nvSpPr>
          <p:cNvPr id="6" name="Text 3"/>
          <p:cNvSpPr txBox="1"/>
          <p:nvPr/>
        </p:nvSpPr>
        <p:spPr>
          <a:xfrm>
            <a:off x="749808" y="3364992"/>
            <a:ext cx="8595360" cy="1828800"/>
          </a:xfrm>
          <a:prstGeom prst="rect">
            <a:avLst/>
          </a:prstGeom>
          <a:noFill/>
          <a:ln/>
        </p:spPr>
        <p:txBody>
          <a:bodyPr wrap="square" lIns="0" tIns="0" rIns="0" bIns="0" rtlCol="0" anchor="t"/>
          <a:lstStyle/>
          <a:p>
            <a:pPr indent="0" marL="0">
              <a:lnSpc>
                <a:spcPct val="102000"/>
              </a:lnSpc>
              <a:buNone/>
            </a:pPr>
            <a:r>
              <a:rPr lang="en-US" sz="4600" dirty="0">
                <a:solidFill>
                  <a:srgbClr val="EAE0C8"/>
                </a:solidFill>
                <a:latin typeface="Bookmania" pitchFamily="34" charset="0"/>
                <a:ea typeface="Bookmania" pitchFamily="34" charset="-122"/>
                <a:cs typeface="Bookmania" pitchFamily="34" charset="-120"/>
              </a:rPr>
              <a:t>Five Points</a:t>
            </a:r>
            <a:endParaRPr lang="en-US" sz="4600" dirty="0"/>
          </a:p>
          <a:p>
            <a:pPr indent="0" marL="0">
              <a:lnSpc>
                <a:spcPct val="102000"/>
              </a:lnSpc>
              <a:buNone/>
            </a:pPr>
            <a:r>
              <a:rPr lang="en-US" sz="4600" dirty="0">
                <a:solidFill>
                  <a:srgbClr val="EAE0C8"/>
                </a:solidFill>
                <a:latin typeface="Bookmania" pitchFamily="34" charset="0"/>
                <a:ea typeface="Bookmania" pitchFamily="34" charset="-122"/>
                <a:cs typeface="Bookmania" pitchFamily="34" charset="-120"/>
              </a:rPr>
              <a:t>Digital Studio</a:t>
            </a:r>
            <a:endParaRPr lang="en-US" sz="4600" dirty="0"/>
          </a:p>
        </p:txBody>
      </p:sp>
      <p:sp>
        <p:nvSpPr>
          <p:cNvPr id="7" name="Shape 4"/>
          <p:cNvSpPr/>
          <p:nvPr/>
        </p:nvSpPr>
        <p:spPr>
          <a:xfrm>
            <a:off x="749808" y="5888736"/>
            <a:ext cx="2926080" cy="0"/>
          </a:xfrm>
          <a:prstGeom prst="line">
            <a:avLst/>
          </a:prstGeom>
          <a:noFill/>
          <a:ln w="9525">
            <a:solidFill>
              <a:srgbClr val="3A362F"/>
            </a:solidFill>
            <a:prstDash val="solid"/>
          </a:ln>
        </p:spPr>
      </p:sp>
      <p:sp>
        <p:nvSpPr>
          <p:cNvPr id="8" name="Text 5"/>
          <p:cNvSpPr txBox="1"/>
          <p:nvPr/>
        </p:nvSpPr>
        <p:spPr>
          <a:xfrm>
            <a:off x="749808" y="6071616"/>
            <a:ext cx="7315200" cy="201168"/>
          </a:xfrm>
          <a:prstGeom prst="rect">
            <a:avLst/>
          </a:prstGeom>
          <a:noFill/>
          <a:ln/>
        </p:spPr>
        <p:txBody>
          <a:bodyPr wrap="square" lIns="0" tIns="0" rIns="0" bIns="0" rtlCol="0" anchor="t"/>
          <a:lstStyle/>
          <a:p>
            <a:pPr indent="0" marL="0">
              <a:buNone/>
            </a:pPr>
            <a:r>
              <a:rPr lang="en-US" sz="900" spc="180" kern="0" dirty="0">
                <a:solidFill>
                  <a:srgbClr val="7A7264"/>
                </a:solidFill>
                <a:latin typeface="Manrope" pitchFamily="34" charset="0"/>
                <a:ea typeface="Manrope" pitchFamily="34" charset="-122"/>
                <a:cs typeface="Manrope" pitchFamily="34" charset="-120"/>
              </a:rPr>
              <a:t>WHO WE ARE  ·  HOW WE SOUND  ·  HOW WE SHOW UP</a:t>
            </a:r>
            <a:endParaRPr lang="en-US" sz="900" dirty="0"/>
          </a:p>
        </p:txBody>
      </p:sp>
      <p:sp>
        <p:nvSpPr>
          <p:cNvPr id="9" name="Text 6"/>
          <p:cNvSpPr txBox="1"/>
          <p:nvPr/>
        </p:nvSpPr>
        <p:spPr>
          <a:xfrm>
            <a:off x="8698687" y="6071616"/>
            <a:ext cx="2743200" cy="201168"/>
          </a:xfrm>
          <a:prstGeom prst="rect">
            <a:avLst/>
          </a:prstGeom>
          <a:noFill/>
          <a:ln/>
        </p:spPr>
        <p:txBody>
          <a:bodyPr wrap="square" lIns="0" tIns="0" rIns="0" bIns="0" rtlCol="0" anchor="t"/>
          <a:lstStyle/>
          <a:p>
            <a:pPr algn="r" indent="0" marL="0">
              <a:buNone/>
            </a:pPr>
            <a:r>
              <a:rPr lang="en-US" sz="900" spc="180" kern="0" dirty="0">
                <a:solidFill>
                  <a:srgbClr val="7A7264"/>
                </a:solidFill>
                <a:latin typeface="Manrope" pitchFamily="34" charset="0"/>
                <a:ea typeface="Manrope" pitchFamily="34" charset="-122"/>
                <a:cs typeface="Manrope" pitchFamily="34" charset="-120"/>
              </a:rPr>
              <a:t>DECATUR, GEORGIA</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566928" y="274320"/>
            <a:ext cx="0" cy="6309360"/>
          </a:xfrm>
          <a:prstGeom prst="line">
            <a:avLst/>
          </a:prstGeom>
          <a:noFill/>
          <a:ln w="9525">
            <a:solidFill>
              <a:srgbClr val="BDB4A2"/>
            </a:solidFill>
            <a:prstDash val="solid"/>
          </a:ln>
        </p:spPr>
      </p:sp>
      <p:sp>
        <p:nvSpPr>
          <p:cNvPr id="3" name="Text 1"/>
          <p:cNvSpPr txBox="1"/>
          <p:nvPr/>
        </p:nvSpPr>
        <p:spPr>
          <a:xfrm rot="16200000">
            <a:off x="9144" y="256032"/>
            <a:ext cx="457200" cy="274320"/>
          </a:xfrm>
          <a:prstGeom prst="rect">
            <a:avLst/>
          </a:prstGeom>
          <a:noFill/>
          <a:ln/>
        </p:spPr>
        <p:txBody>
          <a:bodyPr wrap="none" lIns="0" tIns="0" rIns="0" bIns="0" rtlCol="0" anchor="ctr"/>
          <a:lstStyle/>
          <a:p>
            <a:pPr algn="ctr" indent="0" marL="0">
              <a:buNone/>
            </a:pPr>
            <a:r>
              <a:rPr lang="en-US" sz="700" spc="160" kern="0" dirty="0">
                <a:solidFill>
                  <a:srgbClr val="7A7264"/>
                </a:solidFill>
                <a:latin typeface="Manrope" pitchFamily="34" charset="0"/>
                <a:ea typeface="Manrope" pitchFamily="34" charset="-122"/>
                <a:cs typeface="Manrope" pitchFamily="34" charset="-120"/>
              </a:rPr>
              <a:t>002</a:t>
            </a:r>
            <a:endParaRPr lang="en-US" sz="700" dirty="0"/>
          </a:p>
        </p:txBody>
      </p:sp>
      <p:sp>
        <p:nvSpPr>
          <p:cNvPr id="4" name="Text 2"/>
          <p:cNvSpPr txBox="1"/>
          <p:nvPr/>
        </p:nvSpPr>
        <p:spPr>
          <a:xfrm rot="16200000">
            <a:off x="-950976" y="5257800"/>
            <a:ext cx="2377440" cy="274320"/>
          </a:xfrm>
          <a:prstGeom prst="rect">
            <a:avLst/>
          </a:prstGeom>
          <a:noFill/>
          <a:ln/>
        </p:spPr>
        <p:txBody>
          <a:bodyPr wrap="none" lIns="0" tIns="0" rIns="0" bIns="0" rtlCol="0" anchor="ctr"/>
          <a:lstStyle/>
          <a:p>
            <a:pPr algn="l" indent="0" marL="0">
              <a:buNone/>
            </a:pPr>
            <a:r>
              <a:rPr lang="en-US" sz="700" spc="160" kern="0" dirty="0">
                <a:solidFill>
                  <a:srgbClr val="7A7264"/>
                </a:solidFill>
                <a:latin typeface="Manrope" pitchFamily="34" charset="0"/>
                <a:ea typeface="Manrope" pitchFamily="34" charset="-122"/>
                <a:cs typeface="Manrope" pitchFamily="34" charset="-120"/>
              </a:rPr>
              <a:t>THE IDENTITY BOOK</a:t>
            </a:r>
            <a:endParaRPr lang="en-US" sz="700" dirty="0"/>
          </a:p>
        </p:txBody>
      </p:sp>
      <p:sp>
        <p:nvSpPr>
          <p:cNvPr id="5" name="Text 3"/>
          <p:cNvSpPr txBox="1"/>
          <p:nvPr/>
        </p:nvSpPr>
        <p:spPr>
          <a:xfrm>
            <a:off x="749808" y="292608"/>
            <a:ext cx="2619756" cy="201168"/>
          </a:xfrm>
          <a:prstGeom prst="rect">
            <a:avLst/>
          </a:prstGeom>
          <a:noFill/>
          <a:ln/>
        </p:spPr>
        <p:txBody>
          <a:bodyPr wrap="square" lIns="0" tIns="0" rIns="0" bIns="0" rtlCol="0" anchor="t"/>
          <a:lstStyle/>
          <a:p>
            <a:pPr indent="0" marL="0">
              <a:buNone/>
            </a:pPr>
            <a:r>
              <a:rPr lang="en-US" sz="900" b="1" spc="180" kern="0" dirty="0">
                <a:solidFill>
                  <a:srgbClr val="0F0F10"/>
                </a:solidFill>
                <a:latin typeface="Manrope" pitchFamily="34" charset="0"/>
                <a:ea typeface="Manrope" pitchFamily="34" charset="-122"/>
                <a:cs typeface="Manrope" pitchFamily="34" charset="-120"/>
              </a:rPr>
              <a:t>WELCOME</a:t>
            </a:r>
            <a:endParaRPr lang="en-US" sz="900" dirty="0"/>
          </a:p>
        </p:txBody>
      </p:sp>
      <p:sp>
        <p:nvSpPr>
          <p:cNvPr id="6" name="Text 4"/>
          <p:cNvSpPr txBox="1"/>
          <p:nvPr/>
        </p:nvSpPr>
        <p:spPr>
          <a:xfrm>
            <a:off x="3611880" y="292608"/>
            <a:ext cx="6295644" cy="3108960"/>
          </a:xfrm>
          <a:prstGeom prst="rect">
            <a:avLst/>
          </a:prstGeom>
          <a:noFill/>
          <a:ln/>
        </p:spPr>
        <p:txBody>
          <a:bodyPr wrap="square" lIns="0" tIns="0" rIns="0" bIns="0" rtlCol="0" anchor="t"/>
          <a:lstStyle/>
          <a:p>
            <a:pPr indent="0" marL="0">
              <a:lnSpc>
                <a:spcPct val="144000"/>
              </a:lnSpc>
              <a:buNone/>
            </a:pPr>
            <a:r>
              <a:rPr lang="en-US" sz="1400" dirty="0">
                <a:solidFill>
                  <a:srgbClr val="1C1A17"/>
                </a:solidFill>
                <a:latin typeface="Bookmania" pitchFamily="34" charset="0"/>
                <a:ea typeface="Bookmania" pitchFamily="34" charset="-122"/>
                <a:cs typeface="Bookmania" pitchFamily="34" charset="-120"/>
              </a:rPr>
              <a:t>This book sets out who we are, what we stand for, how we talk and how we look, wherever we show up in the world.</a:t>
            </a:r>
            <a:endParaRPr lang="en-US" sz="1400" dirty="0"/>
          </a:p>
          <a:p>
            <a:pPr indent="0" marL="0">
              <a:lnSpc>
                <a:spcPct val="144000"/>
              </a:lnSpc>
              <a:buNone/>
            </a:pPr>
            <a:endParaRPr lang="en-US" sz="1400" dirty="0"/>
          </a:p>
          <a:p>
            <a:pPr indent="0" marL="0">
              <a:lnSpc>
                <a:spcPct val="144000"/>
              </a:lnSpc>
              <a:buNone/>
            </a:pPr>
            <a:r>
              <a:rPr lang="en-US" sz="1400" dirty="0">
                <a:solidFill>
                  <a:srgbClr val="1C1A17"/>
                </a:solidFill>
                <a:latin typeface="Bookmania" pitchFamily="34" charset="0"/>
                <a:ea typeface="Bookmania" pitchFamily="34" charset="-122"/>
                <a:cs typeface="Bookmania" pitchFamily="34" charset="-120"/>
              </a:rPr>
              <a:t>It is a working framework rather than a cage. It holds the decisions that do not move — the name, the mark, the palette, the voice — and leaves room for the judgement every good piece of work needs. Applied consistently it compounds: every page, every plan and every call adds to one recognisable house rather than starting again.</a:t>
            </a:r>
            <a:endParaRPr lang="en-US" sz="1400" dirty="0"/>
          </a:p>
          <a:p>
            <a:pPr indent="0" marL="0">
              <a:lnSpc>
                <a:spcPct val="144000"/>
              </a:lnSpc>
              <a:buNone/>
            </a:pPr>
            <a:endParaRPr lang="en-US" sz="1400" dirty="0"/>
          </a:p>
          <a:p>
            <a:pPr indent="0" marL="0">
              <a:lnSpc>
                <a:spcPct val="144000"/>
              </a:lnSpc>
              <a:buNone/>
            </a:pPr>
            <a:r>
              <a:rPr lang="en-US" sz="1400" dirty="0">
                <a:solidFill>
                  <a:srgbClr val="1C1A17"/>
                </a:solidFill>
                <a:latin typeface="Bookmania" pitchFamily="34" charset="0"/>
                <a:ea typeface="Bookmania" pitchFamily="34" charset="-122"/>
                <a:cs typeface="Bookmania" pitchFamily="34" charset="-120"/>
              </a:rPr>
              <a:t>Version 4.0 supersedes the fingerprint of June 2026 and restores the warmth of the 2025 book to a house that had grown cold in its own documentation.</a:t>
            </a:r>
            <a:endParaRPr lang="en-US" sz="1400" dirty="0"/>
          </a:p>
        </p:txBody>
      </p:sp>
      <p:pic>
        <p:nvPicPr>
          <p:cNvPr id="7" name="Image 0" descr="/private/tmp/claude-501/-Users-martyspicer-Alfred-Pennyworth/0034c3d3-651d-4bed-a452-888191aa8c47/scratchpad/mark-primary-ink.png">    </p:cNvPr>
          <p:cNvPicPr>
            <a:picLocks noChangeAspect="1"/>
          </p:cNvPicPr>
          <p:nvPr/>
        </p:nvPicPr>
        <p:blipFill>
          <a:blip r:embed="rId1"/>
          <a:stretch>
            <a:fillRect/>
          </a:stretch>
        </p:blipFill>
        <p:spPr>
          <a:xfrm>
            <a:off x="3611880" y="5486400"/>
            <a:ext cx="822960" cy="822960"/>
          </a:xfrm>
          <a:prstGeom prst="rect">
            <a:avLst/>
          </a:prstGeom>
        </p:spPr>
      </p:pic>
      <p:sp>
        <p:nvSpPr>
          <p:cNvPr id="8" name="Text 5"/>
          <p:cNvSpPr txBox="1"/>
          <p:nvPr/>
        </p:nvSpPr>
        <p:spPr>
          <a:xfrm>
            <a:off x="4709160" y="5897880"/>
            <a:ext cx="6400800" cy="201168"/>
          </a:xfrm>
          <a:prstGeom prst="rect">
            <a:avLst/>
          </a:prstGeom>
          <a:noFill/>
          <a:ln/>
        </p:spPr>
        <p:txBody>
          <a:bodyPr wrap="square" lIns="0" tIns="0" rIns="0" bIns="0" rtlCol="0" anchor="t"/>
          <a:lstStyle/>
          <a:p>
            <a:pPr indent="0" marL="0">
              <a:buNone/>
            </a:pPr>
            <a:r>
              <a:rPr lang="en-US" sz="900" spc="180" kern="0" dirty="0">
                <a:solidFill>
                  <a:srgbClr val="7A7264"/>
                </a:solidFill>
                <a:latin typeface="Manrope" pitchFamily="34" charset="0"/>
                <a:ea typeface="Manrope" pitchFamily="34" charset="-122"/>
                <a:cs typeface="Manrope" pitchFamily="34" charset="-120"/>
              </a:rPr>
              <a:t>FIVE POINTS DIGITAL STUDIO  ·  BRAND FINGERPRINT  ·  VERSION 4.0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566928" y="274320"/>
            <a:ext cx="0" cy="6309360"/>
          </a:xfrm>
          <a:prstGeom prst="line">
            <a:avLst/>
          </a:prstGeom>
          <a:noFill/>
          <a:ln w="9525">
            <a:solidFill>
              <a:srgbClr val="BDB4A2"/>
            </a:solidFill>
            <a:prstDash val="solid"/>
          </a:ln>
        </p:spPr>
      </p:sp>
      <p:sp>
        <p:nvSpPr>
          <p:cNvPr id="3" name="Text 1"/>
          <p:cNvSpPr txBox="1"/>
          <p:nvPr/>
        </p:nvSpPr>
        <p:spPr>
          <a:xfrm rot="16200000">
            <a:off x="9144" y="256032"/>
            <a:ext cx="457200" cy="274320"/>
          </a:xfrm>
          <a:prstGeom prst="rect">
            <a:avLst/>
          </a:prstGeom>
          <a:noFill/>
          <a:ln/>
        </p:spPr>
        <p:txBody>
          <a:bodyPr wrap="none" lIns="0" tIns="0" rIns="0" bIns="0" rtlCol="0" anchor="ctr"/>
          <a:lstStyle/>
          <a:p>
            <a:pPr algn="ctr" indent="0" marL="0">
              <a:buNone/>
            </a:pPr>
            <a:r>
              <a:rPr lang="en-US" sz="700" spc="160" kern="0" dirty="0">
                <a:solidFill>
                  <a:srgbClr val="7A7264"/>
                </a:solidFill>
                <a:latin typeface="Manrope" pitchFamily="34" charset="0"/>
                <a:ea typeface="Manrope" pitchFamily="34" charset="-122"/>
                <a:cs typeface="Manrope" pitchFamily="34" charset="-120"/>
              </a:rPr>
              <a:t>003</a:t>
            </a:r>
            <a:endParaRPr lang="en-US" sz="700" dirty="0"/>
          </a:p>
        </p:txBody>
      </p:sp>
      <p:sp>
        <p:nvSpPr>
          <p:cNvPr id="4" name="Text 2"/>
          <p:cNvSpPr txBox="1"/>
          <p:nvPr/>
        </p:nvSpPr>
        <p:spPr>
          <a:xfrm rot="16200000">
            <a:off x="-950976" y="5257800"/>
            <a:ext cx="2377440" cy="274320"/>
          </a:xfrm>
          <a:prstGeom prst="rect">
            <a:avLst/>
          </a:prstGeom>
          <a:noFill/>
          <a:ln/>
        </p:spPr>
        <p:txBody>
          <a:bodyPr wrap="none" lIns="0" tIns="0" rIns="0" bIns="0" rtlCol="0" anchor="ctr"/>
          <a:lstStyle/>
          <a:p>
            <a:pPr algn="l" indent="0" marL="0">
              <a:buNone/>
            </a:pPr>
            <a:r>
              <a:rPr lang="en-US" sz="700" spc="160" kern="0" dirty="0">
                <a:solidFill>
                  <a:srgbClr val="7A7264"/>
                </a:solidFill>
                <a:latin typeface="Manrope" pitchFamily="34" charset="0"/>
                <a:ea typeface="Manrope" pitchFamily="34" charset="-122"/>
                <a:cs typeface="Manrope" pitchFamily="34" charset="-120"/>
              </a:rPr>
              <a:t>THE IDENTITY BOOK</a:t>
            </a:r>
            <a:endParaRPr lang="en-US" sz="700" dirty="0"/>
          </a:p>
        </p:txBody>
      </p:sp>
      <p:sp>
        <p:nvSpPr>
          <p:cNvPr id="5" name="Text 3"/>
          <p:cNvSpPr txBox="1"/>
          <p:nvPr/>
        </p:nvSpPr>
        <p:spPr>
          <a:xfrm>
            <a:off x="1280160" y="2788920"/>
            <a:ext cx="4206240" cy="1280160"/>
          </a:xfrm>
          <a:prstGeom prst="rect">
            <a:avLst/>
          </a:prstGeom>
          <a:noFill/>
          <a:ln/>
        </p:spPr>
        <p:txBody>
          <a:bodyPr wrap="square" lIns="0" tIns="0" rIns="0" bIns="0" rtlCol="0" anchor="ctr"/>
          <a:lstStyle/>
          <a:p>
            <a:pPr algn="ctr" indent="0" marL="0">
              <a:buNone/>
            </a:pPr>
            <a:r>
              <a:rPr lang="en-US" sz="6200" dirty="0">
                <a:solidFill>
                  <a:srgbClr val="0F0F10"/>
                </a:solidFill>
                <a:latin typeface="Bookmania" pitchFamily="34" charset="0"/>
                <a:ea typeface="Bookmania" pitchFamily="34" charset="-122"/>
                <a:cs typeface="Bookmania" pitchFamily="34" charset="-120"/>
              </a:rPr>
              <a:t>Index</a:t>
            </a:r>
            <a:endParaRPr lang="en-US" sz="6200" dirty="0"/>
          </a:p>
        </p:txBody>
      </p:sp>
      <p:sp>
        <p:nvSpPr>
          <p:cNvPr id="6" name="Shape 4"/>
          <p:cNvSpPr/>
          <p:nvPr/>
        </p:nvSpPr>
        <p:spPr>
          <a:xfrm>
            <a:off x="6172200" y="274320"/>
            <a:ext cx="0" cy="6309360"/>
          </a:xfrm>
          <a:prstGeom prst="line">
            <a:avLst/>
          </a:prstGeom>
          <a:noFill/>
          <a:ln w="9525">
            <a:solidFill>
              <a:srgbClr val="BDB4A2"/>
            </a:solidFill>
            <a:prstDash val="solid"/>
          </a:ln>
        </p:spPr>
      </p:sp>
      <p:sp>
        <p:nvSpPr>
          <p:cNvPr id="7" name="Shape 5"/>
          <p:cNvSpPr/>
          <p:nvPr/>
        </p:nvSpPr>
        <p:spPr>
          <a:xfrm>
            <a:off x="9089136" y="274320"/>
            <a:ext cx="0" cy="6309360"/>
          </a:xfrm>
          <a:prstGeom prst="line">
            <a:avLst/>
          </a:prstGeom>
          <a:noFill/>
          <a:ln w="9525">
            <a:solidFill>
              <a:srgbClr val="BDB4A2"/>
            </a:solidFill>
            <a:prstDash val="solid"/>
          </a:ln>
        </p:spPr>
      </p:sp>
      <p:sp>
        <p:nvSpPr>
          <p:cNvPr id="8" name="Text 6"/>
          <p:cNvSpPr txBox="1"/>
          <p:nvPr/>
        </p:nvSpPr>
        <p:spPr>
          <a:xfrm>
            <a:off x="6391656" y="310896"/>
            <a:ext cx="548640" cy="201168"/>
          </a:xfrm>
          <a:prstGeom prst="rect">
            <a:avLst/>
          </a:prstGeom>
          <a:noFill/>
          <a:ln/>
        </p:spPr>
        <p:txBody>
          <a:bodyPr wrap="square" lIns="0" tIns="0" rIns="0" bIns="0" rtlCol="0" anchor="t"/>
          <a:lstStyle/>
          <a:p>
            <a:pPr indent="0" marL="0">
              <a:buNone/>
            </a:pPr>
            <a:r>
              <a:rPr lang="en-US" sz="950" b="1" spc="180" kern="0" dirty="0">
                <a:solidFill>
                  <a:srgbClr val="0F0F10"/>
                </a:solidFill>
                <a:latin typeface="Manrope" pitchFamily="34" charset="0"/>
                <a:ea typeface="Manrope" pitchFamily="34" charset="-122"/>
                <a:cs typeface="Manrope" pitchFamily="34" charset="-120"/>
              </a:rPr>
              <a:t>1.0</a:t>
            </a:r>
            <a:endParaRPr lang="en-US" sz="950" dirty="0"/>
          </a:p>
        </p:txBody>
      </p:sp>
      <p:sp>
        <p:nvSpPr>
          <p:cNvPr id="9" name="Text 7"/>
          <p:cNvSpPr txBox="1"/>
          <p:nvPr/>
        </p:nvSpPr>
        <p:spPr>
          <a:xfrm>
            <a:off x="6784848" y="310896"/>
            <a:ext cx="2011680" cy="201168"/>
          </a:xfrm>
          <a:prstGeom prst="rect">
            <a:avLst/>
          </a:prstGeom>
          <a:noFill/>
          <a:ln/>
        </p:spPr>
        <p:txBody>
          <a:bodyPr wrap="square" lIns="0" tIns="0" rIns="0" bIns="0" rtlCol="0" anchor="t"/>
          <a:lstStyle/>
          <a:p>
            <a:pPr indent="0" marL="0">
              <a:buNone/>
            </a:pPr>
            <a:r>
              <a:rPr lang="en-US" sz="950" b="1" spc="180" kern="0" dirty="0">
                <a:solidFill>
                  <a:srgbClr val="0F0F10"/>
                </a:solidFill>
                <a:latin typeface="Manrope" pitchFamily="34" charset="0"/>
                <a:ea typeface="Manrope" pitchFamily="34" charset="-122"/>
                <a:cs typeface="Manrope" pitchFamily="34" charset="-120"/>
              </a:rPr>
              <a:t>THE BRAND</a:t>
            </a:r>
            <a:endParaRPr lang="en-US" sz="950" dirty="0"/>
          </a:p>
        </p:txBody>
      </p:sp>
      <p:sp>
        <p:nvSpPr>
          <p:cNvPr id="10" name="Text 8"/>
          <p:cNvSpPr txBox="1"/>
          <p:nvPr/>
        </p:nvSpPr>
        <p:spPr>
          <a:xfrm>
            <a:off x="8275320" y="310896"/>
            <a:ext cx="502920" cy="201168"/>
          </a:xfrm>
          <a:prstGeom prst="rect">
            <a:avLst/>
          </a:prstGeom>
          <a:noFill/>
          <a:ln/>
        </p:spPr>
        <p:txBody>
          <a:bodyPr wrap="square" lIns="0" tIns="0" rIns="0" bIns="0" rtlCol="0" anchor="t"/>
          <a:lstStyle/>
          <a:p>
            <a:pPr algn="r" indent="0" marL="0">
              <a:buNone/>
            </a:pPr>
            <a:r>
              <a:rPr lang="en-US" sz="950" b="1" spc="180" kern="0" dirty="0">
                <a:solidFill>
                  <a:srgbClr val="0F0F10"/>
                </a:solidFill>
                <a:latin typeface="Manrope" pitchFamily="34" charset="0"/>
                <a:ea typeface="Manrope" pitchFamily="34" charset="-122"/>
                <a:cs typeface="Manrope" pitchFamily="34" charset="-120"/>
              </a:rPr>
              <a:t>04</a:t>
            </a:r>
            <a:endParaRPr lang="en-US" sz="950" dirty="0"/>
          </a:p>
        </p:txBody>
      </p:sp>
      <p:sp>
        <p:nvSpPr>
          <p:cNvPr id="11" name="Text 9"/>
          <p:cNvSpPr txBox="1"/>
          <p:nvPr/>
        </p:nvSpPr>
        <p:spPr>
          <a:xfrm>
            <a:off x="6391656" y="694944"/>
            <a:ext cx="548640" cy="201168"/>
          </a:xfrm>
          <a:prstGeom prst="rect">
            <a:avLst/>
          </a:prstGeom>
          <a:noFill/>
          <a:ln/>
        </p:spPr>
        <p:txBody>
          <a:bodyPr wrap="square" lIns="0" tIns="0" rIns="0" bIns="0" rtlCol="0" anchor="t"/>
          <a:lstStyle/>
          <a:p>
            <a:pPr indent="0" marL="0">
              <a:buNone/>
            </a:pPr>
            <a:r>
              <a:rPr lang="en-US" sz="1050" dirty="0">
                <a:solidFill>
                  <a:srgbClr val="5E574C"/>
                </a:solidFill>
                <a:latin typeface="Bookmania" pitchFamily="34" charset="0"/>
                <a:ea typeface="Bookmania" pitchFamily="34" charset="-122"/>
                <a:cs typeface="Bookmania" pitchFamily="34" charset="-120"/>
              </a:rPr>
              <a:t>1.1</a:t>
            </a:r>
            <a:endParaRPr lang="en-US" sz="1050" dirty="0"/>
          </a:p>
        </p:txBody>
      </p:sp>
      <p:sp>
        <p:nvSpPr>
          <p:cNvPr id="12" name="Text 10"/>
          <p:cNvSpPr txBox="1"/>
          <p:nvPr/>
        </p:nvSpPr>
        <p:spPr>
          <a:xfrm>
            <a:off x="6784848" y="694944"/>
            <a:ext cx="2194560" cy="201168"/>
          </a:xfrm>
          <a:prstGeom prst="rect">
            <a:avLst/>
          </a:prstGeom>
          <a:noFill/>
          <a:ln/>
        </p:spPr>
        <p:txBody>
          <a:bodyPr wrap="square" lIns="0" tIns="0" rIns="0" bIns="0" rtlCol="0" anchor="t"/>
          <a:lstStyle/>
          <a:p>
            <a:pPr indent="0" marL="0">
              <a:buNone/>
            </a:pPr>
            <a:r>
              <a:rPr lang="en-US" sz="1050" dirty="0">
                <a:solidFill>
                  <a:srgbClr val="1C1A17"/>
                </a:solidFill>
                <a:latin typeface="Bookmania" pitchFamily="34" charset="0"/>
                <a:ea typeface="Bookmania" pitchFamily="34" charset="-122"/>
                <a:cs typeface="Bookmania" pitchFamily="34" charset="-120"/>
              </a:rPr>
              <a:t>Brand Manifesto</a:t>
            </a:r>
            <a:endParaRPr lang="en-US" sz="1050" dirty="0"/>
          </a:p>
        </p:txBody>
      </p:sp>
      <p:sp>
        <p:nvSpPr>
          <p:cNvPr id="13" name="Text 11"/>
          <p:cNvSpPr txBox="1"/>
          <p:nvPr/>
        </p:nvSpPr>
        <p:spPr>
          <a:xfrm>
            <a:off x="8275320" y="694944"/>
            <a:ext cx="502920" cy="201168"/>
          </a:xfrm>
          <a:prstGeom prst="rect">
            <a:avLst/>
          </a:prstGeom>
          <a:noFill/>
          <a:ln/>
        </p:spPr>
        <p:txBody>
          <a:bodyPr wrap="square" lIns="0" tIns="0" rIns="0" bIns="0" rtlCol="0" anchor="t"/>
          <a:lstStyle/>
          <a:p>
            <a:pPr algn="r" indent="0" marL="0">
              <a:buNone/>
            </a:pPr>
            <a:r>
              <a:rPr lang="en-US" sz="1050" dirty="0">
                <a:solidFill>
                  <a:srgbClr val="5E574C"/>
                </a:solidFill>
                <a:latin typeface="Bookmania" pitchFamily="34" charset="0"/>
                <a:ea typeface="Bookmania" pitchFamily="34" charset="-122"/>
                <a:cs typeface="Bookmania" pitchFamily="34" charset="-120"/>
              </a:rPr>
              <a:t>05</a:t>
            </a:r>
            <a:endParaRPr lang="en-US" sz="1050" dirty="0"/>
          </a:p>
        </p:txBody>
      </p:sp>
      <p:sp>
        <p:nvSpPr>
          <p:cNvPr id="14" name="Text 12"/>
          <p:cNvSpPr txBox="1"/>
          <p:nvPr/>
        </p:nvSpPr>
        <p:spPr>
          <a:xfrm>
            <a:off x="6391656" y="909828"/>
            <a:ext cx="548640" cy="201168"/>
          </a:xfrm>
          <a:prstGeom prst="rect">
            <a:avLst/>
          </a:prstGeom>
          <a:noFill/>
          <a:ln/>
        </p:spPr>
        <p:txBody>
          <a:bodyPr wrap="square" lIns="0" tIns="0" rIns="0" bIns="0" rtlCol="0" anchor="t"/>
          <a:lstStyle/>
          <a:p>
            <a:pPr indent="0" marL="0">
              <a:buNone/>
            </a:pPr>
            <a:r>
              <a:rPr lang="en-US" sz="1050" dirty="0">
                <a:solidFill>
                  <a:srgbClr val="5E574C"/>
                </a:solidFill>
                <a:latin typeface="Bookmania" pitchFamily="34" charset="0"/>
                <a:ea typeface="Bookmania" pitchFamily="34" charset="-122"/>
                <a:cs typeface="Bookmania" pitchFamily="34" charset="-120"/>
              </a:rPr>
              <a:t>1.2</a:t>
            </a:r>
            <a:endParaRPr lang="en-US" sz="1050" dirty="0"/>
          </a:p>
        </p:txBody>
      </p:sp>
      <p:sp>
        <p:nvSpPr>
          <p:cNvPr id="15" name="Text 13"/>
          <p:cNvSpPr txBox="1"/>
          <p:nvPr/>
        </p:nvSpPr>
        <p:spPr>
          <a:xfrm>
            <a:off x="6784848" y="909828"/>
            <a:ext cx="2194560" cy="201168"/>
          </a:xfrm>
          <a:prstGeom prst="rect">
            <a:avLst/>
          </a:prstGeom>
          <a:noFill/>
          <a:ln/>
        </p:spPr>
        <p:txBody>
          <a:bodyPr wrap="square" lIns="0" tIns="0" rIns="0" bIns="0" rtlCol="0" anchor="t"/>
          <a:lstStyle/>
          <a:p>
            <a:pPr indent="0" marL="0">
              <a:buNone/>
            </a:pPr>
            <a:r>
              <a:rPr lang="en-US" sz="1050" dirty="0">
                <a:solidFill>
                  <a:srgbClr val="1C1A17"/>
                </a:solidFill>
                <a:latin typeface="Bookmania" pitchFamily="34" charset="0"/>
                <a:ea typeface="Bookmania" pitchFamily="34" charset="-122"/>
                <a:cs typeface="Bookmania" pitchFamily="34" charset="-120"/>
              </a:rPr>
              <a:t>Brand Values</a:t>
            </a:r>
            <a:endParaRPr lang="en-US" sz="1050" dirty="0"/>
          </a:p>
        </p:txBody>
      </p:sp>
      <p:sp>
        <p:nvSpPr>
          <p:cNvPr id="16" name="Text 14"/>
          <p:cNvSpPr txBox="1"/>
          <p:nvPr/>
        </p:nvSpPr>
        <p:spPr>
          <a:xfrm>
            <a:off x="8275320" y="909828"/>
            <a:ext cx="502920" cy="201168"/>
          </a:xfrm>
          <a:prstGeom prst="rect">
            <a:avLst/>
          </a:prstGeom>
          <a:noFill/>
          <a:ln/>
        </p:spPr>
        <p:txBody>
          <a:bodyPr wrap="square" lIns="0" tIns="0" rIns="0" bIns="0" rtlCol="0" anchor="t"/>
          <a:lstStyle/>
          <a:p>
            <a:pPr algn="r" indent="0" marL="0">
              <a:buNone/>
            </a:pPr>
            <a:r>
              <a:rPr lang="en-US" sz="1050" dirty="0">
                <a:solidFill>
                  <a:srgbClr val="5E574C"/>
                </a:solidFill>
                <a:latin typeface="Bookmania" pitchFamily="34" charset="0"/>
                <a:ea typeface="Bookmania" pitchFamily="34" charset="-122"/>
                <a:cs typeface="Bookmania" pitchFamily="34" charset="-120"/>
              </a:rPr>
              <a:t>06</a:t>
            </a:r>
            <a:endParaRPr lang="en-US" sz="1050" dirty="0"/>
          </a:p>
        </p:txBody>
      </p:sp>
      <p:sp>
        <p:nvSpPr>
          <p:cNvPr id="17" name="Text 15"/>
          <p:cNvSpPr txBox="1"/>
          <p:nvPr/>
        </p:nvSpPr>
        <p:spPr>
          <a:xfrm>
            <a:off x="6391656" y="1124712"/>
            <a:ext cx="548640" cy="201168"/>
          </a:xfrm>
          <a:prstGeom prst="rect">
            <a:avLst/>
          </a:prstGeom>
          <a:noFill/>
          <a:ln/>
        </p:spPr>
        <p:txBody>
          <a:bodyPr wrap="square" lIns="0" tIns="0" rIns="0" bIns="0" rtlCol="0" anchor="t"/>
          <a:lstStyle/>
          <a:p>
            <a:pPr indent="0" marL="0">
              <a:buNone/>
            </a:pPr>
            <a:r>
              <a:rPr lang="en-US" sz="1050" dirty="0">
                <a:solidFill>
                  <a:srgbClr val="5E574C"/>
                </a:solidFill>
                <a:latin typeface="Bookmania" pitchFamily="34" charset="0"/>
                <a:ea typeface="Bookmania" pitchFamily="34" charset="-122"/>
                <a:cs typeface="Bookmania" pitchFamily="34" charset="-120"/>
              </a:rPr>
              <a:t>1.3</a:t>
            </a:r>
            <a:endParaRPr lang="en-US" sz="1050" dirty="0"/>
          </a:p>
        </p:txBody>
      </p:sp>
      <p:sp>
        <p:nvSpPr>
          <p:cNvPr id="18" name="Text 16"/>
          <p:cNvSpPr txBox="1"/>
          <p:nvPr/>
        </p:nvSpPr>
        <p:spPr>
          <a:xfrm>
            <a:off x="6784848" y="1124712"/>
            <a:ext cx="2194560" cy="201168"/>
          </a:xfrm>
          <a:prstGeom prst="rect">
            <a:avLst/>
          </a:prstGeom>
          <a:noFill/>
          <a:ln/>
        </p:spPr>
        <p:txBody>
          <a:bodyPr wrap="square" lIns="0" tIns="0" rIns="0" bIns="0" rtlCol="0" anchor="t"/>
          <a:lstStyle/>
          <a:p>
            <a:pPr indent="0" marL="0">
              <a:buNone/>
            </a:pPr>
            <a:r>
              <a:rPr lang="en-US" sz="1050" dirty="0">
                <a:solidFill>
                  <a:srgbClr val="1C1A17"/>
                </a:solidFill>
                <a:latin typeface="Bookmania" pitchFamily="34" charset="0"/>
                <a:ea typeface="Bookmania" pitchFamily="34" charset="-122"/>
                <a:cs typeface="Bookmania" pitchFamily="34" charset="-120"/>
              </a:rPr>
              <a:t>Brand Personality</a:t>
            </a:r>
            <a:endParaRPr lang="en-US" sz="1050" dirty="0"/>
          </a:p>
        </p:txBody>
      </p:sp>
      <p:sp>
        <p:nvSpPr>
          <p:cNvPr id="19" name="Text 17"/>
          <p:cNvSpPr txBox="1"/>
          <p:nvPr/>
        </p:nvSpPr>
        <p:spPr>
          <a:xfrm>
            <a:off x="8275320" y="1124712"/>
            <a:ext cx="502920" cy="201168"/>
          </a:xfrm>
          <a:prstGeom prst="rect">
            <a:avLst/>
          </a:prstGeom>
          <a:noFill/>
          <a:ln/>
        </p:spPr>
        <p:txBody>
          <a:bodyPr wrap="square" lIns="0" tIns="0" rIns="0" bIns="0" rtlCol="0" anchor="t"/>
          <a:lstStyle/>
          <a:p>
            <a:pPr algn="r" indent="0" marL="0">
              <a:buNone/>
            </a:pPr>
            <a:r>
              <a:rPr lang="en-US" sz="1050" dirty="0">
                <a:solidFill>
                  <a:srgbClr val="5E574C"/>
                </a:solidFill>
                <a:latin typeface="Bookmania" pitchFamily="34" charset="0"/>
                <a:ea typeface="Bookmania" pitchFamily="34" charset="-122"/>
                <a:cs typeface="Bookmania" pitchFamily="34" charset="-120"/>
              </a:rPr>
              <a:t>07</a:t>
            </a:r>
            <a:endParaRPr lang="en-US" sz="1050" dirty="0"/>
          </a:p>
        </p:txBody>
      </p:sp>
      <p:sp>
        <p:nvSpPr>
          <p:cNvPr id="20" name="Text 18"/>
          <p:cNvSpPr txBox="1"/>
          <p:nvPr/>
        </p:nvSpPr>
        <p:spPr>
          <a:xfrm>
            <a:off x="6391656" y="1339596"/>
            <a:ext cx="548640" cy="201168"/>
          </a:xfrm>
          <a:prstGeom prst="rect">
            <a:avLst/>
          </a:prstGeom>
          <a:noFill/>
          <a:ln/>
        </p:spPr>
        <p:txBody>
          <a:bodyPr wrap="square" lIns="0" tIns="0" rIns="0" bIns="0" rtlCol="0" anchor="t"/>
          <a:lstStyle/>
          <a:p>
            <a:pPr indent="0" marL="0">
              <a:buNone/>
            </a:pPr>
            <a:r>
              <a:rPr lang="en-US" sz="1050" dirty="0">
                <a:solidFill>
                  <a:srgbClr val="5E574C"/>
                </a:solidFill>
                <a:latin typeface="Bookmania" pitchFamily="34" charset="0"/>
                <a:ea typeface="Bookmania" pitchFamily="34" charset="-122"/>
                <a:cs typeface="Bookmania" pitchFamily="34" charset="-120"/>
              </a:rPr>
              <a:t>1.4</a:t>
            </a:r>
            <a:endParaRPr lang="en-US" sz="1050" dirty="0"/>
          </a:p>
        </p:txBody>
      </p:sp>
      <p:sp>
        <p:nvSpPr>
          <p:cNvPr id="21" name="Text 19"/>
          <p:cNvSpPr txBox="1"/>
          <p:nvPr/>
        </p:nvSpPr>
        <p:spPr>
          <a:xfrm>
            <a:off x="6784848" y="1339596"/>
            <a:ext cx="2194560" cy="201168"/>
          </a:xfrm>
          <a:prstGeom prst="rect">
            <a:avLst/>
          </a:prstGeom>
          <a:noFill/>
          <a:ln/>
        </p:spPr>
        <p:txBody>
          <a:bodyPr wrap="square" lIns="0" tIns="0" rIns="0" bIns="0" rtlCol="0" anchor="t"/>
          <a:lstStyle/>
          <a:p>
            <a:pPr indent="0" marL="0">
              <a:buNone/>
            </a:pPr>
            <a:r>
              <a:rPr lang="en-US" sz="1050" dirty="0">
                <a:solidFill>
                  <a:srgbClr val="1C1A17"/>
                </a:solidFill>
                <a:latin typeface="Bookmania" pitchFamily="34" charset="0"/>
                <a:ea typeface="Bookmania" pitchFamily="34" charset="-122"/>
                <a:cs typeface="Bookmania" pitchFamily="34" charset="-120"/>
              </a:rPr>
              <a:t>Brand Archetypes</a:t>
            </a:r>
            <a:endParaRPr lang="en-US" sz="1050" dirty="0"/>
          </a:p>
        </p:txBody>
      </p:sp>
      <p:sp>
        <p:nvSpPr>
          <p:cNvPr id="22" name="Text 20"/>
          <p:cNvSpPr txBox="1"/>
          <p:nvPr/>
        </p:nvSpPr>
        <p:spPr>
          <a:xfrm>
            <a:off x="8275320" y="1339596"/>
            <a:ext cx="502920" cy="201168"/>
          </a:xfrm>
          <a:prstGeom prst="rect">
            <a:avLst/>
          </a:prstGeom>
          <a:noFill/>
          <a:ln/>
        </p:spPr>
        <p:txBody>
          <a:bodyPr wrap="square" lIns="0" tIns="0" rIns="0" bIns="0" rtlCol="0" anchor="t"/>
          <a:lstStyle/>
          <a:p>
            <a:pPr algn="r" indent="0" marL="0">
              <a:buNone/>
            </a:pPr>
            <a:r>
              <a:rPr lang="en-US" sz="1050" dirty="0">
                <a:solidFill>
                  <a:srgbClr val="5E574C"/>
                </a:solidFill>
                <a:latin typeface="Bookmania" pitchFamily="34" charset="0"/>
                <a:ea typeface="Bookmania" pitchFamily="34" charset="-122"/>
                <a:cs typeface="Bookmania" pitchFamily="34" charset="-120"/>
              </a:rPr>
              <a:t>08</a:t>
            </a:r>
            <a:endParaRPr lang="en-US" sz="1050" dirty="0"/>
          </a:p>
        </p:txBody>
      </p:sp>
      <p:sp>
        <p:nvSpPr>
          <p:cNvPr id="23" name="Text 21"/>
          <p:cNvSpPr txBox="1"/>
          <p:nvPr/>
        </p:nvSpPr>
        <p:spPr>
          <a:xfrm>
            <a:off x="6391656" y="1554480"/>
            <a:ext cx="548640" cy="201168"/>
          </a:xfrm>
          <a:prstGeom prst="rect">
            <a:avLst/>
          </a:prstGeom>
          <a:noFill/>
          <a:ln/>
        </p:spPr>
        <p:txBody>
          <a:bodyPr wrap="square" lIns="0" tIns="0" rIns="0" bIns="0" rtlCol="0" anchor="t"/>
          <a:lstStyle/>
          <a:p>
            <a:pPr indent="0" marL="0">
              <a:buNone/>
            </a:pPr>
            <a:r>
              <a:rPr lang="en-US" sz="1050" dirty="0">
                <a:solidFill>
                  <a:srgbClr val="5E574C"/>
                </a:solidFill>
                <a:latin typeface="Bookmania" pitchFamily="34" charset="0"/>
                <a:ea typeface="Bookmania" pitchFamily="34" charset="-122"/>
                <a:cs typeface="Bookmania" pitchFamily="34" charset="-120"/>
              </a:rPr>
              <a:t>1.5</a:t>
            </a:r>
            <a:endParaRPr lang="en-US" sz="1050" dirty="0"/>
          </a:p>
        </p:txBody>
      </p:sp>
      <p:sp>
        <p:nvSpPr>
          <p:cNvPr id="24" name="Text 22"/>
          <p:cNvSpPr txBox="1"/>
          <p:nvPr/>
        </p:nvSpPr>
        <p:spPr>
          <a:xfrm>
            <a:off x="6784848" y="1554480"/>
            <a:ext cx="2194560" cy="201168"/>
          </a:xfrm>
          <a:prstGeom prst="rect">
            <a:avLst/>
          </a:prstGeom>
          <a:noFill/>
          <a:ln/>
        </p:spPr>
        <p:txBody>
          <a:bodyPr wrap="square" lIns="0" tIns="0" rIns="0" bIns="0" rtlCol="0" anchor="t"/>
          <a:lstStyle/>
          <a:p>
            <a:pPr indent="0" marL="0">
              <a:buNone/>
            </a:pPr>
            <a:r>
              <a:rPr lang="en-US" sz="1050" dirty="0">
                <a:solidFill>
                  <a:srgbClr val="1C1A17"/>
                </a:solidFill>
                <a:latin typeface="Bookmania" pitchFamily="34" charset="0"/>
                <a:ea typeface="Bookmania" pitchFamily="34" charset="-122"/>
                <a:cs typeface="Bookmania" pitchFamily="34" charset="-120"/>
              </a:rPr>
              <a:t>Tone of Voice</a:t>
            </a:r>
            <a:endParaRPr lang="en-US" sz="1050" dirty="0"/>
          </a:p>
        </p:txBody>
      </p:sp>
      <p:sp>
        <p:nvSpPr>
          <p:cNvPr id="25" name="Text 23"/>
          <p:cNvSpPr txBox="1"/>
          <p:nvPr/>
        </p:nvSpPr>
        <p:spPr>
          <a:xfrm>
            <a:off x="8275320" y="1554480"/>
            <a:ext cx="502920" cy="201168"/>
          </a:xfrm>
          <a:prstGeom prst="rect">
            <a:avLst/>
          </a:prstGeom>
          <a:noFill/>
          <a:ln/>
        </p:spPr>
        <p:txBody>
          <a:bodyPr wrap="square" lIns="0" tIns="0" rIns="0" bIns="0" rtlCol="0" anchor="t"/>
          <a:lstStyle/>
          <a:p>
            <a:pPr algn="r" indent="0" marL="0">
              <a:buNone/>
            </a:pPr>
            <a:r>
              <a:rPr lang="en-US" sz="1050" dirty="0">
                <a:solidFill>
                  <a:srgbClr val="5E574C"/>
                </a:solidFill>
                <a:latin typeface="Bookmania" pitchFamily="34" charset="0"/>
                <a:ea typeface="Bookmania" pitchFamily="34" charset="-122"/>
                <a:cs typeface="Bookmania" pitchFamily="34" charset="-120"/>
              </a:rPr>
              <a:t>09</a:t>
            </a:r>
            <a:endParaRPr lang="en-US" sz="1050" dirty="0"/>
          </a:p>
        </p:txBody>
      </p:sp>
      <p:sp>
        <p:nvSpPr>
          <p:cNvPr id="26" name="Text 24"/>
          <p:cNvSpPr txBox="1"/>
          <p:nvPr/>
        </p:nvSpPr>
        <p:spPr>
          <a:xfrm>
            <a:off x="6391656" y="1769364"/>
            <a:ext cx="548640" cy="201168"/>
          </a:xfrm>
          <a:prstGeom prst="rect">
            <a:avLst/>
          </a:prstGeom>
          <a:noFill/>
          <a:ln/>
        </p:spPr>
        <p:txBody>
          <a:bodyPr wrap="square" lIns="0" tIns="0" rIns="0" bIns="0" rtlCol="0" anchor="t"/>
          <a:lstStyle/>
          <a:p>
            <a:pPr indent="0" marL="0">
              <a:buNone/>
            </a:pPr>
            <a:r>
              <a:rPr lang="en-US" sz="1050" dirty="0">
                <a:solidFill>
                  <a:srgbClr val="5E574C"/>
                </a:solidFill>
                <a:latin typeface="Bookmania" pitchFamily="34" charset="0"/>
                <a:ea typeface="Bookmania" pitchFamily="34" charset="-122"/>
                <a:cs typeface="Bookmania" pitchFamily="34" charset="-120"/>
              </a:rPr>
              <a:t>1.6</a:t>
            </a:r>
            <a:endParaRPr lang="en-US" sz="1050" dirty="0"/>
          </a:p>
        </p:txBody>
      </p:sp>
      <p:sp>
        <p:nvSpPr>
          <p:cNvPr id="27" name="Text 25"/>
          <p:cNvSpPr txBox="1"/>
          <p:nvPr/>
        </p:nvSpPr>
        <p:spPr>
          <a:xfrm>
            <a:off x="6784848" y="1769364"/>
            <a:ext cx="2194560" cy="201168"/>
          </a:xfrm>
          <a:prstGeom prst="rect">
            <a:avLst/>
          </a:prstGeom>
          <a:noFill/>
          <a:ln/>
        </p:spPr>
        <p:txBody>
          <a:bodyPr wrap="square" lIns="0" tIns="0" rIns="0" bIns="0" rtlCol="0" anchor="t"/>
          <a:lstStyle/>
          <a:p>
            <a:pPr indent="0" marL="0">
              <a:buNone/>
            </a:pPr>
            <a:r>
              <a:rPr lang="en-US" sz="1050" dirty="0">
                <a:solidFill>
                  <a:srgbClr val="1C1A17"/>
                </a:solidFill>
                <a:latin typeface="Bookmania" pitchFamily="34" charset="0"/>
                <a:ea typeface="Bookmania" pitchFamily="34" charset="-122"/>
                <a:cs typeface="Bookmania" pitchFamily="34" charset="-120"/>
              </a:rPr>
              <a:t>Brand Messaging</a:t>
            </a:r>
            <a:endParaRPr lang="en-US" sz="1050" dirty="0"/>
          </a:p>
        </p:txBody>
      </p:sp>
      <p:sp>
        <p:nvSpPr>
          <p:cNvPr id="28" name="Text 26"/>
          <p:cNvSpPr txBox="1"/>
          <p:nvPr/>
        </p:nvSpPr>
        <p:spPr>
          <a:xfrm>
            <a:off x="8275320" y="1769364"/>
            <a:ext cx="502920" cy="201168"/>
          </a:xfrm>
          <a:prstGeom prst="rect">
            <a:avLst/>
          </a:prstGeom>
          <a:noFill/>
          <a:ln/>
        </p:spPr>
        <p:txBody>
          <a:bodyPr wrap="square" lIns="0" tIns="0" rIns="0" bIns="0" rtlCol="0" anchor="t"/>
          <a:lstStyle/>
          <a:p>
            <a:pPr algn="r" indent="0" marL="0">
              <a:buNone/>
            </a:pPr>
            <a:r>
              <a:rPr lang="en-US" sz="1050" dirty="0">
                <a:solidFill>
                  <a:srgbClr val="5E574C"/>
                </a:solidFill>
                <a:latin typeface="Bookmania" pitchFamily="34" charset="0"/>
                <a:ea typeface="Bookmania" pitchFamily="34" charset="-122"/>
                <a:cs typeface="Bookmania" pitchFamily="34" charset="-120"/>
              </a:rPr>
              <a:t>10</a:t>
            </a:r>
            <a:endParaRPr lang="en-US" sz="1050" dirty="0"/>
          </a:p>
        </p:txBody>
      </p:sp>
      <p:sp>
        <p:nvSpPr>
          <p:cNvPr id="29" name="Text 27"/>
          <p:cNvSpPr txBox="1"/>
          <p:nvPr/>
        </p:nvSpPr>
        <p:spPr>
          <a:xfrm>
            <a:off x="6391656" y="2395728"/>
            <a:ext cx="548640" cy="201168"/>
          </a:xfrm>
          <a:prstGeom prst="rect">
            <a:avLst/>
          </a:prstGeom>
          <a:noFill/>
          <a:ln/>
        </p:spPr>
        <p:txBody>
          <a:bodyPr wrap="square" lIns="0" tIns="0" rIns="0" bIns="0" rtlCol="0" anchor="t"/>
          <a:lstStyle/>
          <a:p>
            <a:pPr indent="0" marL="0">
              <a:buNone/>
            </a:pPr>
            <a:r>
              <a:rPr lang="en-US" sz="950" b="1" spc="180" kern="0" dirty="0">
                <a:solidFill>
                  <a:srgbClr val="0F0F10"/>
                </a:solidFill>
                <a:latin typeface="Manrope" pitchFamily="34" charset="0"/>
                <a:ea typeface="Manrope" pitchFamily="34" charset="-122"/>
                <a:cs typeface="Manrope" pitchFamily="34" charset="-120"/>
              </a:rPr>
              <a:t>2.0</a:t>
            </a:r>
            <a:endParaRPr lang="en-US" sz="950" dirty="0"/>
          </a:p>
        </p:txBody>
      </p:sp>
      <p:sp>
        <p:nvSpPr>
          <p:cNvPr id="30" name="Text 28"/>
          <p:cNvSpPr txBox="1"/>
          <p:nvPr/>
        </p:nvSpPr>
        <p:spPr>
          <a:xfrm>
            <a:off x="6784848" y="2395728"/>
            <a:ext cx="2011680" cy="201168"/>
          </a:xfrm>
          <a:prstGeom prst="rect">
            <a:avLst/>
          </a:prstGeom>
          <a:noFill/>
          <a:ln/>
        </p:spPr>
        <p:txBody>
          <a:bodyPr wrap="square" lIns="0" tIns="0" rIns="0" bIns="0" rtlCol="0" anchor="t"/>
          <a:lstStyle/>
          <a:p>
            <a:pPr indent="0" marL="0">
              <a:buNone/>
            </a:pPr>
            <a:r>
              <a:rPr lang="en-US" sz="950" b="1" spc="180" kern="0" dirty="0">
                <a:solidFill>
                  <a:srgbClr val="0F0F10"/>
                </a:solidFill>
                <a:latin typeface="Manrope" pitchFamily="34" charset="0"/>
                <a:ea typeface="Manrope" pitchFamily="34" charset="-122"/>
                <a:cs typeface="Manrope" pitchFamily="34" charset="-120"/>
              </a:rPr>
              <a:t>BRANDMARKS</a:t>
            </a:r>
            <a:endParaRPr lang="en-US" sz="950" dirty="0"/>
          </a:p>
        </p:txBody>
      </p:sp>
      <p:sp>
        <p:nvSpPr>
          <p:cNvPr id="31" name="Text 29"/>
          <p:cNvSpPr txBox="1"/>
          <p:nvPr/>
        </p:nvSpPr>
        <p:spPr>
          <a:xfrm>
            <a:off x="8275320" y="2395728"/>
            <a:ext cx="502920" cy="201168"/>
          </a:xfrm>
          <a:prstGeom prst="rect">
            <a:avLst/>
          </a:prstGeom>
          <a:noFill/>
          <a:ln/>
        </p:spPr>
        <p:txBody>
          <a:bodyPr wrap="square" lIns="0" tIns="0" rIns="0" bIns="0" rtlCol="0" anchor="t"/>
          <a:lstStyle/>
          <a:p>
            <a:pPr algn="r" indent="0" marL="0">
              <a:buNone/>
            </a:pPr>
            <a:r>
              <a:rPr lang="en-US" sz="950" b="1" spc="180" kern="0" dirty="0">
                <a:solidFill>
                  <a:srgbClr val="0F0F10"/>
                </a:solidFill>
                <a:latin typeface="Manrope" pitchFamily="34" charset="0"/>
                <a:ea typeface="Manrope" pitchFamily="34" charset="-122"/>
                <a:cs typeface="Manrope" pitchFamily="34" charset="-120"/>
              </a:rPr>
              <a:t>11</a:t>
            </a:r>
            <a:endParaRPr lang="en-US" sz="950" dirty="0"/>
          </a:p>
        </p:txBody>
      </p:sp>
      <p:sp>
        <p:nvSpPr>
          <p:cNvPr id="32" name="Text 30"/>
          <p:cNvSpPr txBox="1"/>
          <p:nvPr/>
        </p:nvSpPr>
        <p:spPr>
          <a:xfrm>
            <a:off x="6391656" y="2779776"/>
            <a:ext cx="548640" cy="201168"/>
          </a:xfrm>
          <a:prstGeom prst="rect">
            <a:avLst/>
          </a:prstGeom>
          <a:noFill/>
          <a:ln/>
        </p:spPr>
        <p:txBody>
          <a:bodyPr wrap="square" lIns="0" tIns="0" rIns="0" bIns="0" rtlCol="0" anchor="t"/>
          <a:lstStyle/>
          <a:p>
            <a:pPr indent="0" marL="0">
              <a:buNone/>
            </a:pPr>
            <a:r>
              <a:rPr lang="en-US" sz="1050" dirty="0">
                <a:solidFill>
                  <a:srgbClr val="5E574C"/>
                </a:solidFill>
                <a:latin typeface="Bookmania" pitchFamily="34" charset="0"/>
                <a:ea typeface="Bookmania" pitchFamily="34" charset="-122"/>
                <a:cs typeface="Bookmania" pitchFamily="34" charset="-120"/>
              </a:rPr>
              <a:t>2.1</a:t>
            </a:r>
            <a:endParaRPr lang="en-US" sz="1050" dirty="0"/>
          </a:p>
        </p:txBody>
      </p:sp>
      <p:sp>
        <p:nvSpPr>
          <p:cNvPr id="33" name="Text 31"/>
          <p:cNvSpPr txBox="1"/>
          <p:nvPr/>
        </p:nvSpPr>
        <p:spPr>
          <a:xfrm>
            <a:off x="6784848" y="2779776"/>
            <a:ext cx="2194560" cy="201168"/>
          </a:xfrm>
          <a:prstGeom prst="rect">
            <a:avLst/>
          </a:prstGeom>
          <a:noFill/>
          <a:ln/>
        </p:spPr>
        <p:txBody>
          <a:bodyPr wrap="square" lIns="0" tIns="0" rIns="0" bIns="0" rtlCol="0" anchor="t"/>
          <a:lstStyle/>
          <a:p>
            <a:pPr indent="0" marL="0">
              <a:buNone/>
            </a:pPr>
            <a:r>
              <a:rPr lang="en-US" sz="1050" dirty="0">
                <a:solidFill>
                  <a:srgbClr val="1C1A17"/>
                </a:solidFill>
                <a:latin typeface="Bookmania" pitchFamily="34" charset="0"/>
                <a:ea typeface="Bookmania" pitchFamily="34" charset="-122"/>
                <a:cs typeface="Bookmania" pitchFamily="34" charset="-120"/>
              </a:rPr>
              <a:t>The Mark</a:t>
            </a:r>
            <a:endParaRPr lang="en-US" sz="1050" dirty="0"/>
          </a:p>
        </p:txBody>
      </p:sp>
      <p:sp>
        <p:nvSpPr>
          <p:cNvPr id="34" name="Text 32"/>
          <p:cNvSpPr txBox="1"/>
          <p:nvPr/>
        </p:nvSpPr>
        <p:spPr>
          <a:xfrm>
            <a:off x="8275320" y="2779776"/>
            <a:ext cx="502920" cy="201168"/>
          </a:xfrm>
          <a:prstGeom prst="rect">
            <a:avLst/>
          </a:prstGeom>
          <a:noFill/>
          <a:ln/>
        </p:spPr>
        <p:txBody>
          <a:bodyPr wrap="square" lIns="0" tIns="0" rIns="0" bIns="0" rtlCol="0" anchor="t"/>
          <a:lstStyle/>
          <a:p>
            <a:pPr algn="r" indent="0" marL="0">
              <a:buNone/>
            </a:pPr>
            <a:r>
              <a:rPr lang="en-US" sz="1050" dirty="0">
                <a:solidFill>
                  <a:srgbClr val="5E574C"/>
                </a:solidFill>
                <a:latin typeface="Bookmania" pitchFamily="34" charset="0"/>
                <a:ea typeface="Bookmania" pitchFamily="34" charset="-122"/>
                <a:cs typeface="Bookmania" pitchFamily="34" charset="-120"/>
              </a:rPr>
              <a:t>12</a:t>
            </a:r>
            <a:endParaRPr lang="en-US" sz="1050" dirty="0"/>
          </a:p>
        </p:txBody>
      </p:sp>
      <p:sp>
        <p:nvSpPr>
          <p:cNvPr id="35" name="Text 33"/>
          <p:cNvSpPr txBox="1"/>
          <p:nvPr/>
        </p:nvSpPr>
        <p:spPr>
          <a:xfrm>
            <a:off x="6391656" y="2994660"/>
            <a:ext cx="548640" cy="201168"/>
          </a:xfrm>
          <a:prstGeom prst="rect">
            <a:avLst/>
          </a:prstGeom>
          <a:noFill/>
          <a:ln/>
        </p:spPr>
        <p:txBody>
          <a:bodyPr wrap="square" lIns="0" tIns="0" rIns="0" bIns="0" rtlCol="0" anchor="t"/>
          <a:lstStyle/>
          <a:p>
            <a:pPr indent="0" marL="0">
              <a:buNone/>
            </a:pPr>
            <a:r>
              <a:rPr lang="en-US" sz="1050" dirty="0">
                <a:solidFill>
                  <a:srgbClr val="5E574C"/>
                </a:solidFill>
                <a:latin typeface="Bookmania" pitchFamily="34" charset="0"/>
                <a:ea typeface="Bookmania" pitchFamily="34" charset="-122"/>
                <a:cs typeface="Bookmania" pitchFamily="34" charset="-120"/>
              </a:rPr>
              <a:t>2.2</a:t>
            </a:r>
            <a:endParaRPr lang="en-US" sz="1050" dirty="0"/>
          </a:p>
        </p:txBody>
      </p:sp>
      <p:sp>
        <p:nvSpPr>
          <p:cNvPr id="36" name="Text 34"/>
          <p:cNvSpPr txBox="1"/>
          <p:nvPr/>
        </p:nvSpPr>
        <p:spPr>
          <a:xfrm>
            <a:off x="6784848" y="2994660"/>
            <a:ext cx="2194560" cy="201168"/>
          </a:xfrm>
          <a:prstGeom prst="rect">
            <a:avLst/>
          </a:prstGeom>
          <a:noFill/>
          <a:ln/>
        </p:spPr>
        <p:txBody>
          <a:bodyPr wrap="square" lIns="0" tIns="0" rIns="0" bIns="0" rtlCol="0" anchor="t"/>
          <a:lstStyle/>
          <a:p>
            <a:pPr indent="0" marL="0">
              <a:buNone/>
            </a:pPr>
            <a:r>
              <a:rPr lang="en-US" sz="1050" dirty="0">
                <a:solidFill>
                  <a:srgbClr val="1C1A17"/>
                </a:solidFill>
                <a:latin typeface="Bookmania" pitchFamily="34" charset="0"/>
                <a:ea typeface="Bookmania" pitchFamily="34" charset="-122"/>
                <a:cs typeface="Bookmania" pitchFamily="34" charset="-120"/>
              </a:rPr>
              <a:t>The Geometry</a:t>
            </a:r>
            <a:endParaRPr lang="en-US" sz="1050" dirty="0"/>
          </a:p>
        </p:txBody>
      </p:sp>
      <p:sp>
        <p:nvSpPr>
          <p:cNvPr id="37" name="Text 35"/>
          <p:cNvSpPr txBox="1"/>
          <p:nvPr/>
        </p:nvSpPr>
        <p:spPr>
          <a:xfrm>
            <a:off x="8275320" y="2994660"/>
            <a:ext cx="502920" cy="201168"/>
          </a:xfrm>
          <a:prstGeom prst="rect">
            <a:avLst/>
          </a:prstGeom>
          <a:noFill/>
          <a:ln/>
        </p:spPr>
        <p:txBody>
          <a:bodyPr wrap="square" lIns="0" tIns="0" rIns="0" bIns="0" rtlCol="0" anchor="t"/>
          <a:lstStyle/>
          <a:p>
            <a:pPr algn="r" indent="0" marL="0">
              <a:buNone/>
            </a:pPr>
            <a:r>
              <a:rPr lang="en-US" sz="1050" dirty="0">
                <a:solidFill>
                  <a:srgbClr val="5E574C"/>
                </a:solidFill>
                <a:latin typeface="Bookmania" pitchFamily="34" charset="0"/>
                <a:ea typeface="Bookmania" pitchFamily="34" charset="-122"/>
                <a:cs typeface="Bookmania" pitchFamily="34" charset="-120"/>
              </a:rPr>
              <a:t>13</a:t>
            </a:r>
            <a:endParaRPr lang="en-US" sz="1050" dirty="0"/>
          </a:p>
        </p:txBody>
      </p:sp>
      <p:sp>
        <p:nvSpPr>
          <p:cNvPr id="38" name="Text 36"/>
          <p:cNvSpPr txBox="1"/>
          <p:nvPr/>
        </p:nvSpPr>
        <p:spPr>
          <a:xfrm>
            <a:off x="6391656" y="3209544"/>
            <a:ext cx="548640" cy="201168"/>
          </a:xfrm>
          <a:prstGeom prst="rect">
            <a:avLst/>
          </a:prstGeom>
          <a:noFill/>
          <a:ln/>
        </p:spPr>
        <p:txBody>
          <a:bodyPr wrap="square" lIns="0" tIns="0" rIns="0" bIns="0" rtlCol="0" anchor="t"/>
          <a:lstStyle/>
          <a:p>
            <a:pPr indent="0" marL="0">
              <a:buNone/>
            </a:pPr>
            <a:r>
              <a:rPr lang="en-US" sz="1050" dirty="0">
                <a:solidFill>
                  <a:srgbClr val="5E574C"/>
                </a:solidFill>
                <a:latin typeface="Bookmania" pitchFamily="34" charset="0"/>
                <a:ea typeface="Bookmania" pitchFamily="34" charset="-122"/>
                <a:cs typeface="Bookmania" pitchFamily="34" charset="-120"/>
              </a:rPr>
              <a:t>2.3</a:t>
            </a:r>
            <a:endParaRPr lang="en-US" sz="1050" dirty="0"/>
          </a:p>
        </p:txBody>
      </p:sp>
      <p:sp>
        <p:nvSpPr>
          <p:cNvPr id="39" name="Text 37"/>
          <p:cNvSpPr txBox="1"/>
          <p:nvPr/>
        </p:nvSpPr>
        <p:spPr>
          <a:xfrm>
            <a:off x="6784848" y="3209544"/>
            <a:ext cx="2194560" cy="201168"/>
          </a:xfrm>
          <a:prstGeom prst="rect">
            <a:avLst/>
          </a:prstGeom>
          <a:noFill/>
          <a:ln/>
        </p:spPr>
        <p:txBody>
          <a:bodyPr wrap="square" lIns="0" tIns="0" rIns="0" bIns="0" rtlCol="0" anchor="t"/>
          <a:lstStyle/>
          <a:p>
            <a:pPr indent="0" marL="0">
              <a:buNone/>
            </a:pPr>
            <a:r>
              <a:rPr lang="en-US" sz="1050" dirty="0">
                <a:solidFill>
                  <a:srgbClr val="1C1A17"/>
                </a:solidFill>
                <a:latin typeface="Bookmania" pitchFamily="34" charset="0"/>
                <a:ea typeface="Bookmania" pitchFamily="34" charset="-122"/>
                <a:cs typeface="Bookmania" pitchFamily="34" charset="-120"/>
              </a:rPr>
              <a:t>The Mark Ladder</a:t>
            </a:r>
            <a:endParaRPr lang="en-US" sz="1050" dirty="0"/>
          </a:p>
        </p:txBody>
      </p:sp>
      <p:sp>
        <p:nvSpPr>
          <p:cNvPr id="40" name="Text 38"/>
          <p:cNvSpPr txBox="1"/>
          <p:nvPr/>
        </p:nvSpPr>
        <p:spPr>
          <a:xfrm>
            <a:off x="8275320" y="3209544"/>
            <a:ext cx="502920" cy="201168"/>
          </a:xfrm>
          <a:prstGeom prst="rect">
            <a:avLst/>
          </a:prstGeom>
          <a:noFill/>
          <a:ln/>
        </p:spPr>
        <p:txBody>
          <a:bodyPr wrap="square" lIns="0" tIns="0" rIns="0" bIns="0" rtlCol="0" anchor="t"/>
          <a:lstStyle/>
          <a:p>
            <a:pPr algn="r" indent="0" marL="0">
              <a:buNone/>
            </a:pPr>
            <a:r>
              <a:rPr lang="en-US" sz="1050" dirty="0">
                <a:solidFill>
                  <a:srgbClr val="5E574C"/>
                </a:solidFill>
                <a:latin typeface="Bookmania" pitchFamily="34" charset="0"/>
                <a:ea typeface="Bookmania" pitchFamily="34" charset="-122"/>
                <a:cs typeface="Bookmania" pitchFamily="34" charset="-120"/>
              </a:rPr>
              <a:t>14</a:t>
            </a:r>
            <a:endParaRPr lang="en-US" sz="1050" dirty="0"/>
          </a:p>
        </p:txBody>
      </p:sp>
      <p:sp>
        <p:nvSpPr>
          <p:cNvPr id="41" name="Text 39"/>
          <p:cNvSpPr txBox="1"/>
          <p:nvPr/>
        </p:nvSpPr>
        <p:spPr>
          <a:xfrm>
            <a:off x="6391656" y="3424428"/>
            <a:ext cx="548640" cy="201168"/>
          </a:xfrm>
          <a:prstGeom prst="rect">
            <a:avLst/>
          </a:prstGeom>
          <a:noFill/>
          <a:ln/>
        </p:spPr>
        <p:txBody>
          <a:bodyPr wrap="square" lIns="0" tIns="0" rIns="0" bIns="0" rtlCol="0" anchor="t"/>
          <a:lstStyle/>
          <a:p>
            <a:pPr indent="0" marL="0">
              <a:buNone/>
            </a:pPr>
            <a:r>
              <a:rPr lang="en-US" sz="1050" dirty="0">
                <a:solidFill>
                  <a:srgbClr val="5E574C"/>
                </a:solidFill>
                <a:latin typeface="Bookmania" pitchFamily="34" charset="0"/>
                <a:ea typeface="Bookmania" pitchFamily="34" charset="-122"/>
                <a:cs typeface="Bookmania" pitchFamily="34" charset="-120"/>
              </a:rPr>
              <a:t>2.4</a:t>
            </a:r>
            <a:endParaRPr lang="en-US" sz="1050" dirty="0"/>
          </a:p>
        </p:txBody>
      </p:sp>
      <p:sp>
        <p:nvSpPr>
          <p:cNvPr id="42" name="Text 40"/>
          <p:cNvSpPr txBox="1"/>
          <p:nvPr/>
        </p:nvSpPr>
        <p:spPr>
          <a:xfrm>
            <a:off x="6784848" y="3424428"/>
            <a:ext cx="2194560" cy="201168"/>
          </a:xfrm>
          <a:prstGeom prst="rect">
            <a:avLst/>
          </a:prstGeom>
          <a:noFill/>
          <a:ln/>
        </p:spPr>
        <p:txBody>
          <a:bodyPr wrap="square" lIns="0" tIns="0" rIns="0" bIns="0" rtlCol="0" anchor="t"/>
          <a:lstStyle/>
          <a:p>
            <a:pPr indent="0" marL="0">
              <a:buNone/>
            </a:pPr>
            <a:r>
              <a:rPr lang="en-US" sz="1050" dirty="0">
                <a:solidFill>
                  <a:srgbClr val="1C1A17"/>
                </a:solidFill>
                <a:latin typeface="Bookmania" pitchFamily="34" charset="0"/>
                <a:ea typeface="Bookmania" pitchFamily="34" charset="-122"/>
                <a:cs typeface="Bookmania" pitchFamily="34" charset="-120"/>
              </a:rPr>
              <a:t>Colourways</a:t>
            </a:r>
            <a:endParaRPr lang="en-US" sz="1050" dirty="0"/>
          </a:p>
        </p:txBody>
      </p:sp>
      <p:sp>
        <p:nvSpPr>
          <p:cNvPr id="43" name="Text 41"/>
          <p:cNvSpPr txBox="1"/>
          <p:nvPr/>
        </p:nvSpPr>
        <p:spPr>
          <a:xfrm>
            <a:off x="8275320" y="3424428"/>
            <a:ext cx="502920" cy="201168"/>
          </a:xfrm>
          <a:prstGeom prst="rect">
            <a:avLst/>
          </a:prstGeom>
          <a:noFill/>
          <a:ln/>
        </p:spPr>
        <p:txBody>
          <a:bodyPr wrap="square" lIns="0" tIns="0" rIns="0" bIns="0" rtlCol="0" anchor="t"/>
          <a:lstStyle/>
          <a:p>
            <a:pPr algn="r" indent="0" marL="0">
              <a:buNone/>
            </a:pPr>
            <a:r>
              <a:rPr lang="en-US" sz="1050" dirty="0">
                <a:solidFill>
                  <a:srgbClr val="5E574C"/>
                </a:solidFill>
                <a:latin typeface="Bookmania" pitchFamily="34" charset="0"/>
                <a:ea typeface="Bookmania" pitchFamily="34" charset="-122"/>
                <a:cs typeface="Bookmania" pitchFamily="34" charset="-120"/>
              </a:rPr>
              <a:t>15</a:t>
            </a:r>
            <a:endParaRPr lang="en-US" sz="1050" dirty="0"/>
          </a:p>
        </p:txBody>
      </p:sp>
      <p:sp>
        <p:nvSpPr>
          <p:cNvPr id="44" name="Text 42"/>
          <p:cNvSpPr txBox="1"/>
          <p:nvPr/>
        </p:nvSpPr>
        <p:spPr>
          <a:xfrm>
            <a:off x="6391656" y="3639312"/>
            <a:ext cx="548640" cy="201168"/>
          </a:xfrm>
          <a:prstGeom prst="rect">
            <a:avLst/>
          </a:prstGeom>
          <a:noFill/>
          <a:ln/>
        </p:spPr>
        <p:txBody>
          <a:bodyPr wrap="square" lIns="0" tIns="0" rIns="0" bIns="0" rtlCol="0" anchor="t"/>
          <a:lstStyle/>
          <a:p>
            <a:pPr indent="0" marL="0">
              <a:buNone/>
            </a:pPr>
            <a:r>
              <a:rPr lang="en-US" sz="1050" dirty="0">
                <a:solidFill>
                  <a:srgbClr val="5E574C"/>
                </a:solidFill>
                <a:latin typeface="Bookmania" pitchFamily="34" charset="0"/>
                <a:ea typeface="Bookmania" pitchFamily="34" charset="-122"/>
                <a:cs typeface="Bookmania" pitchFamily="34" charset="-120"/>
              </a:rPr>
              <a:t>2.5</a:t>
            </a:r>
            <a:endParaRPr lang="en-US" sz="1050" dirty="0"/>
          </a:p>
        </p:txBody>
      </p:sp>
      <p:sp>
        <p:nvSpPr>
          <p:cNvPr id="45" name="Text 43"/>
          <p:cNvSpPr txBox="1"/>
          <p:nvPr/>
        </p:nvSpPr>
        <p:spPr>
          <a:xfrm>
            <a:off x="6784848" y="3639312"/>
            <a:ext cx="2194560" cy="201168"/>
          </a:xfrm>
          <a:prstGeom prst="rect">
            <a:avLst/>
          </a:prstGeom>
          <a:noFill/>
          <a:ln/>
        </p:spPr>
        <p:txBody>
          <a:bodyPr wrap="square" lIns="0" tIns="0" rIns="0" bIns="0" rtlCol="0" anchor="t"/>
          <a:lstStyle/>
          <a:p>
            <a:pPr indent="0" marL="0">
              <a:buNone/>
            </a:pPr>
            <a:r>
              <a:rPr lang="en-US" sz="1050" dirty="0">
                <a:solidFill>
                  <a:srgbClr val="1C1A17"/>
                </a:solidFill>
                <a:latin typeface="Bookmania" pitchFamily="34" charset="0"/>
                <a:ea typeface="Bookmania" pitchFamily="34" charset="-122"/>
                <a:cs typeface="Bookmania" pitchFamily="34" charset="-120"/>
              </a:rPr>
              <a:t>Clear Space</a:t>
            </a:r>
            <a:endParaRPr lang="en-US" sz="1050" dirty="0"/>
          </a:p>
        </p:txBody>
      </p:sp>
      <p:sp>
        <p:nvSpPr>
          <p:cNvPr id="46" name="Text 44"/>
          <p:cNvSpPr txBox="1"/>
          <p:nvPr/>
        </p:nvSpPr>
        <p:spPr>
          <a:xfrm>
            <a:off x="8275320" y="3639312"/>
            <a:ext cx="502920" cy="201168"/>
          </a:xfrm>
          <a:prstGeom prst="rect">
            <a:avLst/>
          </a:prstGeom>
          <a:noFill/>
          <a:ln/>
        </p:spPr>
        <p:txBody>
          <a:bodyPr wrap="square" lIns="0" tIns="0" rIns="0" bIns="0" rtlCol="0" anchor="t"/>
          <a:lstStyle/>
          <a:p>
            <a:pPr algn="r" indent="0" marL="0">
              <a:buNone/>
            </a:pPr>
            <a:r>
              <a:rPr lang="en-US" sz="1050" dirty="0">
                <a:solidFill>
                  <a:srgbClr val="5E574C"/>
                </a:solidFill>
                <a:latin typeface="Bookmania" pitchFamily="34" charset="0"/>
                <a:ea typeface="Bookmania" pitchFamily="34" charset="-122"/>
                <a:cs typeface="Bookmania" pitchFamily="34" charset="-120"/>
              </a:rPr>
              <a:t>16</a:t>
            </a:r>
            <a:endParaRPr lang="en-US" sz="1050" dirty="0"/>
          </a:p>
        </p:txBody>
      </p:sp>
      <p:sp>
        <p:nvSpPr>
          <p:cNvPr id="47" name="Text 45"/>
          <p:cNvSpPr txBox="1"/>
          <p:nvPr/>
        </p:nvSpPr>
        <p:spPr>
          <a:xfrm>
            <a:off x="6391656" y="3854196"/>
            <a:ext cx="548640" cy="201168"/>
          </a:xfrm>
          <a:prstGeom prst="rect">
            <a:avLst/>
          </a:prstGeom>
          <a:noFill/>
          <a:ln/>
        </p:spPr>
        <p:txBody>
          <a:bodyPr wrap="square" lIns="0" tIns="0" rIns="0" bIns="0" rtlCol="0" anchor="t"/>
          <a:lstStyle/>
          <a:p>
            <a:pPr indent="0" marL="0">
              <a:buNone/>
            </a:pPr>
            <a:r>
              <a:rPr lang="en-US" sz="1050" dirty="0">
                <a:solidFill>
                  <a:srgbClr val="5E574C"/>
                </a:solidFill>
                <a:latin typeface="Bookmania" pitchFamily="34" charset="0"/>
                <a:ea typeface="Bookmania" pitchFamily="34" charset="-122"/>
                <a:cs typeface="Bookmania" pitchFamily="34" charset="-120"/>
              </a:rPr>
              <a:t>2.6</a:t>
            </a:r>
            <a:endParaRPr lang="en-US" sz="1050" dirty="0"/>
          </a:p>
        </p:txBody>
      </p:sp>
      <p:sp>
        <p:nvSpPr>
          <p:cNvPr id="48" name="Text 46"/>
          <p:cNvSpPr txBox="1"/>
          <p:nvPr/>
        </p:nvSpPr>
        <p:spPr>
          <a:xfrm>
            <a:off x="6784848" y="3854196"/>
            <a:ext cx="2194560" cy="201168"/>
          </a:xfrm>
          <a:prstGeom prst="rect">
            <a:avLst/>
          </a:prstGeom>
          <a:noFill/>
          <a:ln/>
        </p:spPr>
        <p:txBody>
          <a:bodyPr wrap="square" lIns="0" tIns="0" rIns="0" bIns="0" rtlCol="0" anchor="t"/>
          <a:lstStyle/>
          <a:p>
            <a:pPr indent="0" marL="0">
              <a:buNone/>
            </a:pPr>
            <a:r>
              <a:rPr lang="en-US" sz="1050" dirty="0">
                <a:solidFill>
                  <a:srgbClr val="1C1A17"/>
                </a:solidFill>
                <a:latin typeface="Bookmania" pitchFamily="34" charset="0"/>
                <a:ea typeface="Bookmania" pitchFamily="34" charset="-122"/>
                <a:cs typeface="Bookmania" pitchFamily="34" charset="-120"/>
              </a:rPr>
              <a:t>Mark Misuse</a:t>
            </a:r>
            <a:endParaRPr lang="en-US" sz="1050" dirty="0"/>
          </a:p>
        </p:txBody>
      </p:sp>
      <p:sp>
        <p:nvSpPr>
          <p:cNvPr id="49" name="Text 47"/>
          <p:cNvSpPr txBox="1"/>
          <p:nvPr/>
        </p:nvSpPr>
        <p:spPr>
          <a:xfrm>
            <a:off x="8275320" y="3854196"/>
            <a:ext cx="502920" cy="201168"/>
          </a:xfrm>
          <a:prstGeom prst="rect">
            <a:avLst/>
          </a:prstGeom>
          <a:noFill/>
          <a:ln/>
        </p:spPr>
        <p:txBody>
          <a:bodyPr wrap="square" lIns="0" tIns="0" rIns="0" bIns="0" rtlCol="0" anchor="t"/>
          <a:lstStyle/>
          <a:p>
            <a:pPr algn="r" indent="0" marL="0">
              <a:buNone/>
            </a:pPr>
            <a:r>
              <a:rPr lang="en-US" sz="1050" dirty="0">
                <a:solidFill>
                  <a:srgbClr val="5E574C"/>
                </a:solidFill>
                <a:latin typeface="Bookmania" pitchFamily="34" charset="0"/>
                <a:ea typeface="Bookmania" pitchFamily="34" charset="-122"/>
                <a:cs typeface="Bookmania" pitchFamily="34" charset="-120"/>
              </a:rPr>
              <a:t>17</a:t>
            </a:r>
            <a:endParaRPr lang="en-US" sz="1050" dirty="0"/>
          </a:p>
        </p:txBody>
      </p:sp>
      <p:sp>
        <p:nvSpPr>
          <p:cNvPr id="50" name="Text 48"/>
          <p:cNvSpPr txBox="1"/>
          <p:nvPr/>
        </p:nvSpPr>
        <p:spPr>
          <a:xfrm>
            <a:off x="6391656" y="4480560"/>
            <a:ext cx="548640" cy="201168"/>
          </a:xfrm>
          <a:prstGeom prst="rect">
            <a:avLst/>
          </a:prstGeom>
          <a:noFill/>
          <a:ln/>
        </p:spPr>
        <p:txBody>
          <a:bodyPr wrap="square" lIns="0" tIns="0" rIns="0" bIns="0" rtlCol="0" anchor="t"/>
          <a:lstStyle/>
          <a:p>
            <a:pPr indent="0" marL="0">
              <a:buNone/>
            </a:pPr>
            <a:r>
              <a:rPr lang="en-US" sz="950" b="1" spc="180" kern="0" dirty="0">
                <a:solidFill>
                  <a:srgbClr val="0F0F10"/>
                </a:solidFill>
                <a:latin typeface="Manrope" pitchFamily="34" charset="0"/>
                <a:ea typeface="Manrope" pitchFamily="34" charset="-122"/>
                <a:cs typeface="Manrope" pitchFamily="34" charset="-120"/>
              </a:rPr>
              <a:t>3.0</a:t>
            </a:r>
            <a:endParaRPr lang="en-US" sz="950" dirty="0"/>
          </a:p>
        </p:txBody>
      </p:sp>
      <p:sp>
        <p:nvSpPr>
          <p:cNvPr id="51" name="Text 49"/>
          <p:cNvSpPr txBox="1"/>
          <p:nvPr/>
        </p:nvSpPr>
        <p:spPr>
          <a:xfrm>
            <a:off x="6784848" y="4480560"/>
            <a:ext cx="2011680" cy="201168"/>
          </a:xfrm>
          <a:prstGeom prst="rect">
            <a:avLst/>
          </a:prstGeom>
          <a:noFill/>
          <a:ln/>
        </p:spPr>
        <p:txBody>
          <a:bodyPr wrap="square" lIns="0" tIns="0" rIns="0" bIns="0" rtlCol="0" anchor="t"/>
          <a:lstStyle/>
          <a:p>
            <a:pPr indent="0" marL="0">
              <a:buNone/>
            </a:pPr>
            <a:r>
              <a:rPr lang="en-US" sz="950" b="1" spc="180" kern="0" dirty="0">
                <a:solidFill>
                  <a:srgbClr val="0F0F10"/>
                </a:solidFill>
                <a:latin typeface="Manrope" pitchFamily="34" charset="0"/>
                <a:ea typeface="Manrope" pitchFamily="34" charset="-122"/>
                <a:cs typeface="Manrope" pitchFamily="34" charset="-120"/>
              </a:rPr>
              <a:t>COLOUR</a:t>
            </a:r>
            <a:endParaRPr lang="en-US" sz="950" dirty="0"/>
          </a:p>
        </p:txBody>
      </p:sp>
      <p:sp>
        <p:nvSpPr>
          <p:cNvPr id="52" name="Text 50"/>
          <p:cNvSpPr txBox="1"/>
          <p:nvPr/>
        </p:nvSpPr>
        <p:spPr>
          <a:xfrm>
            <a:off x="8275320" y="4480560"/>
            <a:ext cx="502920" cy="201168"/>
          </a:xfrm>
          <a:prstGeom prst="rect">
            <a:avLst/>
          </a:prstGeom>
          <a:noFill/>
          <a:ln/>
        </p:spPr>
        <p:txBody>
          <a:bodyPr wrap="square" lIns="0" tIns="0" rIns="0" bIns="0" rtlCol="0" anchor="t"/>
          <a:lstStyle/>
          <a:p>
            <a:pPr algn="r" indent="0" marL="0">
              <a:buNone/>
            </a:pPr>
            <a:r>
              <a:rPr lang="en-US" sz="950" b="1" spc="180" kern="0" dirty="0">
                <a:solidFill>
                  <a:srgbClr val="0F0F10"/>
                </a:solidFill>
                <a:latin typeface="Manrope" pitchFamily="34" charset="0"/>
                <a:ea typeface="Manrope" pitchFamily="34" charset="-122"/>
                <a:cs typeface="Manrope" pitchFamily="34" charset="-120"/>
              </a:rPr>
              <a:t>18</a:t>
            </a:r>
            <a:endParaRPr lang="en-US" sz="950" dirty="0"/>
          </a:p>
        </p:txBody>
      </p:sp>
      <p:sp>
        <p:nvSpPr>
          <p:cNvPr id="53" name="Text 51"/>
          <p:cNvSpPr txBox="1"/>
          <p:nvPr/>
        </p:nvSpPr>
        <p:spPr>
          <a:xfrm>
            <a:off x="6391656" y="4864608"/>
            <a:ext cx="548640" cy="201168"/>
          </a:xfrm>
          <a:prstGeom prst="rect">
            <a:avLst/>
          </a:prstGeom>
          <a:noFill/>
          <a:ln/>
        </p:spPr>
        <p:txBody>
          <a:bodyPr wrap="square" lIns="0" tIns="0" rIns="0" bIns="0" rtlCol="0" anchor="t"/>
          <a:lstStyle/>
          <a:p>
            <a:pPr indent="0" marL="0">
              <a:buNone/>
            </a:pPr>
            <a:r>
              <a:rPr lang="en-US" sz="1050" dirty="0">
                <a:solidFill>
                  <a:srgbClr val="5E574C"/>
                </a:solidFill>
                <a:latin typeface="Bookmania" pitchFamily="34" charset="0"/>
                <a:ea typeface="Bookmania" pitchFamily="34" charset="-122"/>
                <a:cs typeface="Bookmania" pitchFamily="34" charset="-120"/>
              </a:rPr>
              <a:t>3.1</a:t>
            </a:r>
            <a:endParaRPr lang="en-US" sz="1050" dirty="0"/>
          </a:p>
        </p:txBody>
      </p:sp>
      <p:sp>
        <p:nvSpPr>
          <p:cNvPr id="54" name="Text 52"/>
          <p:cNvSpPr txBox="1"/>
          <p:nvPr/>
        </p:nvSpPr>
        <p:spPr>
          <a:xfrm>
            <a:off x="6784848" y="4864608"/>
            <a:ext cx="2194560" cy="201168"/>
          </a:xfrm>
          <a:prstGeom prst="rect">
            <a:avLst/>
          </a:prstGeom>
          <a:noFill/>
          <a:ln/>
        </p:spPr>
        <p:txBody>
          <a:bodyPr wrap="square" lIns="0" tIns="0" rIns="0" bIns="0" rtlCol="0" anchor="t"/>
          <a:lstStyle/>
          <a:p>
            <a:pPr indent="0" marL="0">
              <a:buNone/>
            </a:pPr>
            <a:r>
              <a:rPr lang="en-US" sz="1050" dirty="0">
                <a:solidFill>
                  <a:srgbClr val="1C1A17"/>
                </a:solidFill>
                <a:latin typeface="Bookmania" pitchFamily="34" charset="0"/>
                <a:ea typeface="Bookmania" pitchFamily="34" charset="-122"/>
                <a:cs typeface="Bookmania" pitchFamily="34" charset="-120"/>
              </a:rPr>
              <a:t>Primary Palette</a:t>
            </a:r>
            <a:endParaRPr lang="en-US" sz="1050" dirty="0"/>
          </a:p>
        </p:txBody>
      </p:sp>
      <p:sp>
        <p:nvSpPr>
          <p:cNvPr id="55" name="Text 53"/>
          <p:cNvSpPr txBox="1"/>
          <p:nvPr/>
        </p:nvSpPr>
        <p:spPr>
          <a:xfrm>
            <a:off x="8275320" y="4864608"/>
            <a:ext cx="502920" cy="201168"/>
          </a:xfrm>
          <a:prstGeom prst="rect">
            <a:avLst/>
          </a:prstGeom>
          <a:noFill/>
          <a:ln/>
        </p:spPr>
        <p:txBody>
          <a:bodyPr wrap="square" lIns="0" tIns="0" rIns="0" bIns="0" rtlCol="0" anchor="t"/>
          <a:lstStyle/>
          <a:p>
            <a:pPr algn="r" indent="0" marL="0">
              <a:buNone/>
            </a:pPr>
            <a:r>
              <a:rPr lang="en-US" sz="1050" dirty="0">
                <a:solidFill>
                  <a:srgbClr val="5E574C"/>
                </a:solidFill>
                <a:latin typeface="Bookmania" pitchFamily="34" charset="0"/>
                <a:ea typeface="Bookmania" pitchFamily="34" charset="-122"/>
                <a:cs typeface="Bookmania" pitchFamily="34" charset="-120"/>
              </a:rPr>
              <a:t>19</a:t>
            </a:r>
            <a:endParaRPr lang="en-US" sz="1050" dirty="0"/>
          </a:p>
        </p:txBody>
      </p:sp>
      <p:sp>
        <p:nvSpPr>
          <p:cNvPr id="56" name="Text 54"/>
          <p:cNvSpPr txBox="1"/>
          <p:nvPr/>
        </p:nvSpPr>
        <p:spPr>
          <a:xfrm>
            <a:off x="6391656" y="5079492"/>
            <a:ext cx="548640" cy="201168"/>
          </a:xfrm>
          <a:prstGeom prst="rect">
            <a:avLst/>
          </a:prstGeom>
          <a:noFill/>
          <a:ln/>
        </p:spPr>
        <p:txBody>
          <a:bodyPr wrap="square" lIns="0" tIns="0" rIns="0" bIns="0" rtlCol="0" anchor="t"/>
          <a:lstStyle/>
          <a:p>
            <a:pPr indent="0" marL="0">
              <a:buNone/>
            </a:pPr>
            <a:r>
              <a:rPr lang="en-US" sz="1050" dirty="0">
                <a:solidFill>
                  <a:srgbClr val="5E574C"/>
                </a:solidFill>
                <a:latin typeface="Bookmania" pitchFamily="34" charset="0"/>
                <a:ea typeface="Bookmania" pitchFamily="34" charset="-122"/>
                <a:cs typeface="Bookmania" pitchFamily="34" charset="-120"/>
              </a:rPr>
              <a:t>3.2</a:t>
            </a:r>
            <a:endParaRPr lang="en-US" sz="1050" dirty="0"/>
          </a:p>
        </p:txBody>
      </p:sp>
      <p:sp>
        <p:nvSpPr>
          <p:cNvPr id="57" name="Text 55"/>
          <p:cNvSpPr txBox="1"/>
          <p:nvPr/>
        </p:nvSpPr>
        <p:spPr>
          <a:xfrm>
            <a:off x="6784848" y="5079492"/>
            <a:ext cx="2194560" cy="201168"/>
          </a:xfrm>
          <a:prstGeom prst="rect">
            <a:avLst/>
          </a:prstGeom>
          <a:noFill/>
          <a:ln/>
        </p:spPr>
        <p:txBody>
          <a:bodyPr wrap="square" lIns="0" tIns="0" rIns="0" bIns="0" rtlCol="0" anchor="t"/>
          <a:lstStyle/>
          <a:p>
            <a:pPr indent="0" marL="0">
              <a:buNone/>
            </a:pPr>
            <a:r>
              <a:rPr lang="en-US" sz="1050" dirty="0">
                <a:solidFill>
                  <a:srgbClr val="1C1A17"/>
                </a:solidFill>
                <a:latin typeface="Bookmania" pitchFamily="34" charset="0"/>
                <a:ea typeface="Bookmania" pitchFamily="34" charset="-122"/>
                <a:cs typeface="Bookmania" pitchFamily="34" charset="-120"/>
              </a:rPr>
              <a:t>Surface Tints</a:t>
            </a:r>
            <a:endParaRPr lang="en-US" sz="1050" dirty="0"/>
          </a:p>
        </p:txBody>
      </p:sp>
      <p:sp>
        <p:nvSpPr>
          <p:cNvPr id="58" name="Text 56"/>
          <p:cNvSpPr txBox="1"/>
          <p:nvPr/>
        </p:nvSpPr>
        <p:spPr>
          <a:xfrm>
            <a:off x="8275320" y="5079492"/>
            <a:ext cx="502920" cy="201168"/>
          </a:xfrm>
          <a:prstGeom prst="rect">
            <a:avLst/>
          </a:prstGeom>
          <a:noFill/>
          <a:ln/>
        </p:spPr>
        <p:txBody>
          <a:bodyPr wrap="square" lIns="0" tIns="0" rIns="0" bIns="0" rtlCol="0" anchor="t"/>
          <a:lstStyle/>
          <a:p>
            <a:pPr algn="r" indent="0" marL="0">
              <a:buNone/>
            </a:pPr>
            <a:r>
              <a:rPr lang="en-US" sz="1050" dirty="0">
                <a:solidFill>
                  <a:srgbClr val="5E574C"/>
                </a:solidFill>
                <a:latin typeface="Bookmania" pitchFamily="34" charset="0"/>
                <a:ea typeface="Bookmania" pitchFamily="34" charset="-122"/>
                <a:cs typeface="Bookmania" pitchFamily="34" charset="-120"/>
              </a:rPr>
              <a:t>20</a:t>
            </a:r>
            <a:endParaRPr lang="en-US" sz="1050" dirty="0"/>
          </a:p>
        </p:txBody>
      </p:sp>
      <p:sp>
        <p:nvSpPr>
          <p:cNvPr id="59" name="Text 57"/>
          <p:cNvSpPr txBox="1"/>
          <p:nvPr/>
        </p:nvSpPr>
        <p:spPr>
          <a:xfrm>
            <a:off x="6391656" y="5294376"/>
            <a:ext cx="548640" cy="201168"/>
          </a:xfrm>
          <a:prstGeom prst="rect">
            <a:avLst/>
          </a:prstGeom>
          <a:noFill/>
          <a:ln/>
        </p:spPr>
        <p:txBody>
          <a:bodyPr wrap="square" lIns="0" tIns="0" rIns="0" bIns="0" rtlCol="0" anchor="t"/>
          <a:lstStyle/>
          <a:p>
            <a:pPr indent="0" marL="0">
              <a:buNone/>
            </a:pPr>
            <a:r>
              <a:rPr lang="en-US" sz="1050" dirty="0">
                <a:solidFill>
                  <a:srgbClr val="5E574C"/>
                </a:solidFill>
                <a:latin typeface="Bookmania" pitchFamily="34" charset="0"/>
                <a:ea typeface="Bookmania" pitchFamily="34" charset="-122"/>
                <a:cs typeface="Bookmania" pitchFamily="34" charset="-120"/>
              </a:rPr>
              <a:t>3.3</a:t>
            </a:r>
            <a:endParaRPr lang="en-US" sz="1050" dirty="0"/>
          </a:p>
        </p:txBody>
      </p:sp>
      <p:sp>
        <p:nvSpPr>
          <p:cNvPr id="60" name="Text 58"/>
          <p:cNvSpPr txBox="1"/>
          <p:nvPr/>
        </p:nvSpPr>
        <p:spPr>
          <a:xfrm>
            <a:off x="6784848" y="5294376"/>
            <a:ext cx="2194560" cy="201168"/>
          </a:xfrm>
          <a:prstGeom prst="rect">
            <a:avLst/>
          </a:prstGeom>
          <a:noFill/>
          <a:ln/>
        </p:spPr>
        <p:txBody>
          <a:bodyPr wrap="square" lIns="0" tIns="0" rIns="0" bIns="0" rtlCol="0" anchor="t"/>
          <a:lstStyle/>
          <a:p>
            <a:pPr indent="0" marL="0">
              <a:buNone/>
            </a:pPr>
            <a:r>
              <a:rPr lang="en-US" sz="1050" dirty="0">
                <a:solidFill>
                  <a:srgbClr val="1C1A17"/>
                </a:solidFill>
                <a:latin typeface="Bookmania" pitchFamily="34" charset="0"/>
                <a:ea typeface="Bookmania" pitchFamily="34" charset="-122"/>
                <a:cs typeface="Bookmania" pitchFamily="34" charset="-120"/>
              </a:rPr>
              <a:t>Colour Weighting</a:t>
            </a:r>
            <a:endParaRPr lang="en-US" sz="1050" dirty="0"/>
          </a:p>
        </p:txBody>
      </p:sp>
      <p:sp>
        <p:nvSpPr>
          <p:cNvPr id="61" name="Text 59"/>
          <p:cNvSpPr txBox="1"/>
          <p:nvPr/>
        </p:nvSpPr>
        <p:spPr>
          <a:xfrm>
            <a:off x="8275320" y="5294376"/>
            <a:ext cx="502920" cy="201168"/>
          </a:xfrm>
          <a:prstGeom prst="rect">
            <a:avLst/>
          </a:prstGeom>
          <a:noFill/>
          <a:ln/>
        </p:spPr>
        <p:txBody>
          <a:bodyPr wrap="square" lIns="0" tIns="0" rIns="0" bIns="0" rtlCol="0" anchor="t"/>
          <a:lstStyle/>
          <a:p>
            <a:pPr algn="r" indent="0" marL="0">
              <a:buNone/>
            </a:pPr>
            <a:r>
              <a:rPr lang="en-US" sz="1050" dirty="0">
                <a:solidFill>
                  <a:srgbClr val="5E574C"/>
                </a:solidFill>
                <a:latin typeface="Bookmania" pitchFamily="34" charset="0"/>
                <a:ea typeface="Bookmania" pitchFamily="34" charset="-122"/>
                <a:cs typeface="Bookmania" pitchFamily="34" charset="-120"/>
              </a:rPr>
              <a:t>21</a:t>
            </a:r>
            <a:endParaRPr lang="en-US" sz="1050" dirty="0"/>
          </a:p>
        </p:txBody>
      </p:sp>
      <p:sp>
        <p:nvSpPr>
          <p:cNvPr id="62" name="Text 60"/>
          <p:cNvSpPr txBox="1"/>
          <p:nvPr/>
        </p:nvSpPr>
        <p:spPr>
          <a:xfrm>
            <a:off x="6391656" y="5509260"/>
            <a:ext cx="548640" cy="201168"/>
          </a:xfrm>
          <a:prstGeom prst="rect">
            <a:avLst/>
          </a:prstGeom>
          <a:noFill/>
          <a:ln/>
        </p:spPr>
        <p:txBody>
          <a:bodyPr wrap="square" lIns="0" tIns="0" rIns="0" bIns="0" rtlCol="0" anchor="t"/>
          <a:lstStyle/>
          <a:p>
            <a:pPr indent="0" marL="0">
              <a:buNone/>
            </a:pPr>
            <a:r>
              <a:rPr lang="en-US" sz="1050" dirty="0">
                <a:solidFill>
                  <a:srgbClr val="5E574C"/>
                </a:solidFill>
                <a:latin typeface="Bookmania" pitchFamily="34" charset="0"/>
                <a:ea typeface="Bookmania" pitchFamily="34" charset="-122"/>
                <a:cs typeface="Bookmania" pitchFamily="34" charset="-120"/>
              </a:rPr>
              <a:t>3.4</a:t>
            </a:r>
            <a:endParaRPr lang="en-US" sz="1050" dirty="0"/>
          </a:p>
        </p:txBody>
      </p:sp>
      <p:sp>
        <p:nvSpPr>
          <p:cNvPr id="63" name="Text 61"/>
          <p:cNvSpPr txBox="1"/>
          <p:nvPr/>
        </p:nvSpPr>
        <p:spPr>
          <a:xfrm>
            <a:off x="6784848" y="5509260"/>
            <a:ext cx="2194560" cy="201168"/>
          </a:xfrm>
          <a:prstGeom prst="rect">
            <a:avLst/>
          </a:prstGeom>
          <a:noFill/>
          <a:ln/>
        </p:spPr>
        <p:txBody>
          <a:bodyPr wrap="square" lIns="0" tIns="0" rIns="0" bIns="0" rtlCol="0" anchor="t"/>
          <a:lstStyle/>
          <a:p>
            <a:pPr indent="0" marL="0">
              <a:buNone/>
            </a:pPr>
            <a:r>
              <a:rPr lang="en-US" sz="1050" dirty="0">
                <a:solidFill>
                  <a:srgbClr val="1C1A17"/>
                </a:solidFill>
                <a:latin typeface="Bookmania" pitchFamily="34" charset="0"/>
                <a:ea typeface="Bookmania" pitchFamily="34" charset="-122"/>
                <a:cs typeface="Bookmania" pitchFamily="34" charset="-120"/>
              </a:rPr>
              <a:t>Colour Combinations</a:t>
            </a:r>
            <a:endParaRPr lang="en-US" sz="1050" dirty="0"/>
          </a:p>
        </p:txBody>
      </p:sp>
      <p:sp>
        <p:nvSpPr>
          <p:cNvPr id="64" name="Text 62"/>
          <p:cNvSpPr txBox="1"/>
          <p:nvPr/>
        </p:nvSpPr>
        <p:spPr>
          <a:xfrm>
            <a:off x="8275320" y="5509260"/>
            <a:ext cx="502920" cy="201168"/>
          </a:xfrm>
          <a:prstGeom prst="rect">
            <a:avLst/>
          </a:prstGeom>
          <a:noFill/>
          <a:ln/>
        </p:spPr>
        <p:txBody>
          <a:bodyPr wrap="square" lIns="0" tIns="0" rIns="0" bIns="0" rtlCol="0" anchor="t"/>
          <a:lstStyle/>
          <a:p>
            <a:pPr algn="r" indent="0" marL="0">
              <a:buNone/>
            </a:pPr>
            <a:r>
              <a:rPr lang="en-US" sz="1050" dirty="0">
                <a:solidFill>
                  <a:srgbClr val="5E574C"/>
                </a:solidFill>
                <a:latin typeface="Bookmania" pitchFamily="34" charset="0"/>
                <a:ea typeface="Bookmania" pitchFamily="34" charset="-122"/>
                <a:cs typeface="Bookmania" pitchFamily="34" charset="-120"/>
              </a:rPr>
              <a:t>22</a:t>
            </a:r>
            <a:endParaRPr lang="en-US" sz="1050" dirty="0"/>
          </a:p>
        </p:txBody>
      </p:sp>
      <p:sp>
        <p:nvSpPr>
          <p:cNvPr id="65" name="Text 63"/>
          <p:cNvSpPr txBox="1"/>
          <p:nvPr/>
        </p:nvSpPr>
        <p:spPr>
          <a:xfrm>
            <a:off x="9253728" y="310896"/>
            <a:ext cx="548640" cy="201168"/>
          </a:xfrm>
          <a:prstGeom prst="rect">
            <a:avLst/>
          </a:prstGeom>
          <a:noFill/>
          <a:ln/>
        </p:spPr>
        <p:txBody>
          <a:bodyPr wrap="square" lIns="0" tIns="0" rIns="0" bIns="0" rtlCol="0" anchor="t"/>
          <a:lstStyle/>
          <a:p>
            <a:pPr indent="0" marL="0">
              <a:buNone/>
            </a:pPr>
            <a:r>
              <a:rPr lang="en-US" sz="950" b="1" spc="180" kern="0" dirty="0">
                <a:solidFill>
                  <a:srgbClr val="0F0F10"/>
                </a:solidFill>
                <a:latin typeface="Manrope" pitchFamily="34" charset="0"/>
                <a:ea typeface="Manrope" pitchFamily="34" charset="-122"/>
                <a:cs typeface="Manrope" pitchFamily="34" charset="-120"/>
              </a:rPr>
              <a:t>4.0</a:t>
            </a:r>
            <a:endParaRPr lang="en-US" sz="950" dirty="0"/>
          </a:p>
        </p:txBody>
      </p:sp>
      <p:sp>
        <p:nvSpPr>
          <p:cNvPr id="66" name="Text 64"/>
          <p:cNvSpPr txBox="1"/>
          <p:nvPr/>
        </p:nvSpPr>
        <p:spPr>
          <a:xfrm>
            <a:off x="9646920" y="310896"/>
            <a:ext cx="2011680" cy="201168"/>
          </a:xfrm>
          <a:prstGeom prst="rect">
            <a:avLst/>
          </a:prstGeom>
          <a:noFill/>
          <a:ln/>
        </p:spPr>
        <p:txBody>
          <a:bodyPr wrap="square" lIns="0" tIns="0" rIns="0" bIns="0" rtlCol="0" anchor="t"/>
          <a:lstStyle/>
          <a:p>
            <a:pPr indent="0" marL="0">
              <a:buNone/>
            </a:pPr>
            <a:r>
              <a:rPr lang="en-US" sz="950" b="1" spc="180" kern="0" dirty="0">
                <a:solidFill>
                  <a:srgbClr val="0F0F10"/>
                </a:solidFill>
                <a:latin typeface="Manrope" pitchFamily="34" charset="0"/>
                <a:ea typeface="Manrope" pitchFamily="34" charset="-122"/>
                <a:cs typeface="Manrope" pitchFamily="34" charset="-120"/>
              </a:rPr>
              <a:t>TYPOGRAPHY</a:t>
            </a:r>
            <a:endParaRPr lang="en-US" sz="950" dirty="0"/>
          </a:p>
        </p:txBody>
      </p:sp>
      <p:sp>
        <p:nvSpPr>
          <p:cNvPr id="67" name="Text 65"/>
          <p:cNvSpPr txBox="1"/>
          <p:nvPr/>
        </p:nvSpPr>
        <p:spPr>
          <a:xfrm>
            <a:off x="11137392" y="310896"/>
            <a:ext cx="502920" cy="201168"/>
          </a:xfrm>
          <a:prstGeom prst="rect">
            <a:avLst/>
          </a:prstGeom>
          <a:noFill/>
          <a:ln/>
        </p:spPr>
        <p:txBody>
          <a:bodyPr wrap="square" lIns="0" tIns="0" rIns="0" bIns="0" rtlCol="0" anchor="t"/>
          <a:lstStyle/>
          <a:p>
            <a:pPr algn="r" indent="0" marL="0">
              <a:buNone/>
            </a:pPr>
            <a:r>
              <a:rPr lang="en-US" sz="950" b="1" spc="180" kern="0" dirty="0">
                <a:solidFill>
                  <a:srgbClr val="0F0F10"/>
                </a:solidFill>
                <a:latin typeface="Manrope" pitchFamily="34" charset="0"/>
                <a:ea typeface="Manrope" pitchFamily="34" charset="-122"/>
                <a:cs typeface="Manrope" pitchFamily="34" charset="-120"/>
              </a:rPr>
              <a:t>23</a:t>
            </a:r>
            <a:endParaRPr lang="en-US" sz="950" dirty="0"/>
          </a:p>
        </p:txBody>
      </p:sp>
      <p:sp>
        <p:nvSpPr>
          <p:cNvPr id="68" name="Text 66"/>
          <p:cNvSpPr txBox="1"/>
          <p:nvPr/>
        </p:nvSpPr>
        <p:spPr>
          <a:xfrm>
            <a:off x="9253728" y="694944"/>
            <a:ext cx="548640" cy="201168"/>
          </a:xfrm>
          <a:prstGeom prst="rect">
            <a:avLst/>
          </a:prstGeom>
          <a:noFill/>
          <a:ln/>
        </p:spPr>
        <p:txBody>
          <a:bodyPr wrap="square" lIns="0" tIns="0" rIns="0" bIns="0" rtlCol="0" anchor="t"/>
          <a:lstStyle/>
          <a:p>
            <a:pPr indent="0" marL="0">
              <a:buNone/>
            </a:pPr>
            <a:r>
              <a:rPr lang="en-US" sz="1050" dirty="0">
                <a:solidFill>
                  <a:srgbClr val="5E574C"/>
                </a:solidFill>
                <a:latin typeface="Bookmania" pitchFamily="34" charset="0"/>
                <a:ea typeface="Bookmania" pitchFamily="34" charset="-122"/>
                <a:cs typeface="Bookmania" pitchFamily="34" charset="-120"/>
              </a:rPr>
              <a:t>4.1</a:t>
            </a:r>
            <a:endParaRPr lang="en-US" sz="1050" dirty="0"/>
          </a:p>
        </p:txBody>
      </p:sp>
      <p:sp>
        <p:nvSpPr>
          <p:cNvPr id="69" name="Text 67"/>
          <p:cNvSpPr txBox="1"/>
          <p:nvPr/>
        </p:nvSpPr>
        <p:spPr>
          <a:xfrm>
            <a:off x="9646920" y="694944"/>
            <a:ext cx="2194560" cy="201168"/>
          </a:xfrm>
          <a:prstGeom prst="rect">
            <a:avLst/>
          </a:prstGeom>
          <a:noFill/>
          <a:ln/>
        </p:spPr>
        <p:txBody>
          <a:bodyPr wrap="square" lIns="0" tIns="0" rIns="0" bIns="0" rtlCol="0" anchor="t"/>
          <a:lstStyle/>
          <a:p>
            <a:pPr indent="0" marL="0">
              <a:buNone/>
            </a:pPr>
            <a:r>
              <a:rPr lang="en-US" sz="1050" dirty="0">
                <a:solidFill>
                  <a:srgbClr val="1C1A17"/>
                </a:solidFill>
                <a:latin typeface="Bookmania" pitchFamily="34" charset="0"/>
                <a:ea typeface="Bookmania" pitchFamily="34" charset="-122"/>
                <a:cs typeface="Bookmania" pitchFamily="34" charset="-120"/>
              </a:rPr>
              <a:t>Primary Typeface</a:t>
            </a:r>
            <a:endParaRPr lang="en-US" sz="1050" dirty="0"/>
          </a:p>
        </p:txBody>
      </p:sp>
      <p:sp>
        <p:nvSpPr>
          <p:cNvPr id="70" name="Text 68"/>
          <p:cNvSpPr txBox="1"/>
          <p:nvPr/>
        </p:nvSpPr>
        <p:spPr>
          <a:xfrm>
            <a:off x="11137392" y="694944"/>
            <a:ext cx="502920" cy="201168"/>
          </a:xfrm>
          <a:prstGeom prst="rect">
            <a:avLst/>
          </a:prstGeom>
          <a:noFill/>
          <a:ln/>
        </p:spPr>
        <p:txBody>
          <a:bodyPr wrap="square" lIns="0" tIns="0" rIns="0" bIns="0" rtlCol="0" anchor="t"/>
          <a:lstStyle/>
          <a:p>
            <a:pPr algn="r" indent="0" marL="0">
              <a:buNone/>
            </a:pPr>
            <a:r>
              <a:rPr lang="en-US" sz="1050" dirty="0">
                <a:solidFill>
                  <a:srgbClr val="5E574C"/>
                </a:solidFill>
                <a:latin typeface="Bookmania" pitchFamily="34" charset="0"/>
                <a:ea typeface="Bookmania" pitchFamily="34" charset="-122"/>
                <a:cs typeface="Bookmania" pitchFamily="34" charset="-120"/>
              </a:rPr>
              <a:t>24</a:t>
            </a:r>
            <a:endParaRPr lang="en-US" sz="1050" dirty="0"/>
          </a:p>
        </p:txBody>
      </p:sp>
      <p:sp>
        <p:nvSpPr>
          <p:cNvPr id="71" name="Text 69"/>
          <p:cNvSpPr txBox="1"/>
          <p:nvPr/>
        </p:nvSpPr>
        <p:spPr>
          <a:xfrm>
            <a:off x="9253728" y="909828"/>
            <a:ext cx="548640" cy="201168"/>
          </a:xfrm>
          <a:prstGeom prst="rect">
            <a:avLst/>
          </a:prstGeom>
          <a:noFill/>
          <a:ln/>
        </p:spPr>
        <p:txBody>
          <a:bodyPr wrap="square" lIns="0" tIns="0" rIns="0" bIns="0" rtlCol="0" anchor="t"/>
          <a:lstStyle/>
          <a:p>
            <a:pPr indent="0" marL="0">
              <a:buNone/>
            </a:pPr>
            <a:r>
              <a:rPr lang="en-US" sz="1050" dirty="0">
                <a:solidFill>
                  <a:srgbClr val="5E574C"/>
                </a:solidFill>
                <a:latin typeface="Bookmania" pitchFamily="34" charset="0"/>
                <a:ea typeface="Bookmania" pitchFamily="34" charset="-122"/>
                <a:cs typeface="Bookmania" pitchFamily="34" charset="-120"/>
              </a:rPr>
              <a:t>4.2</a:t>
            </a:r>
            <a:endParaRPr lang="en-US" sz="1050" dirty="0"/>
          </a:p>
        </p:txBody>
      </p:sp>
      <p:sp>
        <p:nvSpPr>
          <p:cNvPr id="72" name="Text 70"/>
          <p:cNvSpPr txBox="1"/>
          <p:nvPr/>
        </p:nvSpPr>
        <p:spPr>
          <a:xfrm>
            <a:off x="9646920" y="909828"/>
            <a:ext cx="2194560" cy="201168"/>
          </a:xfrm>
          <a:prstGeom prst="rect">
            <a:avLst/>
          </a:prstGeom>
          <a:noFill/>
          <a:ln/>
        </p:spPr>
        <p:txBody>
          <a:bodyPr wrap="square" lIns="0" tIns="0" rIns="0" bIns="0" rtlCol="0" anchor="t"/>
          <a:lstStyle/>
          <a:p>
            <a:pPr indent="0" marL="0">
              <a:buNone/>
            </a:pPr>
            <a:r>
              <a:rPr lang="en-US" sz="1050" dirty="0">
                <a:solidFill>
                  <a:srgbClr val="1C1A17"/>
                </a:solidFill>
                <a:latin typeface="Bookmania" pitchFamily="34" charset="0"/>
                <a:ea typeface="Bookmania" pitchFamily="34" charset="-122"/>
                <a:cs typeface="Bookmania" pitchFamily="34" charset="-120"/>
              </a:rPr>
              <a:t>Secondary Typeface</a:t>
            </a:r>
            <a:endParaRPr lang="en-US" sz="1050" dirty="0"/>
          </a:p>
        </p:txBody>
      </p:sp>
      <p:sp>
        <p:nvSpPr>
          <p:cNvPr id="73" name="Text 71"/>
          <p:cNvSpPr txBox="1"/>
          <p:nvPr/>
        </p:nvSpPr>
        <p:spPr>
          <a:xfrm>
            <a:off x="11137392" y="909828"/>
            <a:ext cx="502920" cy="201168"/>
          </a:xfrm>
          <a:prstGeom prst="rect">
            <a:avLst/>
          </a:prstGeom>
          <a:noFill/>
          <a:ln/>
        </p:spPr>
        <p:txBody>
          <a:bodyPr wrap="square" lIns="0" tIns="0" rIns="0" bIns="0" rtlCol="0" anchor="t"/>
          <a:lstStyle/>
          <a:p>
            <a:pPr algn="r" indent="0" marL="0">
              <a:buNone/>
            </a:pPr>
            <a:r>
              <a:rPr lang="en-US" sz="1050" dirty="0">
                <a:solidFill>
                  <a:srgbClr val="5E574C"/>
                </a:solidFill>
                <a:latin typeface="Bookmania" pitchFamily="34" charset="0"/>
                <a:ea typeface="Bookmania" pitchFamily="34" charset="-122"/>
                <a:cs typeface="Bookmania" pitchFamily="34" charset="-120"/>
              </a:rPr>
              <a:t>25</a:t>
            </a:r>
            <a:endParaRPr lang="en-US" sz="1050" dirty="0"/>
          </a:p>
        </p:txBody>
      </p:sp>
      <p:sp>
        <p:nvSpPr>
          <p:cNvPr id="74" name="Text 72"/>
          <p:cNvSpPr txBox="1"/>
          <p:nvPr/>
        </p:nvSpPr>
        <p:spPr>
          <a:xfrm>
            <a:off x="9253728" y="1124712"/>
            <a:ext cx="548640" cy="201168"/>
          </a:xfrm>
          <a:prstGeom prst="rect">
            <a:avLst/>
          </a:prstGeom>
          <a:noFill/>
          <a:ln/>
        </p:spPr>
        <p:txBody>
          <a:bodyPr wrap="square" lIns="0" tIns="0" rIns="0" bIns="0" rtlCol="0" anchor="t"/>
          <a:lstStyle/>
          <a:p>
            <a:pPr indent="0" marL="0">
              <a:buNone/>
            </a:pPr>
            <a:r>
              <a:rPr lang="en-US" sz="1050" dirty="0">
                <a:solidFill>
                  <a:srgbClr val="5E574C"/>
                </a:solidFill>
                <a:latin typeface="Bookmania" pitchFamily="34" charset="0"/>
                <a:ea typeface="Bookmania" pitchFamily="34" charset="-122"/>
                <a:cs typeface="Bookmania" pitchFamily="34" charset="-120"/>
              </a:rPr>
              <a:t>4.3</a:t>
            </a:r>
            <a:endParaRPr lang="en-US" sz="1050" dirty="0"/>
          </a:p>
        </p:txBody>
      </p:sp>
      <p:sp>
        <p:nvSpPr>
          <p:cNvPr id="75" name="Text 73"/>
          <p:cNvSpPr txBox="1"/>
          <p:nvPr/>
        </p:nvSpPr>
        <p:spPr>
          <a:xfrm>
            <a:off x="9646920" y="1124712"/>
            <a:ext cx="2194560" cy="201168"/>
          </a:xfrm>
          <a:prstGeom prst="rect">
            <a:avLst/>
          </a:prstGeom>
          <a:noFill/>
          <a:ln/>
        </p:spPr>
        <p:txBody>
          <a:bodyPr wrap="square" lIns="0" tIns="0" rIns="0" bIns="0" rtlCol="0" anchor="t"/>
          <a:lstStyle/>
          <a:p>
            <a:pPr indent="0" marL="0">
              <a:buNone/>
            </a:pPr>
            <a:r>
              <a:rPr lang="en-US" sz="1050" dirty="0">
                <a:solidFill>
                  <a:srgbClr val="1C1A17"/>
                </a:solidFill>
                <a:latin typeface="Bookmania" pitchFamily="34" charset="0"/>
                <a:ea typeface="Bookmania" pitchFamily="34" charset="-122"/>
                <a:cs typeface="Bookmania" pitchFamily="34" charset="-120"/>
              </a:rPr>
              <a:t>Type Hierarchy</a:t>
            </a:r>
            <a:endParaRPr lang="en-US" sz="1050" dirty="0"/>
          </a:p>
        </p:txBody>
      </p:sp>
      <p:sp>
        <p:nvSpPr>
          <p:cNvPr id="76" name="Text 74"/>
          <p:cNvSpPr txBox="1"/>
          <p:nvPr/>
        </p:nvSpPr>
        <p:spPr>
          <a:xfrm>
            <a:off x="11137392" y="1124712"/>
            <a:ext cx="502920" cy="201168"/>
          </a:xfrm>
          <a:prstGeom prst="rect">
            <a:avLst/>
          </a:prstGeom>
          <a:noFill/>
          <a:ln/>
        </p:spPr>
        <p:txBody>
          <a:bodyPr wrap="square" lIns="0" tIns="0" rIns="0" bIns="0" rtlCol="0" anchor="t"/>
          <a:lstStyle/>
          <a:p>
            <a:pPr algn="r" indent="0" marL="0">
              <a:buNone/>
            </a:pPr>
            <a:r>
              <a:rPr lang="en-US" sz="1050" dirty="0">
                <a:solidFill>
                  <a:srgbClr val="5E574C"/>
                </a:solidFill>
                <a:latin typeface="Bookmania" pitchFamily="34" charset="0"/>
                <a:ea typeface="Bookmania" pitchFamily="34" charset="-122"/>
                <a:cs typeface="Bookmania" pitchFamily="34" charset="-120"/>
              </a:rPr>
              <a:t>26</a:t>
            </a:r>
            <a:endParaRPr lang="en-US" sz="1050" dirty="0"/>
          </a:p>
        </p:txBody>
      </p:sp>
      <p:sp>
        <p:nvSpPr>
          <p:cNvPr id="77" name="Text 75"/>
          <p:cNvSpPr txBox="1"/>
          <p:nvPr/>
        </p:nvSpPr>
        <p:spPr>
          <a:xfrm>
            <a:off x="9253728" y="1339596"/>
            <a:ext cx="548640" cy="201168"/>
          </a:xfrm>
          <a:prstGeom prst="rect">
            <a:avLst/>
          </a:prstGeom>
          <a:noFill/>
          <a:ln/>
        </p:spPr>
        <p:txBody>
          <a:bodyPr wrap="square" lIns="0" tIns="0" rIns="0" bIns="0" rtlCol="0" anchor="t"/>
          <a:lstStyle/>
          <a:p>
            <a:pPr indent="0" marL="0">
              <a:buNone/>
            </a:pPr>
            <a:r>
              <a:rPr lang="en-US" sz="1050" dirty="0">
                <a:solidFill>
                  <a:srgbClr val="5E574C"/>
                </a:solidFill>
                <a:latin typeface="Bookmania" pitchFamily="34" charset="0"/>
                <a:ea typeface="Bookmania" pitchFamily="34" charset="-122"/>
                <a:cs typeface="Bookmania" pitchFamily="34" charset="-120"/>
              </a:rPr>
              <a:t>4.4</a:t>
            </a:r>
            <a:endParaRPr lang="en-US" sz="1050" dirty="0"/>
          </a:p>
        </p:txBody>
      </p:sp>
      <p:sp>
        <p:nvSpPr>
          <p:cNvPr id="78" name="Text 76"/>
          <p:cNvSpPr txBox="1"/>
          <p:nvPr/>
        </p:nvSpPr>
        <p:spPr>
          <a:xfrm>
            <a:off x="9646920" y="1339596"/>
            <a:ext cx="2194560" cy="201168"/>
          </a:xfrm>
          <a:prstGeom prst="rect">
            <a:avLst/>
          </a:prstGeom>
          <a:noFill/>
          <a:ln/>
        </p:spPr>
        <p:txBody>
          <a:bodyPr wrap="square" lIns="0" tIns="0" rIns="0" bIns="0" rtlCol="0" anchor="t"/>
          <a:lstStyle/>
          <a:p>
            <a:pPr indent="0" marL="0">
              <a:buNone/>
            </a:pPr>
            <a:r>
              <a:rPr lang="en-US" sz="1050" dirty="0">
                <a:solidFill>
                  <a:srgbClr val="1C1A17"/>
                </a:solidFill>
                <a:latin typeface="Bookmania" pitchFamily="34" charset="0"/>
                <a:ea typeface="Bookmania" pitchFamily="34" charset="-122"/>
                <a:cs typeface="Bookmania" pitchFamily="34" charset="-120"/>
              </a:rPr>
              <a:t>Type Misuse</a:t>
            </a:r>
            <a:endParaRPr lang="en-US" sz="1050" dirty="0"/>
          </a:p>
        </p:txBody>
      </p:sp>
      <p:sp>
        <p:nvSpPr>
          <p:cNvPr id="79" name="Text 77"/>
          <p:cNvSpPr txBox="1"/>
          <p:nvPr/>
        </p:nvSpPr>
        <p:spPr>
          <a:xfrm>
            <a:off x="11137392" y="1339596"/>
            <a:ext cx="502920" cy="201168"/>
          </a:xfrm>
          <a:prstGeom prst="rect">
            <a:avLst/>
          </a:prstGeom>
          <a:noFill/>
          <a:ln/>
        </p:spPr>
        <p:txBody>
          <a:bodyPr wrap="square" lIns="0" tIns="0" rIns="0" bIns="0" rtlCol="0" anchor="t"/>
          <a:lstStyle/>
          <a:p>
            <a:pPr algn="r" indent="0" marL="0">
              <a:buNone/>
            </a:pPr>
            <a:r>
              <a:rPr lang="en-US" sz="1050" dirty="0">
                <a:solidFill>
                  <a:srgbClr val="5E574C"/>
                </a:solidFill>
                <a:latin typeface="Bookmania" pitchFamily="34" charset="0"/>
                <a:ea typeface="Bookmania" pitchFamily="34" charset="-122"/>
                <a:cs typeface="Bookmania" pitchFamily="34" charset="-120"/>
              </a:rPr>
              <a:t>27</a:t>
            </a:r>
            <a:endParaRPr lang="en-US" sz="1050" dirty="0"/>
          </a:p>
        </p:txBody>
      </p:sp>
      <p:sp>
        <p:nvSpPr>
          <p:cNvPr id="80" name="Text 78"/>
          <p:cNvSpPr txBox="1"/>
          <p:nvPr/>
        </p:nvSpPr>
        <p:spPr>
          <a:xfrm>
            <a:off x="9253728" y="2395728"/>
            <a:ext cx="548640" cy="201168"/>
          </a:xfrm>
          <a:prstGeom prst="rect">
            <a:avLst/>
          </a:prstGeom>
          <a:noFill/>
          <a:ln/>
        </p:spPr>
        <p:txBody>
          <a:bodyPr wrap="square" lIns="0" tIns="0" rIns="0" bIns="0" rtlCol="0" anchor="t"/>
          <a:lstStyle/>
          <a:p>
            <a:pPr indent="0" marL="0">
              <a:buNone/>
            </a:pPr>
            <a:r>
              <a:rPr lang="en-US" sz="950" b="1" spc="180" kern="0" dirty="0">
                <a:solidFill>
                  <a:srgbClr val="0F0F10"/>
                </a:solidFill>
                <a:latin typeface="Manrope" pitchFamily="34" charset="0"/>
                <a:ea typeface="Manrope" pitchFamily="34" charset="-122"/>
                <a:cs typeface="Manrope" pitchFamily="34" charset="-120"/>
              </a:rPr>
              <a:t>5.0</a:t>
            </a:r>
            <a:endParaRPr lang="en-US" sz="950" dirty="0"/>
          </a:p>
        </p:txBody>
      </p:sp>
      <p:sp>
        <p:nvSpPr>
          <p:cNvPr id="81" name="Text 79"/>
          <p:cNvSpPr txBox="1"/>
          <p:nvPr/>
        </p:nvSpPr>
        <p:spPr>
          <a:xfrm>
            <a:off x="9646920" y="2395728"/>
            <a:ext cx="2011680" cy="201168"/>
          </a:xfrm>
          <a:prstGeom prst="rect">
            <a:avLst/>
          </a:prstGeom>
          <a:noFill/>
          <a:ln/>
        </p:spPr>
        <p:txBody>
          <a:bodyPr wrap="square" lIns="0" tIns="0" rIns="0" bIns="0" rtlCol="0" anchor="t"/>
          <a:lstStyle/>
          <a:p>
            <a:pPr indent="0" marL="0">
              <a:buNone/>
            </a:pPr>
            <a:r>
              <a:rPr lang="en-US" sz="950" b="1" spc="180" kern="0" dirty="0">
                <a:solidFill>
                  <a:srgbClr val="0F0F10"/>
                </a:solidFill>
                <a:latin typeface="Manrope" pitchFamily="34" charset="0"/>
                <a:ea typeface="Manrope" pitchFamily="34" charset="-122"/>
                <a:cs typeface="Manrope" pitchFamily="34" charset="-120"/>
              </a:rPr>
              <a:t>PHOTOGRAPHY</a:t>
            </a:r>
            <a:endParaRPr lang="en-US" sz="950" dirty="0"/>
          </a:p>
        </p:txBody>
      </p:sp>
      <p:sp>
        <p:nvSpPr>
          <p:cNvPr id="82" name="Text 80"/>
          <p:cNvSpPr txBox="1"/>
          <p:nvPr/>
        </p:nvSpPr>
        <p:spPr>
          <a:xfrm>
            <a:off x="11137392" y="2395728"/>
            <a:ext cx="502920" cy="201168"/>
          </a:xfrm>
          <a:prstGeom prst="rect">
            <a:avLst/>
          </a:prstGeom>
          <a:noFill/>
          <a:ln/>
        </p:spPr>
        <p:txBody>
          <a:bodyPr wrap="square" lIns="0" tIns="0" rIns="0" bIns="0" rtlCol="0" anchor="t"/>
          <a:lstStyle/>
          <a:p>
            <a:pPr algn="r" indent="0" marL="0">
              <a:buNone/>
            </a:pPr>
            <a:r>
              <a:rPr lang="en-US" sz="950" b="1" spc="180" kern="0" dirty="0">
                <a:solidFill>
                  <a:srgbClr val="0F0F10"/>
                </a:solidFill>
                <a:latin typeface="Manrope" pitchFamily="34" charset="0"/>
                <a:ea typeface="Manrope" pitchFamily="34" charset="-122"/>
                <a:cs typeface="Manrope" pitchFamily="34" charset="-120"/>
              </a:rPr>
              <a:t>28</a:t>
            </a:r>
            <a:endParaRPr lang="en-US" sz="950" dirty="0"/>
          </a:p>
        </p:txBody>
      </p:sp>
      <p:sp>
        <p:nvSpPr>
          <p:cNvPr id="83" name="Text 81"/>
          <p:cNvSpPr txBox="1"/>
          <p:nvPr/>
        </p:nvSpPr>
        <p:spPr>
          <a:xfrm>
            <a:off x="9253728" y="2779776"/>
            <a:ext cx="548640" cy="201168"/>
          </a:xfrm>
          <a:prstGeom prst="rect">
            <a:avLst/>
          </a:prstGeom>
          <a:noFill/>
          <a:ln/>
        </p:spPr>
        <p:txBody>
          <a:bodyPr wrap="square" lIns="0" tIns="0" rIns="0" bIns="0" rtlCol="0" anchor="t"/>
          <a:lstStyle/>
          <a:p>
            <a:pPr indent="0" marL="0">
              <a:buNone/>
            </a:pPr>
            <a:r>
              <a:rPr lang="en-US" sz="1050" dirty="0">
                <a:solidFill>
                  <a:srgbClr val="5E574C"/>
                </a:solidFill>
                <a:latin typeface="Bookmania" pitchFamily="34" charset="0"/>
                <a:ea typeface="Bookmania" pitchFamily="34" charset="-122"/>
                <a:cs typeface="Bookmania" pitchFamily="34" charset="-120"/>
              </a:rPr>
              <a:t>5.1</a:t>
            </a:r>
            <a:endParaRPr lang="en-US" sz="1050" dirty="0"/>
          </a:p>
        </p:txBody>
      </p:sp>
      <p:sp>
        <p:nvSpPr>
          <p:cNvPr id="84" name="Text 82"/>
          <p:cNvSpPr txBox="1"/>
          <p:nvPr/>
        </p:nvSpPr>
        <p:spPr>
          <a:xfrm>
            <a:off x="9646920" y="2779776"/>
            <a:ext cx="2194560" cy="201168"/>
          </a:xfrm>
          <a:prstGeom prst="rect">
            <a:avLst/>
          </a:prstGeom>
          <a:noFill/>
          <a:ln/>
        </p:spPr>
        <p:txBody>
          <a:bodyPr wrap="square" lIns="0" tIns="0" rIns="0" bIns="0" rtlCol="0" anchor="t"/>
          <a:lstStyle/>
          <a:p>
            <a:pPr indent="0" marL="0">
              <a:buNone/>
            </a:pPr>
            <a:r>
              <a:rPr lang="en-US" sz="1050" dirty="0">
                <a:solidFill>
                  <a:srgbClr val="1C1A17"/>
                </a:solidFill>
                <a:latin typeface="Bookmania" pitchFamily="34" charset="0"/>
                <a:ea typeface="Bookmania" pitchFamily="34" charset="-122"/>
                <a:cs typeface="Bookmania" pitchFamily="34" charset="-120"/>
              </a:rPr>
              <a:t>Photographic Style</a:t>
            </a:r>
            <a:endParaRPr lang="en-US" sz="1050" dirty="0"/>
          </a:p>
        </p:txBody>
      </p:sp>
      <p:sp>
        <p:nvSpPr>
          <p:cNvPr id="85" name="Text 83"/>
          <p:cNvSpPr txBox="1"/>
          <p:nvPr/>
        </p:nvSpPr>
        <p:spPr>
          <a:xfrm>
            <a:off x="11137392" y="2779776"/>
            <a:ext cx="502920" cy="201168"/>
          </a:xfrm>
          <a:prstGeom prst="rect">
            <a:avLst/>
          </a:prstGeom>
          <a:noFill/>
          <a:ln/>
        </p:spPr>
        <p:txBody>
          <a:bodyPr wrap="square" lIns="0" tIns="0" rIns="0" bIns="0" rtlCol="0" anchor="t"/>
          <a:lstStyle/>
          <a:p>
            <a:pPr algn="r" indent="0" marL="0">
              <a:buNone/>
            </a:pPr>
            <a:r>
              <a:rPr lang="en-US" sz="1050" dirty="0">
                <a:solidFill>
                  <a:srgbClr val="5E574C"/>
                </a:solidFill>
                <a:latin typeface="Bookmania" pitchFamily="34" charset="0"/>
                <a:ea typeface="Bookmania" pitchFamily="34" charset="-122"/>
                <a:cs typeface="Bookmania" pitchFamily="34" charset="-120"/>
              </a:rPr>
              <a:t>29</a:t>
            </a:r>
            <a:endParaRPr lang="en-US" sz="1050" dirty="0"/>
          </a:p>
        </p:txBody>
      </p:sp>
      <p:sp>
        <p:nvSpPr>
          <p:cNvPr id="86" name="Text 84"/>
          <p:cNvSpPr txBox="1"/>
          <p:nvPr/>
        </p:nvSpPr>
        <p:spPr>
          <a:xfrm>
            <a:off x="9253728" y="2994660"/>
            <a:ext cx="548640" cy="201168"/>
          </a:xfrm>
          <a:prstGeom prst="rect">
            <a:avLst/>
          </a:prstGeom>
          <a:noFill/>
          <a:ln/>
        </p:spPr>
        <p:txBody>
          <a:bodyPr wrap="square" lIns="0" tIns="0" rIns="0" bIns="0" rtlCol="0" anchor="t"/>
          <a:lstStyle/>
          <a:p>
            <a:pPr indent="0" marL="0">
              <a:buNone/>
            </a:pPr>
            <a:r>
              <a:rPr lang="en-US" sz="1050" dirty="0">
                <a:solidFill>
                  <a:srgbClr val="5E574C"/>
                </a:solidFill>
                <a:latin typeface="Bookmania" pitchFamily="34" charset="0"/>
                <a:ea typeface="Bookmania" pitchFamily="34" charset="-122"/>
                <a:cs typeface="Bookmania" pitchFamily="34" charset="-120"/>
              </a:rPr>
              <a:t>5.2</a:t>
            </a:r>
            <a:endParaRPr lang="en-US" sz="1050" dirty="0"/>
          </a:p>
        </p:txBody>
      </p:sp>
      <p:sp>
        <p:nvSpPr>
          <p:cNvPr id="87" name="Text 85"/>
          <p:cNvSpPr txBox="1"/>
          <p:nvPr/>
        </p:nvSpPr>
        <p:spPr>
          <a:xfrm>
            <a:off x="9646920" y="2994660"/>
            <a:ext cx="2194560" cy="201168"/>
          </a:xfrm>
          <a:prstGeom prst="rect">
            <a:avLst/>
          </a:prstGeom>
          <a:noFill/>
          <a:ln/>
        </p:spPr>
        <p:txBody>
          <a:bodyPr wrap="square" lIns="0" tIns="0" rIns="0" bIns="0" rtlCol="0" anchor="t"/>
          <a:lstStyle/>
          <a:p>
            <a:pPr indent="0" marL="0">
              <a:buNone/>
            </a:pPr>
            <a:r>
              <a:rPr lang="en-US" sz="1050" dirty="0">
                <a:solidFill>
                  <a:srgbClr val="1C1A17"/>
                </a:solidFill>
                <a:latin typeface="Bookmania" pitchFamily="34" charset="0"/>
                <a:ea typeface="Bookmania" pitchFamily="34" charset="-122"/>
                <a:cs typeface="Bookmania" pitchFamily="34" charset="-120"/>
              </a:rPr>
              <a:t>Light and Colour</a:t>
            </a:r>
            <a:endParaRPr lang="en-US" sz="1050" dirty="0"/>
          </a:p>
        </p:txBody>
      </p:sp>
      <p:sp>
        <p:nvSpPr>
          <p:cNvPr id="88" name="Text 86"/>
          <p:cNvSpPr txBox="1"/>
          <p:nvPr/>
        </p:nvSpPr>
        <p:spPr>
          <a:xfrm>
            <a:off x="11137392" y="2994660"/>
            <a:ext cx="502920" cy="201168"/>
          </a:xfrm>
          <a:prstGeom prst="rect">
            <a:avLst/>
          </a:prstGeom>
          <a:noFill/>
          <a:ln/>
        </p:spPr>
        <p:txBody>
          <a:bodyPr wrap="square" lIns="0" tIns="0" rIns="0" bIns="0" rtlCol="0" anchor="t"/>
          <a:lstStyle/>
          <a:p>
            <a:pPr algn="r" indent="0" marL="0">
              <a:buNone/>
            </a:pPr>
            <a:r>
              <a:rPr lang="en-US" sz="1050" dirty="0">
                <a:solidFill>
                  <a:srgbClr val="5E574C"/>
                </a:solidFill>
                <a:latin typeface="Bookmania" pitchFamily="34" charset="0"/>
                <a:ea typeface="Bookmania" pitchFamily="34" charset="-122"/>
                <a:cs typeface="Bookmania" pitchFamily="34" charset="-120"/>
              </a:rPr>
              <a:t>30</a:t>
            </a:r>
            <a:endParaRPr lang="en-US" sz="1050" dirty="0"/>
          </a:p>
        </p:txBody>
      </p:sp>
      <p:sp>
        <p:nvSpPr>
          <p:cNvPr id="89" name="Text 87"/>
          <p:cNvSpPr txBox="1"/>
          <p:nvPr/>
        </p:nvSpPr>
        <p:spPr>
          <a:xfrm>
            <a:off x="9253728" y="3209544"/>
            <a:ext cx="548640" cy="201168"/>
          </a:xfrm>
          <a:prstGeom prst="rect">
            <a:avLst/>
          </a:prstGeom>
          <a:noFill/>
          <a:ln/>
        </p:spPr>
        <p:txBody>
          <a:bodyPr wrap="square" lIns="0" tIns="0" rIns="0" bIns="0" rtlCol="0" anchor="t"/>
          <a:lstStyle/>
          <a:p>
            <a:pPr indent="0" marL="0">
              <a:buNone/>
            </a:pPr>
            <a:r>
              <a:rPr lang="en-US" sz="1050" dirty="0">
                <a:solidFill>
                  <a:srgbClr val="5E574C"/>
                </a:solidFill>
                <a:latin typeface="Bookmania" pitchFamily="34" charset="0"/>
                <a:ea typeface="Bookmania" pitchFamily="34" charset="-122"/>
                <a:cs typeface="Bookmania" pitchFamily="34" charset="-120"/>
              </a:rPr>
              <a:t>5.3</a:t>
            </a:r>
            <a:endParaRPr lang="en-US" sz="1050" dirty="0"/>
          </a:p>
        </p:txBody>
      </p:sp>
      <p:sp>
        <p:nvSpPr>
          <p:cNvPr id="90" name="Text 88"/>
          <p:cNvSpPr txBox="1"/>
          <p:nvPr/>
        </p:nvSpPr>
        <p:spPr>
          <a:xfrm>
            <a:off x="9646920" y="3209544"/>
            <a:ext cx="2194560" cy="201168"/>
          </a:xfrm>
          <a:prstGeom prst="rect">
            <a:avLst/>
          </a:prstGeom>
          <a:noFill/>
          <a:ln/>
        </p:spPr>
        <p:txBody>
          <a:bodyPr wrap="square" lIns="0" tIns="0" rIns="0" bIns="0" rtlCol="0" anchor="t"/>
          <a:lstStyle/>
          <a:p>
            <a:pPr indent="0" marL="0">
              <a:buNone/>
            </a:pPr>
            <a:r>
              <a:rPr lang="en-US" sz="1050" dirty="0">
                <a:solidFill>
                  <a:srgbClr val="1C1A17"/>
                </a:solidFill>
                <a:latin typeface="Bookmania" pitchFamily="34" charset="0"/>
                <a:ea typeface="Bookmania" pitchFamily="34" charset="-122"/>
                <a:cs typeface="Bookmania" pitchFamily="34" charset="-120"/>
              </a:rPr>
              <a:t>Casting and Composition</a:t>
            </a:r>
            <a:endParaRPr lang="en-US" sz="1050" dirty="0"/>
          </a:p>
        </p:txBody>
      </p:sp>
      <p:sp>
        <p:nvSpPr>
          <p:cNvPr id="91" name="Text 89"/>
          <p:cNvSpPr txBox="1"/>
          <p:nvPr/>
        </p:nvSpPr>
        <p:spPr>
          <a:xfrm>
            <a:off x="11137392" y="3209544"/>
            <a:ext cx="502920" cy="201168"/>
          </a:xfrm>
          <a:prstGeom prst="rect">
            <a:avLst/>
          </a:prstGeom>
          <a:noFill/>
          <a:ln/>
        </p:spPr>
        <p:txBody>
          <a:bodyPr wrap="square" lIns="0" tIns="0" rIns="0" bIns="0" rtlCol="0" anchor="t"/>
          <a:lstStyle/>
          <a:p>
            <a:pPr algn="r" indent="0" marL="0">
              <a:buNone/>
            </a:pPr>
            <a:r>
              <a:rPr lang="en-US" sz="1050" dirty="0">
                <a:solidFill>
                  <a:srgbClr val="5E574C"/>
                </a:solidFill>
                <a:latin typeface="Bookmania" pitchFamily="34" charset="0"/>
                <a:ea typeface="Bookmania" pitchFamily="34" charset="-122"/>
                <a:cs typeface="Bookmania" pitchFamily="34" charset="-120"/>
              </a:rPr>
              <a:t>31</a:t>
            </a:r>
            <a:endParaRPr lang="en-US" sz="1050" dirty="0"/>
          </a:p>
        </p:txBody>
      </p:sp>
      <p:sp>
        <p:nvSpPr>
          <p:cNvPr id="92" name="Text 90"/>
          <p:cNvSpPr txBox="1"/>
          <p:nvPr/>
        </p:nvSpPr>
        <p:spPr>
          <a:xfrm>
            <a:off x="9253728" y="4480560"/>
            <a:ext cx="548640" cy="201168"/>
          </a:xfrm>
          <a:prstGeom prst="rect">
            <a:avLst/>
          </a:prstGeom>
          <a:noFill/>
          <a:ln/>
        </p:spPr>
        <p:txBody>
          <a:bodyPr wrap="square" lIns="0" tIns="0" rIns="0" bIns="0" rtlCol="0" anchor="t"/>
          <a:lstStyle/>
          <a:p>
            <a:pPr indent="0" marL="0">
              <a:buNone/>
            </a:pPr>
            <a:r>
              <a:rPr lang="en-US" sz="950" b="1" spc="180" kern="0" dirty="0">
                <a:solidFill>
                  <a:srgbClr val="0F0F10"/>
                </a:solidFill>
                <a:latin typeface="Manrope" pitchFamily="34" charset="0"/>
                <a:ea typeface="Manrope" pitchFamily="34" charset="-122"/>
                <a:cs typeface="Manrope" pitchFamily="34" charset="-120"/>
              </a:rPr>
              <a:t>6.0</a:t>
            </a:r>
            <a:endParaRPr lang="en-US" sz="950" dirty="0"/>
          </a:p>
        </p:txBody>
      </p:sp>
      <p:sp>
        <p:nvSpPr>
          <p:cNvPr id="93" name="Text 91"/>
          <p:cNvSpPr txBox="1"/>
          <p:nvPr/>
        </p:nvSpPr>
        <p:spPr>
          <a:xfrm>
            <a:off x="9646920" y="4480560"/>
            <a:ext cx="2011680" cy="201168"/>
          </a:xfrm>
          <a:prstGeom prst="rect">
            <a:avLst/>
          </a:prstGeom>
          <a:noFill/>
          <a:ln/>
        </p:spPr>
        <p:txBody>
          <a:bodyPr wrap="square" lIns="0" tIns="0" rIns="0" bIns="0" rtlCol="0" anchor="t"/>
          <a:lstStyle/>
          <a:p>
            <a:pPr indent="0" marL="0">
              <a:buNone/>
            </a:pPr>
            <a:r>
              <a:rPr lang="en-US" sz="950" b="1" spc="180" kern="0" dirty="0">
                <a:solidFill>
                  <a:srgbClr val="0F0F10"/>
                </a:solidFill>
                <a:latin typeface="Manrope" pitchFamily="34" charset="0"/>
                <a:ea typeface="Manrope" pitchFamily="34" charset="-122"/>
                <a:cs typeface="Manrope" pitchFamily="34" charset="-120"/>
              </a:rPr>
              <a:t>THE FIELD</a:t>
            </a:r>
            <a:endParaRPr lang="en-US" sz="950" dirty="0"/>
          </a:p>
        </p:txBody>
      </p:sp>
      <p:sp>
        <p:nvSpPr>
          <p:cNvPr id="94" name="Text 92"/>
          <p:cNvSpPr txBox="1"/>
          <p:nvPr/>
        </p:nvSpPr>
        <p:spPr>
          <a:xfrm>
            <a:off x="11137392" y="4480560"/>
            <a:ext cx="502920" cy="201168"/>
          </a:xfrm>
          <a:prstGeom prst="rect">
            <a:avLst/>
          </a:prstGeom>
          <a:noFill/>
          <a:ln/>
        </p:spPr>
        <p:txBody>
          <a:bodyPr wrap="square" lIns="0" tIns="0" rIns="0" bIns="0" rtlCol="0" anchor="t"/>
          <a:lstStyle/>
          <a:p>
            <a:pPr algn="r" indent="0" marL="0">
              <a:buNone/>
            </a:pPr>
            <a:r>
              <a:rPr lang="en-US" sz="950" b="1" spc="180" kern="0" dirty="0">
                <a:solidFill>
                  <a:srgbClr val="0F0F10"/>
                </a:solidFill>
                <a:latin typeface="Manrope" pitchFamily="34" charset="0"/>
                <a:ea typeface="Manrope" pitchFamily="34" charset="-122"/>
                <a:cs typeface="Manrope" pitchFamily="34" charset="-120"/>
              </a:rPr>
              <a:t>32</a:t>
            </a:r>
            <a:endParaRPr lang="en-US" sz="950" dirty="0"/>
          </a:p>
        </p:txBody>
      </p:sp>
      <p:sp>
        <p:nvSpPr>
          <p:cNvPr id="95" name="Text 93"/>
          <p:cNvSpPr txBox="1"/>
          <p:nvPr/>
        </p:nvSpPr>
        <p:spPr>
          <a:xfrm>
            <a:off x="9253728" y="4864608"/>
            <a:ext cx="548640" cy="201168"/>
          </a:xfrm>
          <a:prstGeom prst="rect">
            <a:avLst/>
          </a:prstGeom>
          <a:noFill/>
          <a:ln/>
        </p:spPr>
        <p:txBody>
          <a:bodyPr wrap="square" lIns="0" tIns="0" rIns="0" bIns="0" rtlCol="0" anchor="t"/>
          <a:lstStyle/>
          <a:p>
            <a:pPr indent="0" marL="0">
              <a:buNone/>
            </a:pPr>
            <a:r>
              <a:rPr lang="en-US" sz="1050" dirty="0">
                <a:solidFill>
                  <a:srgbClr val="5E574C"/>
                </a:solidFill>
                <a:latin typeface="Bookmania" pitchFamily="34" charset="0"/>
                <a:ea typeface="Bookmania" pitchFamily="34" charset="-122"/>
                <a:cs typeface="Bookmania" pitchFamily="34" charset="-120"/>
              </a:rPr>
              <a:t>6.1</a:t>
            </a:r>
            <a:endParaRPr lang="en-US" sz="1050" dirty="0"/>
          </a:p>
        </p:txBody>
      </p:sp>
      <p:sp>
        <p:nvSpPr>
          <p:cNvPr id="96" name="Text 94"/>
          <p:cNvSpPr txBox="1"/>
          <p:nvPr/>
        </p:nvSpPr>
        <p:spPr>
          <a:xfrm>
            <a:off x="9646920" y="4864608"/>
            <a:ext cx="2194560" cy="201168"/>
          </a:xfrm>
          <a:prstGeom prst="rect">
            <a:avLst/>
          </a:prstGeom>
          <a:noFill/>
          <a:ln/>
        </p:spPr>
        <p:txBody>
          <a:bodyPr wrap="square" lIns="0" tIns="0" rIns="0" bIns="0" rtlCol="0" anchor="t"/>
          <a:lstStyle/>
          <a:p>
            <a:pPr indent="0" marL="0">
              <a:buNone/>
            </a:pPr>
            <a:r>
              <a:rPr lang="en-US" sz="1050" dirty="0">
                <a:solidFill>
                  <a:srgbClr val="1C1A17"/>
                </a:solidFill>
                <a:latin typeface="Bookmania" pitchFamily="34" charset="0"/>
                <a:ea typeface="Bookmania" pitchFamily="34" charset="-122"/>
                <a:cs typeface="Bookmania" pitchFamily="34" charset="-120"/>
              </a:rPr>
              <a:t>The Law of the Field</a:t>
            </a:r>
            <a:endParaRPr lang="en-US" sz="1050" dirty="0"/>
          </a:p>
        </p:txBody>
      </p:sp>
      <p:sp>
        <p:nvSpPr>
          <p:cNvPr id="97" name="Text 95"/>
          <p:cNvSpPr txBox="1"/>
          <p:nvPr/>
        </p:nvSpPr>
        <p:spPr>
          <a:xfrm>
            <a:off x="11137392" y="4864608"/>
            <a:ext cx="502920" cy="201168"/>
          </a:xfrm>
          <a:prstGeom prst="rect">
            <a:avLst/>
          </a:prstGeom>
          <a:noFill/>
          <a:ln/>
        </p:spPr>
        <p:txBody>
          <a:bodyPr wrap="square" lIns="0" tIns="0" rIns="0" bIns="0" rtlCol="0" anchor="t"/>
          <a:lstStyle/>
          <a:p>
            <a:pPr algn="r" indent="0" marL="0">
              <a:buNone/>
            </a:pPr>
            <a:r>
              <a:rPr lang="en-US" sz="1050" dirty="0">
                <a:solidFill>
                  <a:srgbClr val="5E574C"/>
                </a:solidFill>
                <a:latin typeface="Bookmania" pitchFamily="34" charset="0"/>
                <a:ea typeface="Bookmania" pitchFamily="34" charset="-122"/>
                <a:cs typeface="Bookmania" pitchFamily="34" charset="-120"/>
              </a:rPr>
              <a:t>33</a:t>
            </a:r>
            <a:endParaRPr lang="en-US" sz="1050" dirty="0"/>
          </a:p>
        </p:txBody>
      </p:sp>
      <p:sp>
        <p:nvSpPr>
          <p:cNvPr id="98" name="Text 96"/>
          <p:cNvSpPr txBox="1"/>
          <p:nvPr/>
        </p:nvSpPr>
        <p:spPr>
          <a:xfrm>
            <a:off x="9253728" y="5079492"/>
            <a:ext cx="548640" cy="201168"/>
          </a:xfrm>
          <a:prstGeom prst="rect">
            <a:avLst/>
          </a:prstGeom>
          <a:noFill/>
          <a:ln/>
        </p:spPr>
        <p:txBody>
          <a:bodyPr wrap="square" lIns="0" tIns="0" rIns="0" bIns="0" rtlCol="0" anchor="t"/>
          <a:lstStyle/>
          <a:p>
            <a:pPr indent="0" marL="0">
              <a:buNone/>
            </a:pPr>
            <a:r>
              <a:rPr lang="en-US" sz="1050" dirty="0">
                <a:solidFill>
                  <a:srgbClr val="5E574C"/>
                </a:solidFill>
                <a:latin typeface="Bookmania" pitchFamily="34" charset="0"/>
                <a:ea typeface="Bookmania" pitchFamily="34" charset="-122"/>
                <a:cs typeface="Bookmania" pitchFamily="34" charset="-120"/>
              </a:rPr>
              <a:t>6.2</a:t>
            </a:r>
            <a:endParaRPr lang="en-US" sz="1050" dirty="0"/>
          </a:p>
        </p:txBody>
      </p:sp>
      <p:sp>
        <p:nvSpPr>
          <p:cNvPr id="99" name="Text 97"/>
          <p:cNvSpPr txBox="1"/>
          <p:nvPr/>
        </p:nvSpPr>
        <p:spPr>
          <a:xfrm>
            <a:off x="9646920" y="5079492"/>
            <a:ext cx="2194560" cy="201168"/>
          </a:xfrm>
          <a:prstGeom prst="rect">
            <a:avLst/>
          </a:prstGeom>
          <a:noFill/>
          <a:ln/>
        </p:spPr>
        <p:txBody>
          <a:bodyPr wrap="square" lIns="0" tIns="0" rIns="0" bIns="0" rtlCol="0" anchor="t"/>
          <a:lstStyle/>
          <a:p>
            <a:pPr indent="0" marL="0">
              <a:buNone/>
            </a:pPr>
            <a:r>
              <a:rPr lang="en-US" sz="1050" dirty="0">
                <a:solidFill>
                  <a:srgbClr val="1C1A17"/>
                </a:solidFill>
                <a:latin typeface="Bookmania" pitchFamily="34" charset="0"/>
                <a:ea typeface="Bookmania" pitchFamily="34" charset="-122"/>
                <a:cs typeface="Bookmania" pitchFamily="34" charset="-120"/>
              </a:rPr>
              <a:t>The Four Fields</a:t>
            </a:r>
            <a:endParaRPr lang="en-US" sz="1050" dirty="0"/>
          </a:p>
        </p:txBody>
      </p:sp>
      <p:sp>
        <p:nvSpPr>
          <p:cNvPr id="100" name="Text 98"/>
          <p:cNvSpPr txBox="1"/>
          <p:nvPr/>
        </p:nvSpPr>
        <p:spPr>
          <a:xfrm>
            <a:off x="11137392" y="5079492"/>
            <a:ext cx="502920" cy="201168"/>
          </a:xfrm>
          <a:prstGeom prst="rect">
            <a:avLst/>
          </a:prstGeom>
          <a:noFill/>
          <a:ln/>
        </p:spPr>
        <p:txBody>
          <a:bodyPr wrap="square" lIns="0" tIns="0" rIns="0" bIns="0" rtlCol="0" anchor="t"/>
          <a:lstStyle/>
          <a:p>
            <a:pPr algn="r" indent="0" marL="0">
              <a:buNone/>
            </a:pPr>
            <a:r>
              <a:rPr lang="en-US" sz="1050" dirty="0">
                <a:solidFill>
                  <a:srgbClr val="5E574C"/>
                </a:solidFill>
                <a:latin typeface="Bookmania" pitchFamily="34" charset="0"/>
                <a:ea typeface="Bookmania" pitchFamily="34" charset="-122"/>
                <a:cs typeface="Bookmania" pitchFamily="34" charset="-120"/>
              </a:rPr>
              <a:t>34</a:t>
            </a:r>
            <a:endParaRPr lang="en-US" sz="1050" dirty="0"/>
          </a:p>
        </p:txBody>
      </p:sp>
      <p:sp>
        <p:nvSpPr>
          <p:cNvPr id="101" name="Text 99"/>
          <p:cNvSpPr txBox="1"/>
          <p:nvPr/>
        </p:nvSpPr>
        <p:spPr>
          <a:xfrm>
            <a:off x="9253728" y="5294376"/>
            <a:ext cx="548640" cy="201168"/>
          </a:xfrm>
          <a:prstGeom prst="rect">
            <a:avLst/>
          </a:prstGeom>
          <a:noFill/>
          <a:ln/>
        </p:spPr>
        <p:txBody>
          <a:bodyPr wrap="square" lIns="0" tIns="0" rIns="0" bIns="0" rtlCol="0" anchor="t"/>
          <a:lstStyle/>
          <a:p>
            <a:pPr indent="0" marL="0">
              <a:buNone/>
            </a:pPr>
            <a:r>
              <a:rPr lang="en-US" sz="1050" dirty="0">
                <a:solidFill>
                  <a:srgbClr val="5E574C"/>
                </a:solidFill>
                <a:latin typeface="Bookmania" pitchFamily="34" charset="0"/>
                <a:ea typeface="Bookmania" pitchFamily="34" charset="-122"/>
                <a:cs typeface="Bookmania" pitchFamily="34" charset="-120"/>
              </a:rPr>
              <a:t>6.3</a:t>
            </a:r>
            <a:endParaRPr lang="en-US" sz="1050" dirty="0"/>
          </a:p>
        </p:txBody>
      </p:sp>
      <p:sp>
        <p:nvSpPr>
          <p:cNvPr id="102" name="Text 100"/>
          <p:cNvSpPr txBox="1"/>
          <p:nvPr/>
        </p:nvSpPr>
        <p:spPr>
          <a:xfrm>
            <a:off x="9646920" y="5294376"/>
            <a:ext cx="2194560" cy="201168"/>
          </a:xfrm>
          <a:prstGeom prst="rect">
            <a:avLst/>
          </a:prstGeom>
          <a:noFill/>
          <a:ln/>
        </p:spPr>
        <p:txBody>
          <a:bodyPr wrap="square" lIns="0" tIns="0" rIns="0" bIns="0" rtlCol="0" anchor="t"/>
          <a:lstStyle/>
          <a:p>
            <a:pPr indent="0" marL="0">
              <a:buNone/>
            </a:pPr>
            <a:r>
              <a:rPr lang="en-US" sz="1050" dirty="0">
                <a:solidFill>
                  <a:srgbClr val="1C1A17"/>
                </a:solidFill>
                <a:latin typeface="Bookmania" pitchFamily="34" charset="0"/>
                <a:ea typeface="Bookmania" pitchFamily="34" charset="-122"/>
                <a:cs typeface="Bookmania" pitchFamily="34" charset="-120"/>
              </a:rPr>
              <a:t>The Screen</a:t>
            </a:r>
            <a:endParaRPr lang="en-US" sz="1050" dirty="0"/>
          </a:p>
        </p:txBody>
      </p:sp>
      <p:sp>
        <p:nvSpPr>
          <p:cNvPr id="103" name="Text 101"/>
          <p:cNvSpPr txBox="1"/>
          <p:nvPr/>
        </p:nvSpPr>
        <p:spPr>
          <a:xfrm>
            <a:off x="11137392" y="5294376"/>
            <a:ext cx="502920" cy="201168"/>
          </a:xfrm>
          <a:prstGeom prst="rect">
            <a:avLst/>
          </a:prstGeom>
          <a:noFill/>
          <a:ln/>
        </p:spPr>
        <p:txBody>
          <a:bodyPr wrap="square" lIns="0" tIns="0" rIns="0" bIns="0" rtlCol="0" anchor="t"/>
          <a:lstStyle/>
          <a:p>
            <a:pPr algn="r" indent="0" marL="0">
              <a:buNone/>
            </a:pPr>
            <a:r>
              <a:rPr lang="en-US" sz="1050" dirty="0">
                <a:solidFill>
                  <a:srgbClr val="5E574C"/>
                </a:solidFill>
                <a:latin typeface="Bookmania" pitchFamily="34" charset="0"/>
                <a:ea typeface="Bookmania" pitchFamily="34" charset="-122"/>
                <a:cs typeface="Bookmania" pitchFamily="34" charset="-120"/>
              </a:rPr>
              <a:t>35</a:t>
            </a:r>
            <a:endParaRPr lang="en-US" sz="1050" dirty="0"/>
          </a:p>
        </p:txBody>
      </p:sp>
      <p:sp>
        <p:nvSpPr>
          <p:cNvPr id="104" name="Text 102"/>
          <p:cNvSpPr txBox="1"/>
          <p:nvPr/>
        </p:nvSpPr>
        <p:spPr>
          <a:xfrm>
            <a:off x="9253728" y="5509260"/>
            <a:ext cx="548640" cy="201168"/>
          </a:xfrm>
          <a:prstGeom prst="rect">
            <a:avLst/>
          </a:prstGeom>
          <a:noFill/>
          <a:ln/>
        </p:spPr>
        <p:txBody>
          <a:bodyPr wrap="square" lIns="0" tIns="0" rIns="0" bIns="0" rtlCol="0" anchor="t"/>
          <a:lstStyle/>
          <a:p>
            <a:pPr indent="0" marL="0">
              <a:buNone/>
            </a:pPr>
            <a:r>
              <a:rPr lang="en-US" sz="1050" dirty="0">
                <a:solidFill>
                  <a:srgbClr val="5E574C"/>
                </a:solidFill>
                <a:latin typeface="Bookmania" pitchFamily="34" charset="0"/>
                <a:ea typeface="Bookmania" pitchFamily="34" charset="-122"/>
                <a:cs typeface="Bookmania" pitchFamily="34" charset="-120"/>
              </a:rPr>
              <a:t>6.4</a:t>
            </a:r>
            <a:endParaRPr lang="en-US" sz="1050" dirty="0"/>
          </a:p>
        </p:txBody>
      </p:sp>
      <p:sp>
        <p:nvSpPr>
          <p:cNvPr id="105" name="Text 103"/>
          <p:cNvSpPr txBox="1"/>
          <p:nvPr/>
        </p:nvSpPr>
        <p:spPr>
          <a:xfrm>
            <a:off x="9646920" y="5509260"/>
            <a:ext cx="2194560" cy="201168"/>
          </a:xfrm>
          <a:prstGeom prst="rect">
            <a:avLst/>
          </a:prstGeom>
          <a:noFill/>
          <a:ln/>
        </p:spPr>
        <p:txBody>
          <a:bodyPr wrap="square" lIns="0" tIns="0" rIns="0" bIns="0" rtlCol="0" anchor="t"/>
          <a:lstStyle/>
          <a:p>
            <a:pPr indent="0" marL="0">
              <a:buNone/>
            </a:pPr>
            <a:r>
              <a:rPr lang="en-US" sz="1050" dirty="0">
                <a:solidFill>
                  <a:srgbClr val="1C1A17"/>
                </a:solidFill>
                <a:latin typeface="Bookmania" pitchFamily="34" charset="0"/>
                <a:ea typeface="Bookmania" pitchFamily="34" charset="-122"/>
                <a:cs typeface="Bookmania" pitchFamily="34" charset="-120"/>
              </a:rPr>
              <a:t>The Screen in Use</a:t>
            </a:r>
            <a:endParaRPr lang="en-US" sz="1050" dirty="0"/>
          </a:p>
        </p:txBody>
      </p:sp>
      <p:sp>
        <p:nvSpPr>
          <p:cNvPr id="106" name="Text 104"/>
          <p:cNvSpPr txBox="1"/>
          <p:nvPr/>
        </p:nvSpPr>
        <p:spPr>
          <a:xfrm>
            <a:off x="11137392" y="5509260"/>
            <a:ext cx="502920" cy="201168"/>
          </a:xfrm>
          <a:prstGeom prst="rect">
            <a:avLst/>
          </a:prstGeom>
          <a:noFill/>
          <a:ln/>
        </p:spPr>
        <p:txBody>
          <a:bodyPr wrap="square" lIns="0" tIns="0" rIns="0" bIns="0" rtlCol="0" anchor="t"/>
          <a:lstStyle/>
          <a:p>
            <a:pPr algn="r" indent="0" marL="0">
              <a:buNone/>
            </a:pPr>
            <a:r>
              <a:rPr lang="en-US" sz="1050" dirty="0">
                <a:solidFill>
                  <a:srgbClr val="5E574C"/>
                </a:solidFill>
                <a:latin typeface="Bookmania" pitchFamily="34" charset="0"/>
                <a:ea typeface="Bookmania" pitchFamily="34" charset="-122"/>
                <a:cs typeface="Bookmania" pitchFamily="34" charset="-120"/>
              </a:rPr>
              <a:t>36</a:t>
            </a:r>
            <a:endParaRPr lang="en-US" sz="1050" dirty="0"/>
          </a:p>
        </p:txBody>
      </p:sp>
      <p:sp>
        <p:nvSpPr>
          <p:cNvPr id="107" name="Text 105"/>
          <p:cNvSpPr txBox="1"/>
          <p:nvPr/>
        </p:nvSpPr>
        <p:spPr>
          <a:xfrm>
            <a:off x="9253728" y="310896"/>
            <a:ext cx="548640" cy="201168"/>
          </a:xfrm>
          <a:prstGeom prst="rect">
            <a:avLst/>
          </a:prstGeom>
          <a:noFill/>
          <a:ln/>
        </p:spPr>
        <p:txBody>
          <a:bodyPr wrap="square" lIns="0" tIns="0" rIns="0" bIns="0" rtlCol="0" anchor="t"/>
          <a:lstStyle/>
          <a:p>
            <a:pPr indent="0" marL="0">
              <a:buNone/>
            </a:pPr>
            <a:r>
              <a:rPr lang="en-US" sz="950" b="1" spc="180" kern="0" dirty="0">
                <a:solidFill>
                  <a:srgbClr val="0F0F10"/>
                </a:solidFill>
                <a:latin typeface="Manrope" pitchFamily="34" charset="0"/>
                <a:ea typeface="Manrope" pitchFamily="34" charset="-122"/>
                <a:cs typeface="Manrope" pitchFamily="34" charset="-120"/>
              </a:rPr>
              <a:t>7.0</a:t>
            </a:r>
            <a:endParaRPr lang="en-US" sz="950" dirty="0"/>
          </a:p>
        </p:txBody>
      </p:sp>
      <p:sp>
        <p:nvSpPr>
          <p:cNvPr id="108" name="Text 106"/>
          <p:cNvSpPr txBox="1"/>
          <p:nvPr/>
        </p:nvSpPr>
        <p:spPr>
          <a:xfrm>
            <a:off x="9646920" y="310896"/>
            <a:ext cx="2011680" cy="201168"/>
          </a:xfrm>
          <a:prstGeom prst="rect">
            <a:avLst/>
          </a:prstGeom>
          <a:noFill/>
          <a:ln/>
        </p:spPr>
        <p:txBody>
          <a:bodyPr wrap="square" lIns="0" tIns="0" rIns="0" bIns="0" rtlCol="0" anchor="t"/>
          <a:lstStyle/>
          <a:p>
            <a:pPr indent="0" marL="0">
              <a:buNone/>
            </a:pPr>
            <a:r>
              <a:rPr lang="en-US" sz="950" b="1" spc="180" kern="0" dirty="0">
                <a:solidFill>
                  <a:srgbClr val="0F0F10"/>
                </a:solidFill>
                <a:latin typeface="Manrope" pitchFamily="34" charset="0"/>
                <a:ea typeface="Manrope" pitchFamily="34" charset="-122"/>
                <a:cs typeface="Manrope" pitchFamily="34" charset="-120"/>
              </a:rPr>
              <a:t>APPLICATION</a:t>
            </a:r>
            <a:endParaRPr lang="en-US" sz="950" dirty="0"/>
          </a:p>
        </p:txBody>
      </p:sp>
      <p:sp>
        <p:nvSpPr>
          <p:cNvPr id="109" name="Text 107"/>
          <p:cNvSpPr txBox="1"/>
          <p:nvPr/>
        </p:nvSpPr>
        <p:spPr>
          <a:xfrm>
            <a:off x="11137392" y="310896"/>
            <a:ext cx="502920" cy="201168"/>
          </a:xfrm>
          <a:prstGeom prst="rect">
            <a:avLst/>
          </a:prstGeom>
          <a:noFill/>
          <a:ln/>
        </p:spPr>
        <p:txBody>
          <a:bodyPr wrap="square" lIns="0" tIns="0" rIns="0" bIns="0" rtlCol="0" anchor="t"/>
          <a:lstStyle/>
          <a:p>
            <a:pPr algn="r" indent="0" marL="0">
              <a:buNone/>
            </a:pPr>
            <a:r>
              <a:rPr lang="en-US" sz="950" b="1" spc="180" kern="0" dirty="0">
                <a:solidFill>
                  <a:srgbClr val="0F0F10"/>
                </a:solidFill>
                <a:latin typeface="Manrope" pitchFamily="34" charset="0"/>
                <a:ea typeface="Manrope" pitchFamily="34" charset="-122"/>
                <a:cs typeface="Manrope" pitchFamily="34" charset="-120"/>
              </a:rPr>
              <a:t>37</a:t>
            </a:r>
            <a:endParaRPr lang="en-US" sz="950" dirty="0"/>
          </a:p>
        </p:txBody>
      </p:sp>
      <p:sp>
        <p:nvSpPr>
          <p:cNvPr id="110" name="Text 108"/>
          <p:cNvSpPr txBox="1"/>
          <p:nvPr/>
        </p:nvSpPr>
        <p:spPr>
          <a:xfrm>
            <a:off x="9253728" y="694944"/>
            <a:ext cx="548640" cy="201168"/>
          </a:xfrm>
          <a:prstGeom prst="rect">
            <a:avLst/>
          </a:prstGeom>
          <a:noFill/>
          <a:ln/>
        </p:spPr>
        <p:txBody>
          <a:bodyPr wrap="square" lIns="0" tIns="0" rIns="0" bIns="0" rtlCol="0" anchor="t"/>
          <a:lstStyle/>
          <a:p>
            <a:pPr indent="0" marL="0">
              <a:buNone/>
            </a:pPr>
            <a:r>
              <a:rPr lang="en-US" sz="1050" dirty="0">
                <a:solidFill>
                  <a:srgbClr val="5E574C"/>
                </a:solidFill>
                <a:latin typeface="Bookmania" pitchFamily="34" charset="0"/>
                <a:ea typeface="Bookmania" pitchFamily="34" charset="-122"/>
                <a:cs typeface="Bookmania" pitchFamily="34" charset="-120"/>
              </a:rPr>
              <a:t>7.1</a:t>
            </a:r>
            <a:endParaRPr lang="en-US" sz="1050" dirty="0"/>
          </a:p>
        </p:txBody>
      </p:sp>
      <p:sp>
        <p:nvSpPr>
          <p:cNvPr id="111" name="Text 109"/>
          <p:cNvSpPr txBox="1"/>
          <p:nvPr/>
        </p:nvSpPr>
        <p:spPr>
          <a:xfrm>
            <a:off x="9646920" y="694944"/>
            <a:ext cx="2194560" cy="201168"/>
          </a:xfrm>
          <a:prstGeom prst="rect">
            <a:avLst/>
          </a:prstGeom>
          <a:noFill/>
          <a:ln/>
        </p:spPr>
        <p:txBody>
          <a:bodyPr wrap="square" lIns="0" tIns="0" rIns="0" bIns="0" rtlCol="0" anchor="t"/>
          <a:lstStyle/>
          <a:p>
            <a:pPr indent="0" marL="0">
              <a:buNone/>
            </a:pPr>
            <a:r>
              <a:rPr lang="en-US" sz="1050" dirty="0">
                <a:solidFill>
                  <a:srgbClr val="1C1A17"/>
                </a:solidFill>
                <a:latin typeface="Bookmania" pitchFamily="34" charset="0"/>
                <a:ea typeface="Bookmania" pitchFamily="34" charset="-122"/>
                <a:cs typeface="Bookmania" pitchFamily="34" charset="-120"/>
              </a:rPr>
              <a:t>The Journey</a:t>
            </a:r>
            <a:endParaRPr lang="en-US" sz="1050" dirty="0"/>
          </a:p>
        </p:txBody>
      </p:sp>
      <p:sp>
        <p:nvSpPr>
          <p:cNvPr id="112" name="Text 110"/>
          <p:cNvSpPr txBox="1"/>
          <p:nvPr/>
        </p:nvSpPr>
        <p:spPr>
          <a:xfrm>
            <a:off x="11137392" y="694944"/>
            <a:ext cx="502920" cy="201168"/>
          </a:xfrm>
          <a:prstGeom prst="rect">
            <a:avLst/>
          </a:prstGeom>
          <a:noFill/>
          <a:ln/>
        </p:spPr>
        <p:txBody>
          <a:bodyPr wrap="square" lIns="0" tIns="0" rIns="0" bIns="0" rtlCol="0" anchor="t"/>
          <a:lstStyle/>
          <a:p>
            <a:pPr algn="r" indent="0" marL="0">
              <a:buNone/>
            </a:pPr>
            <a:r>
              <a:rPr lang="en-US" sz="1050" dirty="0">
                <a:solidFill>
                  <a:srgbClr val="5E574C"/>
                </a:solidFill>
                <a:latin typeface="Bookmania" pitchFamily="34" charset="0"/>
                <a:ea typeface="Bookmania" pitchFamily="34" charset="-122"/>
                <a:cs typeface="Bookmania" pitchFamily="34" charset="-120"/>
              </a:rPr>
              <a:t>38</a:t>
            </a:r>
            <a:endParaRPr lang="en-US" sz="1050" dirty="0"/>
          </a:p>
        </p:txBody>
      </p:sp>
      <p:sp>
        <p:nvSpPr>
          <p:cNvPr id="113" name="Text 111"/>
          <p:cNvSpPr txBox="1"/>
          <p:nvPr/>
        </p:nvSpPr>
        <p:spPr>
          <a:xfrm>
            <a:off x="9253728" y="909828"/>
            <a:ext cx="548640" cy="201168"/>
          </a:xfrm>
          <a:prstGeom prst="rect">
            <a:avLst/>
          </a:prstGeom>
          <a:noFill/>
          <a:ln/>
        </p:spPr>
        <p:txBody>
          <a:bodyPr wrap="square" lIns="0" tIns="0" rIns="0" bIns="0" rtlCol="0" anchor="t"/>
          <a:lstStyle/>
          <a:p>
            <a:pPr indent="0" marL="0">
              <a:buNone/>
            </a:pPr>
            <a:r>
              <a:rPr lang="en-US" sz="1050" dirty="0">
                <a:solidFill>
                  <a:srgbClr val="5E574C"/>
                </a:solidFill>
                <a:latin typeface="Bookmania" pitchFamily="34" charset="0"/>
                <a:ea typeface="Bookmania" pitchFamily="34" charset="-122"/>
                <a:cs typeface="Bookmania" pitchFamily="34" charset="-120"/>
              </a:rPr>
              <a:t>7.2</a:t>
            </a:r>
            <a:endParaRPr lang="en-US" sz="1050" dirty="0"/>
          </a:p>
        </p:txBody>
      </p:sp>
      <p:sp>
        <p:nvSpPr>
          <p:cNvPr id="114" name="Text 112"/>
          <p:cNvSpPr txBox="1"/>
          <p:nvPr/>
        </p:nvSpPr>
        <p:spPr>
          <a:xfrm>
            <a:off x="9646920" y="909828"/>
            <a:ext cx="2194560" cy="201168"/>
          </a:xfrm>
          <a:prstGeom prst="rect">
            <a:avLst/>
          </a:prstGeom>
          <a:noFill/>
          <a:ln/>
        </p:spPr>
        <p:txBody>
          <a:bodyPr wrap="square" lIns="0" tIns="0" rIns="0" bIns="0" rtlCol="0" anchor="t"/>
          <a:lstStyle/>
          <a:p>
            <a:pPr indent="0" marL="0">
              <a:buNone/>
            </a:pPr>
            <a:r>
              <a:rPr lang="en-US" sz="1050" dirty="0">
                <a:solidFill>
                  <a:srgbClr val="1C1A17"/>
                </a:solidFill>
                <a:latin typeface="Bookmania" pitchFamily="34" charset="0"/>
                <a:ea typeface="Bookmania" pitchFamily="34" charset="-122"/>
                <a:cs typeface="Bookmania" pitchFamily="34" charset="-120"/>
              </a:rPr>
              <a:t>The Words</a:t>
            </a:r>
            <a:endParaRPr lang="en-US" sz="1050" dirty="0"/>
          </a:p>
        </p:txBody>
      </p:sp>
      <p:sp>
        <p:nvSpPr>
          <p:cNvPr id="115" name="Text 113"/>
          <p:cNvSpPr txBox="1"/>
          <p:nvPr/>
        </p:nvSpPr>
        <p:spPr>
          <a:xfrm>
            <a:off x="11137392" y="909828"/>
            <a:ext cx="502920" cy="201168"/>
          </a:xfrm>
          <a:prstGeom prst="rect">
            <a:avLst/>
          </a:prstGeom>
          <a:noFill/>
          <a:ln/>
        </p:spPr>
        <p:txBody>
          <a:bodyPr wrap="square" lIns="0" tIns="0" rIns="0" bIns="0" rtlCol="0" anchor="t"/>
          <a:lstStyle/>
          <a:p>
            <a:pPr algn="r" indent="0" marL="0">
              <a:buNone/>
            </a:pPr>
            <a:r>
              <a:rPr lang="en-US" sz="1050" dirty="0">
                <a:solidFill>
                  <a:srgbClr val="5E574C"/>
                </a:solidFill>
                <a:latin typeface="Bookmania" pitchFamily="34" charset="0"/>
                <a:ea typeface="Bookmania" pitchFamily="34" charset="-122"/>
                <a:cs typeface="Bookmania" pitchFamily="34" charset="-120"/>
              </a:rPr>
              <a:t>39</a:t>
            </a:r>
            <a:endParaRPr lang="en-US" sz="1050" dirty="0"/>
          </a:p>
        </p:txBody>
      </p:sp>
      <p:sp>
        <p:nvSpPr>
          <p:cNvPr id="116" name="Text 114"/>
          <p:cNvSpPr txBox="1"/>
          <p:nvPr/>
        </p:nvSpPr>
        <p:spPr>
          <a:xfrm>
            <a:off x="9253728" y="1124712"/>
            <a:ext cx="548640" cy="201168"/>
          </a:xfrm>
          <a:prstGeom prst="rect">
            <a:avLst/>
          </a:prstGeom>
          <a:noFill/>
          <a:ln/>
        </p:spPr>
        <p:txBody>
          <a:bodyPr wrap="square" lIns="0" tIns="0" rIns="0" bIns="0" rtlCol="0" anchor="t"/>
          <a:lstStyle/>
          <a:p>
            <a:pPr indent="0" marL="0">
              <a:buNone/>
            </a:pPr>
            <a:r>
              <a:rPr lang="en-US" sz="1050" dirty="0">
                <a:solidFill>
                  <a:srgbClr val="5E574C"/>
                </a:solidFill>
                <a:latin typeface="Bookmania" pitchFamily="34" charset="0"/>
                <a:ea typeface="Bookmania" pitchFamily="34" charset="-122"/>
                <a:cs typeface="Bookmania" pitchFamily="34" charset="-120"/>
              </a:rPr>
              <a:t>7.3</a:t>
            </a:r>
            <a:endParaRPr lang="en-US" sz="1050" dirty="0"/>
          </a:p>
        </p:txBody>
      </p:sp>
      <p:sp>
        <p:nvSpPr>
          <p:cNvPr id="117" name="Text 115"/>
          <p:cNvSpPr txBox="1"/>
          <p:nvPr/>
        </p:nvSpPr>
        <p:spPr>
          <a:xfrm>
            <a:off x="9646920" y="1124712"/>
            <a:ext cx="2194560" cy="201168"/>
          </a:xfrm>
          <a:prstGeom prst="rect">
            <a:avLst/>
          </a:prstGeom>
          <a:noFill/>
          <a:ln/>
        </p:spPr>
        <p:txBody>
          <a:bodyPr wrap="square" lIns="0" tIns="0" rIns="0" bIns="0" rtlCol="0" anchor="t"/>
          <a:lstStyle/>
          <a:p>
            <a:pPr indent="0" marL="0">
              <a:buNone/>
            </a:pPr>
            <a:r>
              <a:rPr lang="en-US" sz="1050" dirty="0">
                <a:solidFill>
                  <a:srgbClr val="1C1A17"/>
                </a:solidFill>
                <a:latin typeface="Bookmania" pitchFamily="34" charset="0"/>
                <a:ea typeface="Bookmania" pitchFamily="34" charset="-122"/>
                <a:cs typeface="Bookmania" pitchFamily="34" charset="-120"/>
              </a:rPr>
              <a:t>Stationery</a:t>
            </a:r>
            <a:endParaRPr lang="en-US" sz="1050" dirty="0"/>
          </a:p>
        </p:txBody>
      </p:sp>
      <p:sp>
        <p:nvSpPr>
          <p:cNvPr id="118" name="Text 116"/>
          <p:cNvSpPr txBox="1"/>
          <p:nvPr/>
        </p:nvSpPr>
        <p:spPr>
          <a:xfrm>
            <a:off x="11137392" y="1124712"/>
            <a:ext cx="502920" cy="201168"/>
          </a:xfrm>
          <a:prstGeom prst="rect">
            <a:avLst/>
          </a:prstGeom>
          <a:noFill/>
          <a:ln/>
        </p:spPr>
        <p:txBody>
          <a:bodyPr wrap="square" lIns="0" tIns="0" rIns="0" bIns="0" rtlCol="0" anchor="t"/>
          <a:lstStyle/>
          <a:p>
            <a:pPr algn="r" indent="0" marL="0">
              <a:buNone/>
            </a:pPr>
            <a:r>
              <a:rPr lang="en-US" sz="1050" dirty="0">
                <a:solidFill>
                  <a:srgbClr val="5E574C"/>
                </a:solidFill>
                <a:latin typeface="Bookmania" pitchFamily="34" charset="0"/>
                <a:ea typeface="Bookmania" pitchFamily="34" charset="-122"/>
                <a:cs typeface="Bookmania" pitchFamily="34" charset="-120"/>
              </a:rPr>
              <a:t>40</a:t>
            </a:r>
            <a:endParaRPr lang="en-US" sz="1050" dirty="0"/>
          </a:p>
        </p:txBody>
      </p:sp>
      <p:sp>
        <p:nvSpPr>
          <p:cNvPr id="119" name="Text 117"/>
          <p:cNvSpPr txBox="1"/>
          <p:nvPr/>
        </p:nvSpPr>
        <p:spPr>
          <a:xfrm>
            <a:off x="9253728" y="1339596"/>
            <a:ext cx="548640" cy="201168"/>
          </a:xfrm>
          <a:prstGeom prst="rect">
            <a:avLst/>
          </a:prstGeom>
          <a:noFill/>
          <a:ln/>
        </p:spPr>
        <p:txBody>
          <a:bodyPr wrap="square" lIns="0" tIns="0" rIns="0" bIns="0" rtlCol="0" anchor="t"/>
          <a:lstStyle/>
          <a:p>
            <a:pPr indent="0" marL="0">
              <a:buNone/>
            </a:pPr>
            <a:r>
              <a:rPr lang="en-US" sz="1050" dirty="0">
                <a:solidFill>
                  <a:srgbClr val="5E574C"/>
                </a:solidFill>
                <a:latin typeface="Bookmania" pitchFamily="34" charset="0"/>
                <a:ea typeface="Bookmania" pitchFamily="34" charset="-122"/>
                <a:cs typeface="Bookmania" pitchFamily="34" charset="-120"/>
              </a:rPr>
              <a:t>7.4</a:t>
            </a:r>
            <a:endParaRPr lang="en-US" sz="1050" dirty="0"/>
          </a:p>
        </p:txBody>
      </p:sp>
      <p:sp>
        <p:nvSpPr>
          <p:cNvPr id="120" name="Text 118"/>
          <p:cNvSpPr txBox="1"/>
          <p:nvPr/>
        </p:nvSpPr>
        <p:spPr>
          <a:xfrm>
            <a:off x="9646920" y="1339596"/>
            <a:ext cx="2194560" cy="201168"/>
          </a:xfrm>
          <a:prstGeom prst="rect">
            <a:avLst/>
          </a:prstGeom>
          <a:noFill/>
          <a:ln/>
        </p:spPr>
        <p:txBody>
          <a:bodyPr wrap="square" lIns="0" tIns="0" rIns="0" bIns="0" rtlCol="0" anchor="t"/>
          <a:lstStyle/>
          <a:p>
            <a:pPr indent="0" marL="0">
              <a:buNone/>
            </a:pPr>
            <a:r>
              <a:rPr lang="en-US" sz="1050" dirty="0">
                <a:solidFill>
                  <a:srgbClr val="1C1A17"/>
                </a:solidFill>
                <a:latin typeface="Bookmania" pitchFamily="34" charset="0"/>
                <a:ea typeface="Bookmania" pitchFamily="34" charset="-122"/>
                <a:cs typeface="Bookmania" pitchFamily="34" charset="-120"/>
              </a:rPr>
              <a:t>Digital</a:t>
            </a:r>
            <a:endParaRPr lang="en-US" sz="1050" dirty="0"/>
          </a:p>
        </p:txBody>
      </p:sp>
      <p:sp>
        <p:nvSpPr>
          <p:cNvPr id="121" name="Text 119"/>
          <p:cNvSpPr txBox="1"/>
          <p:nvPr/>
        </p:nvSpPr>
        <p:spPr>
          <a:xfrm>
            <a:off x="11137392" y="1339596"/>
            <a:ext cx="502920" cy="201168"/>
          </a:xfrm>
          <a:prstGeom prst="rect">
            <a:avLst/>
          </a:prstGeom>
          <a:noFill/>
          <a:ln/>
        </p:spPr>
        <p:txBody>
          <a:bodyPr wrap="square" lIns="0" tIns="0" rIns="0" bIns="0" rtlCol="0" anchor="t"/>
          <a:lstStyle/>
          <a:p>
            <a:pPr algn="r" indent="0" marL="0">
              <a:buNone/>
            </a:pPr>
            <a:r>
              <a:rPr lang="en-US" sz="1050" dirty="0">
                <a:solidFill>
                  <a:srgbClr val="5E574C"/>
                </a:solidFill>
                <a:latin typeface="Bookmania" pitchFamily="34" charset="0"/>
                <a:ea typeface="Bookmania" pitchFamily="34" charset="-122"/>
                <a:cs typeface="Bookmania" pitchFamily="34" charset="-120"/>
              </a:rPr>
              <a:t>41</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566928" y="274320"/>
            <a:ext cx="0" cy="6309360"/>
          </a:xfrm>
          <a:prstGeom prst="line">
            <a:avLst/>
          </a:prstGeom>
          <a:noFill/>
          <a:ln w="9525">
            <a:solidFill>
              <a:srgbClr val="BDB4A2"/>
            </a:solidFill>
            <a:prstDash val="solid"/>
          </a:ln>
        </p:spPr>
      </p:sp>
      <p:sp>
        <p:nvSpPr>
          <p:cNvPr id="3" name="Text 1"/>
          <p:cNvSpPr txBox="1"/>
          <p:nvPr/>
        </p:nvSpPr>
        <p:spPr>
          <a:xfrm rot="16200000">
            <a:off x="9144" y="256032"/>
            <a:ext cx="457200" cy="274320"/>
          </a:xfrm>
          <a:prstGeom prst="rect">
            <a:avLst/>
          </a:prstGeom>
          <a:noFill/>
          <a:ln/>
        </p:spPr>
        <p:txBody>
          <a:bodyPr wrap="none" lIns="0" tIns="0" rIns="0" bIns="0" rtlCol="0" anchor="ctr"/>
          <a:lstStyle/>
          <a:p>
            <a:pPr algn="ctr" indent="0" marL="0">
              <a:buNone/>
            </a:pPr>
            <a:r>
              <a:rPr lang="en-US" sz="700" spc="160" kern="0" dirty="0">
                <a:solidFill>
                  <a:srgbClr val="7A7264"/>
                </a:solidFill>
                <a:latin typeface="Manrope" pitchFamily="34" charset="0"/>
                <a:ea typeface="Manrope" pitchFamily="34" charset="-122"/>
                <a:cs typeface="Manrope" pitchFamily="34" charset="-120"/>
              </a:rPr>
              <a:t>004</a:t>
            </a:r>
            <a:endParaRPr lang="en-US" sz="700" dirty="0"/>
          </a:p>
        </p:txBody>
      </p:sp>
      <p:sp>
        <p:nvSpPr>
          <p:cNvPr id="4" name="Text 2"/>
          <p:cNvSpPr txBox="1"/>
          <p:nvPr/>
        </p:nvSpPr>
        <p:spPr>
          <a:xfrm rot="16200000">
            <a:off x="-950976" y="5257800"/>
            <a:ext cx="2377440" cy="274320"/>
          </a:xfrm>
          <a:prstGeom prst="rect">
            <a:avLst/>
          </a:prstGeom>
          <a:noFill/>
          <a:ln/>
        </p:spPr>
        <p:txBody>
          <a:bodyPr wrap="none" lIns="0" tIns="0" rIns="0" bIns="0" rtlCol="0" anchor="ctr"/>
          <a:lstStyle/>
          <a:p>
            <a:pPr algn="l" indent="0" marL="0">
              <a:buNone/>
            </a:pPr>
            <a:r>
              <a:rPr lang="en-US" sz="700" spc="160" kern="0" dirty="0">
                <a:solidFill>
                  <a:srgbClr val="7A7264"/>
                </a:solidFill>
                <a:latin typeface="Manrope" pitchFamily="34" charset="0"/>
                <a:ea typeface="Manrope" pitchFamily="34" charset="-122"/>
                <a:cs typeface="Manrope" pitchFamily="34" charset="-120"/>
              </a:rPr>
              <a:t>THE IDENTITY BOOK</a:t>
            </a:r>
            <a:endParaRPr lang="en-US" sz="700" dirty="0"/>
          </a:p>
        </p:txBody>
      </p:sp>
      <p:sp>
        <p:nvSpPr>
          <p:cNvPr id="5" name="Text 3"/>
          <p:cNvSpPr txBox="1"/>
          <p:nvPr/>
        </p:nvSpPr>
        <p:spPr>
          <a:xfrm rot="16200000">
            <a:off x="-1586484" y="3337560"/>
            <a:ext cx="5623560" cy="868680"/>
          </a:xfrm>
          <a:prstGeom prst="rect">
            <a:avLst/>
          </a:prstGeom>
          <a:noFill/>
          <a:ln/>
        </p:spPr>
        <p:txBody>
          <a:bodyPr wrap="none" lIns="0" tIns="0" rIns="0" bIns="0" rtlCol="0" anchor="ctr"/>
          <a:lstStyle/>
          <a:p>
            <a:pPr algn="l" indent="0" marL="0">
              <a:buNone/>
            </a:pPr>
            <a:r>
              <a:rPr lang="en-US" sz="5000" dirty="0">
                <a:solidFill>
                  <a:srgbClr val="0F0F10"/>
                </a:solidFill>
                <a:latin typeface="Bookmania" pitchFamily="34" charset="0"/>
                <a:ea typeface="Bookmania" pitchFamily="34" charset="-122"/>
                <a:cs typeface="Bookmania" pitchFamily="34" charset="-120"/>
              </a:rPr>
              <a:t>THE BRAND</a:t>
            </a:r>
            <a:endParaRPr lang="en-US" sz="5000" dirty="0"/>
          </a:p>
        </p:txBody>
      </p:sp>
      <p:sp>
        <p:nvSpPr>
          <p:cNvPr id="6" name="Shape 4"/>
          <p:cNvSpPr/>
          <p:nvPr/>
        </p:nvSpPr>
        <p:spPr>
          <a:xfrm>
            <a:off x="1700784" y="274320"/>
            <a:ext cx="0" cy="6309360"/>
          </a:xfrm>
          <a:prstGeom prst="line">
            <a:avLst/>
          </a:prstGeom>
          <a:noFill/>
          <a:ln w="9525">
            <a:solidFill>
              <a:srgbClr val="BDB4A2"/>
            </a:solidFill>
            <a:prstDash val="solid"/>
          </a:ln>
        </p:spPr>
      </p:sp>
      <p:sp>
        <p:nvSpPr>
          <p:cNvPr id="7" name="Text 5"/>
          <p:cNvSpPr txBox="1"/>
          <p:nvPr/>
        </p:nvSpPr>
        <p:spPr>
          <a:xfrm>
            <a:off x="1956816" y="292608"/>
            <a:ext cx="548640" cy="201168"/>
          </a:xfrm>
          <a:prstGeom prst="rect">
            <a:avLst/>
          </a:prstGeom>
          <a:noFill/>
          <a:ln/>
        </p:spPr>
        <p:txBody>
          <a:bodyPr wrap="square" lIns="0" tIns="0" rIns="0" bIns="0" rtlCol="0" anchor="t"/>
          <a:lstStyle/>
          <a:p>
            <a:pPr indent="0" marL="0">
              <a:buNone/>
            </a:pPr>
            <a:r>
              <a:rPr lang="en-US" sz="950" b="1" spc="180" kern="0" dirty="0">
                <a:solidFill>
                  <a:srgbClr val="0F0F10"/>
                </a:solidFill>
                <a:latin typeface="Manrope" pitchFamily="34" charset="0"/>
                <a:ea typeface="Manrope" pitchFamily="34" charset="-122"/>
                <a:cs typeface="Manrope" pitchFamily="34" charset="-120"/>
              </a:rPr>
              <a:t>1.0</a:t>
            </a:r>
            <a:endParaRPr lang="en-US" sz="950" dirty="0"/>
          </a:p>
        </p:txBody>
      </p:sp>
      <p:sp>
        <p:nvSpPr>
          <p:cNvPr id="8" name="Text 6"/>
          <p:cNvSpPr txBox="1"/>
          <p:nvPr/>
        </p:nvSpPr>
        <p:spPr>
          <a:xfrm>
            <a:off x="2615184" y="292608"/>
            <a:ext cx="2103120" cy="201168"/>
          </a:xfrm>
          <a:prstGeom prst="rect">
            <a:avLst/>
          </a:prstGeom>
          <a:noFill/>
          <a:ln/>
        </p:spPr>
        <p:txBody>
          <a:bodyPr wrap="square" lIns="0" tIns="0" rIns="0" bIns="0" rtlCol="0" anchor="t"/>
          <a:lstStyle/>
          <a:p>
            <a:pPr indent="0" marL="0">
              <a:buNone/>
            </a:pPr>
            <a:r>
              <a:rPr lang="en-US" sz="950" b="1" spc="180" kern="0" dirty="0">
                <a:solidFill>
                  <a:srgbClr val="0F0F10"/>
                </a:solidFill>
                <a:latin typeface="Manrope" pitchFamily="34" charset="0"/>
                <a:ea typeface="Manrope" pitchFamily="34" charset="-122"/>
                <a:cs typeface="Manrope" pitchFamily="34" charset="-120"/>
              </a:rPr>
              <a:t>THE BRAND</a:t>
            </a:r>
            <a:endParaRPr lang="en-US" sz="950" dirty="0"/>
          </a:p>
        </p:txBody>
      </p:sp>
      <p:sp>
        <p:nvSpPr>
          <p:cNvPr id="9" name="Text 7"/>
          <p:cNvSpPr txBox="1"/>
          <p:nvPr/>
        </p:nvSpPr>
        <p:spPr>
          <a:xfrm>
            <a:off x="4608576" y="292608"/>
            <a:ext cx="457200" cy="201168"/>
          </a:xfrm>
          <a:prstGeom prst="rect">
            <a:avLst/>
          </a:prstGeom>
          <a:noFill/>
          <a:ln/>
        </p:spPr>
        <p:txBody>
          <a:bodyPr wrap="square" lIns="0" tIns="0" rIns="0" bIns="0" rtlCol="0" anchor="t"/>
          <a:lstStyle/>
          <a:p>
            <a:pPr algn="r" indent="0" marL="0">
              <a:buNone/>
            </a:pPr>
            <a:r>
              <a:rPr lang="en-US" sz="950" b="1" spc="180" kern="0" dirty="0">
                <a:solidFill>
                  <a:srgbClr val="0F0F10"/>
                </a:solidFill>
                <a:latin typeface="Manrope" pitchFamily="34" charset="0"/>
                <a:ea typeface="Manrope" pitchFamily="34" charset="-122"/>
                <a:cs typeface="Manrope" pitchFamily="34" charset="-120"/>
              </a:rPr>
              <a:t>04</a:t>
            </a:r>
            <a:endParaRPr lang="en-US" sz="950" dirty="0"/>
          </a:p>
        </p:txBody>
      </p:sp>
      <p:sp>
        <p:nvSpPr>
          <p:cNvPr id="10" name="Text 8"/>
          <p:cNvSpPr txBox="1"/>
          <p:nvPr/>
        </p:nvSpPr>
        <p:spPr>
          <a:xfrm>
            <a:off x="1956816" y="694944"/>
            <a:ext cx="548640" cy="219456"/>
          </a:xfrm>
          <a:prstGeom prst="rect">
            <a:avLst/>
          </a:prstGeom>
          <a:noFill/>
          <a:ln/>
        </p:spPr>
        <p:txBody>
          <a:bodyPr wrap="square" lIns="0" tIns="0" rIns="0" bIns="0" rtlCol="0" anchor="t"/>
          <a:lstStyle/>
          <a:p>
            <a:pPr indent="0" marL="0">
              <a:buNone/>
            </a:pPr>
            <a:r>
              <a:rPr lang="en-US" sz="1050" dirty="0">
                <a:solidFill>
                  <a:srgbClr val="5E574C"/>
                </a:solidFill>
                <a:latin typeface="Bookmania" pitchFamily="34" charset="0"/>
                <a:ea typeface="Bookmania" pitchFamily="34" charset="-122"/>
                <a:cs typeface="Bookmania" pitchFamily="34" charset="-120"/>
              </a:rPr>
              <a:t>1.1</a:t>
            </a:r>
            <a:endParaRPr lang="en-US" sz="1050" dirty="0"/>
          </a:p>
        </p:txBody>
      </p:sp>
      <p:sp>
        <p:nvSpPr>
          <p:cNvPr id="11" name="Text 9"/>
          <p:cNvSpPr txBox="1"/>
          <p:nvPr/>
        </p:nvSpPr>
        <p:spPr>
          <a:xfrm>
            <a:off x="2615184" y="694944"/>
            <a:ext cx="2103120" cy="219456"/>
          </a:xfrm>
          <a:prstGeom prst="rect">
            <a:avLst/>
          </a:prstGeom>
          <a:noFill/>
          <a:ln/>
        </p:spPr>
        <p:txBody>
          <a:bodyPr wrap="square" lIns="0" tIns="0" rIns="0" bIns="0" rtlCol="0" anchor="t"/>
          <a:lstStyle/>
          <a:p>
            <a:pPr indent="0" marL="0">
              <a:buNone/>
            </a:pPr>
            <a:r>
              <a:rPr lang="en-US" sz="1050" dirty="0">
                <a:solidFill>
                  <a:srgbClr val="1C1A17"/>
                </a:solidFill>
                <a:latin typeface="Bookmania" pitchFamily="34" charset="0"/>
                <a:ea typeface="Bookmania" pitchFamily="34" charset="-122"/>
                <a:cs typeface="Bookmania" pitchFamily="34" charset="-120"/>
              </a:rPr>
              <a:t>Brand Manifesto</a:t>
            </a:r>
            <a:endParaRPr lang="en-US" sz="1050" dirty="0"/>
          </a:p>
        </p:txBody>
      </p:sp>
      <p:sp>
        <p:nvSpPr>
          <p:cNvPr id="12" name="Text 10"/>
          <p:cNvSpPr txBox="1"/>
          <p:nvPr/>
        </p:nvSpPr>
        <p:spPr>
          <a:xfrm>
            <a:off x="4608576" y="694944"/>
            <a:ext cx="457200" cy="219456"/>
          </a:xfrm>
          <a:prstGeom prst="rect">
            <a:avLst/>
          </a:prstGeom>
          <a:noFill/>
          <a:ln/>
        </p:spPr>
        <p:txBody>
          <a:bodyPr wrap="square" lIns="0" tIns="0" rIns="0" bIns="0" rtlCol="0" anchor="t"/>
          <a:lstStyle/>
          <a:p>
            <a:pPr algn="r" indent="0" marL="0">
              <a:buNone/>
            </a:pPr>
            <a:r>
              <a:rPr lang="en-US" sz="1050" dirty="0">
                <a:solidFill>
                  <a:srgbClr val="5E574C"/>
                </a:solidFill>
                <a:latin typeface="Bookmania" pitchFamily="34" charset="0"/>
                <a:ea typeface="Bookmania" pitchFamily="34" charset="-122"/>
                <a:cs typeface="Bookmania" pitchFamily="34" charset="-120"/>
              </a:rPr>
              <a:t>05</a:t>
            </a:r>
            <a:endParaRPr lang="en-US" sz="1050" dirty="0"/>
          </a:p>
        </p:txBody>
      </p:sp>
      <p:sp>
        <p:nvSpPr>
          <p:cNvPr id="13" name="Text 11"/>
          <p:cNvSpPr txBox="1"/>
          <p:nvPr/>
        </p:nvSpPr>
        <p:spPr>
          <a:xfrm>
            <a:off x="1956816" y="941832"/>
            <a:ext cx="548640" cy="219456"/>
          </a:xfrm>
          <a:prstGeom prst="rect">
            <a:avLst/>
          </a:prstGeom>
          <a:noFill/>
          <a:ln/>
        </p:spPr>
        <p:txBody>
          <a:bodyPr wrap="square" lIns="0" tIns="0" rIns="0" bIns="0" rtlCol="0" anchor="t"/>
          <a:lstStyle/>
          <a:p>
            <a:pPr indent="0" marL="0">
              <a:buNone/>
            </a:pPr>
            <a:r>
              <a:rPr lang="en-US" sz="1050" dirty="0">
                <a:solidFill>
                  <a:srgbClr val="5E574C"/>
                </a:solidFill>
                <a:latin typeface="Bookmania" pitchFamily="34" charset="0"/>
                <a:ea typeface="Bookmania" pitchFamily="34" charset="-122"/>
                <a:cs typeface="Bookmania" pitchFamily="34" charset="-120"/>
              </a:rPr>
              <a:t>1.2</a:t>
            </a:r>
            <a:endParaRPr lang="en-US" sz="1050" dirty="0"/>
          </a:p>
        </p:txBody>
      </p:sp>
      <p:sp>
        <p:nvSpPr>
          <p:cNvPr id="14" name="Text 12"/>
          <p:cNvSpPr txBox="1"/>
          <p:nvPr/>
        </p:nvSpPr>
        <p:spPr>
          <a:xfrm>
            <a:off x="2615184" y="941832"/>
            <a:ext cx="2103120" cy="219456"/>
          </a:xfrm>
          <a:prstGeom prst="rect">
            <a:avLst/>
          </a:prstGeom>
          <a:noFill/>
          <a:ln/>
        </p:spPr>
        <p:txBody>
          <a:bodyPr wrap="square" lIns="0" tIns="0" rIns="0" bIns="0" rtlCol="0" anchor="t"/>
          <a:lstStyle/>
          <a:p>
            <a:pPr indent="0" marL="0">
              <a:buNone/>
            </a:pPr>
            <a:r>
              <a:rPr lang="en-US" sz="1050" dirty="0">
                <a:solidFill>
                  <a:srgbClr val="1C1A17"/>
                </a:solidFill>
                <a:latin typeface="Bookmania" pitchFamily="34" charset="0"/>
                <a:ea typeface="Bookmania" pitchFamily="34" charset="-122"/>
                <a:cs typeface="Bookmania" pitchFamily="34" charset="-120"/>
              </a:rPr>
              <a:t>Brand Values</a:t>
            </a:r>
            <a:endParaRPr lang="en-US" sz="1050" dirty="0"/>
          </a:p>
        </p:txBody>
      </p:sp>
      <p:sp>
        <p:nvSpPr>
          <p:cNvPr id="15" name="Text 13"/>
          <p:cNvSpPr txBox="1"/>
          <p:nvPr/>
        </p:nvSpPr>
        <p:spPr>
          <a:xfrm>
            <a:off x="4608576" y="941832"/>
            <a:ext cx="457200" cy="219456"/>
          </a:xfrm>
          <a:prstGeom prst="rect">
            <a:avLst/>
          </a:prstGeom>
          <a:noFill/>
          <a:ln/>
        </p:spPr>
        <p:txBody>
          <a:bodyPr wrap="square" lIns="0" tIns="0" rIns="0" bIns="0" rtlCol="0" anchor="t"/>
          <a:lstStyle/>
          <a:p>
            <a:pPr algn="r" indent="0" marL="0">
              <a:buNone/>
            </a:pPr>
            <a:r>
              <a:rPr lang="en-US" sz="1050" dirty="0">
                <a:solidFill>
                  <a:srgbClr val="5E574C"/>
                </a:solidFill>
                <a:latin typeface="Bookmania" pitchFamily="34" charset="0"/>
                <a:ea typeface="Bookmania" pitchFamily="34" charset="-122"/>
                <a:cs typeface="Bookmania" pitchFamily="34" charset="-120"/>
              </a:rPr>
              <a:t>06</a:t>
            </a:r>
            <a:endParaRPr lang="en-US" sz="1050" dirty="0"/>
          </a:p>
        </p:txBody>
      </p:sp>
      <p:sp>
        <p:nvSpPr>
          <p:cNvPr id="16" name="Text 14"/>
          <p:cNvSpPr txBox="1"/>
          <p:nvPr/>
        </p:nvSpPr>
        <p:spPr>
          <a:xfrm>
            <a:off x="1956816" y="1188720"/>
            <a:ext cx="548640" cy="219456"/>
          </a:xfrm>
          <a:prstGeom prst="rect">
            <a:avLst/>
          </a:prstGeom>
          <a:noFill/>
          <a:ln/>
        </p:spPr>
        <p:txBody>
          <a:bodyPr wrap="square" lIns="0" tIns="0" rIns="0" bIns="0" rtlCol="0" anchor="t"/>
          <a:lstStyle/>
          <a:p>
            <a:pPr indent="0" marL="0">
              <a:buNone/>
            </a:pPr>
            <a:r>
              <a:rPr lang="en-US" sz="1050" dirty="0">
                <a:solidFill>
                  <a:srgbClr val="5E574C"/>
                </a:solidFill>
                <a:latin typeface="Bookmania" pitchFamily="34" charset="0"/>
                <a:ea typeface="Bookmania" pitchFamily="34" charset="-122"/>
                <a:cs typeface="Bookmania" pitchFamily="34" charset="-120"/>
              </a:rPr>
              <a:t>1.3</a:t>
            </a:r>
            <a:endParaRPr lang="en-US" sz="1050" dirty="0"/>
          </a:p>
        </p:txBody>
      </p:sp>
      <p:sp>
        <p:nvSpPr>
          <p:cNvPr id="17" name="Text 15"/>
          <p:cNvSpPr txBox="1"/>
          <p:nvPr/>
        </p:nvSpPr>
        <p:spPr>
          <a:xfrm>
            <a:off x="2615184" y="1188720"/>
            <a:ext cx="2103120" cy="219456"/>
          </a:xfrm>
          <a:prstGeom prst="rect">
            <a:avLst/>
          </a:prstGeom>
          <a:noFill/>
          <a:ln/>
        </p:spPr>
        <p:txBody>
          <a:bodyPr wrap="square" lIns="0" tIns="0" rIns="0" bIns="0" rtlCol="0" anchor="t"/>
          <a:lstStyle/>
          <a:p>
            <a:pPr indent="0" marL="0">
              <a:buNone/>
            </a:pPr>
            <a:r>
              <a:rPr lang="en-US" sz="1050" dirty="0">
                <a:solidFill>
                  <a:srgbClr val="1C1A17"/>
                </a:solidFill>
                <a:latin typeface="Bookmania" pitchFamily="34" charset="0"/>
                <a:ea typeface="Bookmania" pitchFamily="34" charset="-122"/>
                <a:cs typeface="Bookmania" pitchFamily="34" charset="-120"/>
              </a:rPr>
              <a:t>Brand Personality</a:t>
            </a:r>
            <a:endParaRPr lang="en-US" sz="1050" dirty="0"/>
          </a:p>
        </p:txBody>
      </p:sp>
      <p:sp>
        <p:nvSpPr>
          <p:cNvPr id="18" name="Text 16"/>
          <p:cNvSpPr txBox="1"/>
          <p:nvPr/>
        </p:nvSpPr>
        <p:spPr>
          <a:xfrm>
            <a:off x="4608576" y="1188720"/>
            <a:ext cx="457200" cy="219456"/>
          </a:xfrm>
          <a:prstGeom prst="rect">
            <a:avLst/>
          </a:prstGeom>
          <a:noFill/>
          <a:ln/>
        </p:spPr>
        <p:txBody>
          <a:bodyPr wrap="square" lIns="0" tIns="0" rIns="0" bIns="0" rtlCol="0" anchor="t"/>
          <a:lstStyle/>
          <a:p>
            <a:pPr algn="r" indent="0" marL="0">
              <a:buNone/>
            </a:pPr>
            <a:r>
              <a:rPr lang="en-US" sz="1050" dirty="0">
                <a:solidFill>
                  <a:srgbClr val="5E574C"/>
                </a:solidFill>
                <a:latin typeface="Bookmania" pitchFamily="34" charset="0"/>
                <a:ea typeface="Bookmania" pitchFamily="34" charset="-122"/>
                <a:cs typeface="Bookmania" pitchFamily="34" charset="-120"/>
              </a:rPr>
              <a:t>07</a:t>
            </a:r>
            <a:endParaRPr lang="en-US" sz="1050" dirty="0"/>
          </a:p>
        </p:txBody>
      </p:sp>
      <p:sp>
        <p:nvSpPr>
          <p:cNvPr id="19" name="Text 17"/>
          <p:cNvSpPr txBox="1"/>
          <p:nvPr/>
        </p:nvSpPr>
        <p:spPr>
          <a:xfrm>
            <a:off x="1956816" y="1435608"/>
            <a:ext cx="548640" cy="219456"/>
          </a:xfrm>
          <a:prstGeom prst="rect">
            <a:avLst/>
          </a:prstGeom>
          <a:noFill/>
          <a:ln/>
        </p:spPr>
        <p:txBody>
          <a:bodyPr wrap="square" lIns="0" tIns="0" rIns="0" bIns="0" rtlCol="0" anchor="t"/>
          <a:lstStyle/>
          <a:p>
            <a:pPr indent="0" marL="0">
              <a:buNone/>
            </a:pPr>
            <a:r>
              <a:rPr lang="en-US" sz="1050" dirty="0">
                <a:solidFill>
                  <a:srgbClr val="5E574C"/>
                </a:solidFill>
                <a:latin typeface="Bookmania" pitchFamily="34" charset="0"/>
                <a:ea typeface="Bookmania" pitchFamily="34" charset="-122"/>
                <a:cs typeface="Bookmania" pitchFamily="34" charset="-120"/>
              </a:rPr>
              <a:t>1.4</a:t>
            </a:r>
            <a:endParaRPr lang="en-US" sz="1050" dirty="0"/>
          </a:p>
        </p:txBody>
      </p:sp>
      <p:sp>
        <p:nvSpPr>
          <p:cNvPr id="20" name="Text 18"/>
          <p:cNvSpPr txBox="1"/>
          <p:nvPr/>
        </p:nvSpPr>
        <p:spPr>
          <a:xfrm>
            <a:off x="2615184" y="1435608"/>
            <a:ext cx="2103120" cy="219456"/>
          </a:xfrm>
          <a:prstGeom prst="rect">
            <a:avLst/>
          </a:prstGeom>
          <a:noFill/>
          <a:ln/>
        </p:spPr>
        <p:txBody>
          <a:bodyPr wrap="square" lIns="0" tIns="0" rIns="0" bIns="0" rtlCol="0" anchor="t"/>
          <a:lstStyle/>
          <a:p>
            <a:pPr indent="0" marL="0">
              <a:buNone/>
            </a:pPr>
            <a:r>
              <a:rPr lang="en-US" sz="1050" dirty="0">
                <a:solidFill>
                  <a:srgbClr val="1C1A17"/>
                </a:solidFill>
                <a:latin typeface="Bookmania" pitchFamily="34" charset="0"/>
                <a:ea typeface="Bookmania" pitchFamily="34" charset="-122"/>
                <a:cs typeface="Bookmania" pitchFamily="34" charset="-120"/>
              </a:rPr>
              <a:t>Brand Archetypes</a:t>
            </a:r>
            <a:endParaRPr lang="en-US" sz="1050" dirty="0"/>
          </a:p>
        </p:txBody>
      </p:sp>
      <p:sp>
        <p:nvSpPr>
          <p:cNvPr id="21" name="Text 19"/>
          <p:cNvSpPr txBox="1"/>
          <p:nvPr/>
        </p:nvSpPr>
        <p:spPr>
          <a:xfrm>
            <a:off x="4608576" y="1435608"/>
            <a:ext cx="457200" cy="219456"/>
          </a:xfrm>
          <a:prstGeom prst="rect">
            <a:avLst/>
          </a:prstGeom>
          <a:noFill/>
          <a:ln/>
        </p:spPr>
        <p:txBody>
          <a:bodyPr wrap="square" lIns="0" tIns="0" rIns="0" bIns="0" rtlCol="0" anchor="t"/>
          <a:lstStyle/>
          <a:p>
            <a:pPr algn="r" indent="0" marL="0">
              <a:buNone/>
            </a:pPr>
            <a:r>
              <a:rPr lang="en-US" sz="1050" dirty="0">
                <a:solidFill>
                  <a:srgbClr val="5E574C"/>
                </a:solidFill>
                <a:latin typeface="Bookmania" pitchFamily="34" charset="0"/>
                <a:ea typeface="Bookmania" pitchFamily="34" charset="-122"/>
                <a:cs typeface="Bookmania" pitchFamily="34" charset="-120"/>
              </a:rPr>
              <a:t>08</a:t>
            </a:r>
            <a:endParaRPr lang="en-US" sz="1050" dirty="0"/>
          </a:p>
        </p:txBody>
      </p:sp>
      <p:sp>
        <p:nvSpPr>
          <p:cNvPr id="22" name="Text 20"/>
          <p:cNvSpPr txBox="1"/>
          <p:nvPr/>
        </p:nvSpPr>
        <p:spPr>
          <a:xfrm>
            <a:off x="1956816" y="1682496"/>
            <a:ext cx="548640" cy="219456"/>
          </a:xfrm>
          <a:prstGeom prst="rect">
            <a:avLst/>
          </a:prstGeom>
          <a:noFill/>
          <a:ln/>
        </p:spPr>
        <p:txBody>
          <a:bodyPr wrap="square" lIns="0" tIns="0" rIns="0" bIns="0" rtlCol="0" anchor="t"/>
          <a:lstStyle/>
          <a:p>
            <a:pPr indent="0" marL="0">
              <a:buNone/>
            </a:pPr>
            <a:r>
              <a:rPr lang="en-US" sz="1050" dirty="0">
                <a:solidFill>
                  <a:srgbClr val="5E574C"/>
                </a:solidFill>
                <a:latin typeface="Bookmania" pitchFamily="34" charset="0"/>
                <a:ea typeface="Bookmania" pitchFamily="34" charset="-122"/>
                <a:cs typeface="Bookmania" pitchFamily="34" charset="-120"/>
              </a:rPr>
              <a:t>1.5</a:t>
            </a:r>
            <a:endParaRPr lang="en-US" sz="1050" dirty="0"/>
          </a:p>
        </p:txBody>
      </p:sp>
      <p:sp>
        <p:nvSpPr>
          <p:cNvPr id="23" name="Text 21"/>
          <p:cNvSpPr txBox="1"/>
          <p:nvPr/>
        </p:nvSpPr>
        <p:spPr>
          <a:xfrm>
            <a:off x="2615184" y="1682496"/>
            <a:ext cx="2103120" cy="219456"/>
          </a:xfrm>
          <a:prstGeom prst="rect">
            <a:avLst/>
          </a:prstGeom>
          <a:noFill/>
          <a:ln/>
        </p:spPr>
        <p:txBody>
          <a:bodyPr wrap="square" lIns="0" tIns="0" rIns="0" bIns="0" rtlCol="0" anchor="t"/>
          <a:lstStyle/>
          <a:p>
            <a:pPr indent="0" marL="0">
              <a:buNone/>
            </a:pPr>
            <a:r>
              <a:rPr lang="en-US" sz="1050" dirty="0">
                <a:solidFill>
                  <a:srgbClr val="1C1A17"/>
                </a:solidFill>
                <a:latin typeface="Bookmania" pitchFamily="34" charset="0"/>
                <a:ea typeface="Bookmania" pitchFamily="34" charset="-122"/>
                <a:cs typeface="Bookmania" pitchFamily="34" charset="-120"/>
              </a:rPr>
              <a:t>Tone of Voice</a:t>
            </a:r>
            <a:endParaRPr lang="en-US" sz="1050" dirty="0"/>
          </a:p>
        </p:txBody>
      </p:sp>
      <p:sp>
        <p:nvSpPr>
          <p:cNvPr id="24" name="Text 22"/>
          <p:cNvSpPr txBox="1"/>
          <p:nvPr/>
        </p:nvSpPr>
        <p:spPr>
          <a:xfrm>
            <a:off x="4608576" y="1682496"/>
            <a:ext cx="457200" cy="219456"/>
          </a:xfrm>
          <a:prstGeom prst="rect">
            <a:avLst/>
          </a:prstGeom>
          <a:noFill/>
          <a:ln/>
        </p:spPr>
        <p:txBody>
          <a:bodyPr wrap="square" lIns="0" tIns="0" rIns="0" bIns="0" rtlCol="0" anchor="t"/>
          <a:lstStyle/>
          <a:p>
            <a:pPr algn="r" indent="0" marL="0">
              <a:buNone/>
            </a:pPr>
            <a:r>
              <a:rPr lang="en-US" sz="1050" dirty="0">
                <a:solidFill>
                  <a:srgbClr val="5E574C"/>
                </a:solidFill>
                <a:latin typeface="Bookmania" pitchFamily="34" charset="0"/>
                <a:ea typeface="Bookmania" pitchFamily="34" charset="-122"/>
                <a:cs typeface="Bookmania" pitchFamily="34" charset="-120"/>
              </a:rPr>
              <a:t>09</a:t>
            </a:r>
            <a:endParaRPr lang="en-US" sz="1050" dirty="0"/>
          </a:p>
        </p:txBody>
      </p:sp>
      <p:sp>
        <p:nvSpPr>
          <p:cNvPr id="25" name="Text 23"/>
          <p:cNvSpPr txBox="1"/>
          <p:nvPr/>
        </p:nvSpPr>
        <p:spPr>
          <a:xfrm>
            <a:off x="1956816" y="1929384"/>
            <a:ext cx="548640" cy="219456"/>
          </a:xfrm>
          <a:prstGeom prst="rect">
            <a:avLst/>
          </a:prstGeom>
          <a:noFill/>
          <a:ln/>
        </p:spPr>
        <p:txBody>
          <a:bodyPr wrap="square" lIns="0" tIns="0" rIns="0" bIns="0" rtlCol="0" anchor="t"/>
          <a:lstStyle/>
          <a:p>
            <a:pPr indent="0" marL="0">
              <a:buNone/>
            </a:pPr>
            <a:r>
              <a:rPr lang="en-US" sz="1050" dirty="0">
                <a:solidFill>
                  <a:srgbClr val="5E574C"/>
                </a:solidFill>
                <a:latin typeface="Bookmania" pitchFamily="34" charset="0"/>
                <a:ea typeface="Bookmania" pitchFamily="34" charset="-122"/>
                <a:cs typeface="Bookmania" pitchFamily="34" charset="-120"/>
              </a:rPr>
              <a:t>1.6</a:t>
            </a:r>
            <a:endParaRPr lang="en-US" sz="1050" dirty="0"/>
          </a:p>
        </p:txBody>
      </p:sp>
      <p:sp>
        <p:nvSpPr>
          <p:cNvPr id="26" name="Text 24"/>
          <p:cNvSpPr txBox="1"/>
          <p:nvPr/>
        </p:nvSpPr>
        <p:spPr>
          <a:xfrm>
            <a:off x="2615184" y="1929384"/>
            <a:ext cx="2103120" cy="219456"/>
          </a:xfrm>
          <a:prstGeom prst="rect">
            <a:avLst/>
          </a:prstGeom>
          <a:noFill/>
          <a:ln/>
        </p:spPr>
        <p:txBody>
          <a:bodyPr wrap="square" lIns="0" tIns="0" rIns="0" bIns="0" rtlCol="0" anchor="t"/>
          <a:lstStyle/>
          <a:p>
            <a:pPr indent="0" marL="0">
              <a:buNone/>
            </a:pPr>
            <a:r>
              <a:rPr lang="en-US" sz="1050" dirty="0">
                <a:solidFill>
                  <a:srgbClr val="1C1A17"/>
                </a:solidFill>
                <a:latin typeface="Bookmania" pitchFamily="34" charset="0"/>
                <a:ea typeface="Bookmania" pitchFamily="34" charset="-122"/>
                <a:cs typeface="Bookmania" pitchFamily="34" charset="-120"/>
              </a:rPr>
              <a:t>Brand Messaging</a:t>
            </a:r>
            <a:endParaRPr lang="en-US" sz="1050" dirty="0"/>
          </a:p>
        </p:txBody>
      </p:sp>
      <p:sp>
        <p:nvSpPr>
          <p:cNvPr id="27" name="Text 25"/>
          <p:cNvSpPr txBox="1"/>
          <p:nvPr/>
        </p:nvSpPr>
        <p:spPr>
          <a:xfrm>
            <a:off x="4608576" y="1929384"/>
            <a:ext cx="457200" cy="219456"/>
          </a:xfrm>
          <a:prstGeom prst="rect">
            <a:avLst/>
          </a:prstGeom>
          <a:noFill/>
          <a:ln/>
        </p:spPr>
        <p:txBody>
          <a:bodyPr wrap="square" lIns="0" tIns="0" rIns="0" bIns="0" rtlCol="0" anchor="t"/>
          <a:lstStyle/>
          <a:p>
            <a:pPr algn="r" indent="0" marL="0">
              <a:buNone/>
            </a:pPr>
            <a:r>
              <a:rPr lang="en-US" sz="1050" dirty="0">
                <a:solidFill>
                  <a:srgbClr val="5E574C"/>
                </a:solidFill>
                <a:latin typeface="Bookmania" pitchFamily="34" charset="0"/>
                <a:ea typeface="Bookmania" pitchFamily="34" charset="-122"/>
                <a:cs typeface="Bookmania" pitchFamily="34" charset="-120"/>
              </a:rPr>
              <a:t>10</a:t>
            </a:r>
            <a:endParaRPr lang="en-US" sz="1050" dirty="0"/>
          </a:p>
        </p:txBody>
      </p:sp>
      <p:sp>
        <p:nvSpPr>
          <p:cNvPr id="28" name="Shape 26"/>
          <p:cNvSpPr/>
          <p:nvPr/>
        </p:nvSpPr>
        <p:spPr>
          <a:xfrm>
            <a:off x="5440680" y="274320"/>
            <a:ext cx="0" cy="6309360"/>
          </a:xfrm>
          <a:prstGeom prst="line">
            <a:avLst/>
          </a:prstGeom>
          <a:noFill/>
          <a:ln w="9525">
            <a:solidFill>
              <a:srgbClr val="BDB4A2"/>
            </a:solidFill>
            <a:prstDash val="solid"/>
          </a:ln>
        </p:spPr>
      </p:sp>
      <p:sp>
        <p:nvSpPr>
          <p:cNvPr id="29" name="Text 27"/>
          <p:cNvSpPr txBox="1"/>
          <p:nvPr/>
        </p:nvSpPr>
        <p:spPr>
          <a:xfrm>
            <a:off x="5943600" y="1417320"/>
            <a:ext cx="5669280" cy="4023360"/>
          </a:xfrm>
          <a:prstGeom prst="rect">
            <a:avLst/>
          </a:prstGeom>
          <a:noFill/>
          <a:ln/>
        </p:spPr>
        <p:txBody>
          <a:bodyPr wrap="square" lIns="0" tIns="0" rIns="0" bIns="0" rtlCol="0" anchor="ctr"/>
          <a:lstStyle/>
          <a:p>
            <a:pPr algn="ctr" indent="0" marL="0">
              <a:buNone/>
            </a:pPr>
            <a:r>
              <a:rPr lang="en-US" sz="19000" dirty="0">
                <a:solidFill>
                  <a:srgbClr val="0F0F10"/>
                </a:solidFill>
                <a:latin typeface="Bookmania" pitchFamily="34" charset="0"/>
                <a:ea typeface="Bookmania" pitchFamily="34" charset="-122"/>
                <a:cs typeface="Bookmania" pitchFamily="34" charset="-120"/>
              </a:rPr>
              <a:t>I</a:t>
            </a:r>
            <a:endParaRPr lang="en-US" sz="19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566928" y="274320"/>
            <a:ext cx="0" cy="6309360"/>
          </a:xfrm>
          <a:prstGeom prst="line">
            <a:avLst/>
          </a:prstGeom>
          <a:noFill/>
          <a:ln w="9525">
            <a:solidFill>
              <a:srgbClr val="BDB4A2"/>
            </a:solidFill>
            <a:prstDash val="solid"/>
          </a:ln>
        </p:spPr>
      </p:sp>
      <p:sp>
        <p:nvSpPr>
          <p:cNvPr id="3" name="Text 1"/>
          <p:cNvSpPr txBox="1"/>
          <p:nvPr/>
        </p:nvSpPr>
        <p:spPr>
          <a:xfrm rot="16200000">
            <a:off x="9144" y="256032"/>
            <a:ext cx="457200" cy="274320"/>
          </a:xfrm>
          <a:prstGeom prst="rect">
            <a:avLst/>
          </a:prstGeom>
          <a:noFill/>
          <a:ln/>
        </p:spPr>
        <p:txBody>
          <a:bodyPr wrap="none" lIns="0" tIns="0" rIns="0" bIns="0" rtlCol="0" anchor="ctr"/>
          <a:lstStyle/>
          <a:p>
            <a:pPr algn="ctr" indent="0" marL="0">
              <a:buNone/>
            </a:pPr>
            <a:r>
              <a:rPr lang="en-US" sz="700" spc="160" kern="0" dirty="0">
                <a:solidFill>
                  <a:srgbClr val="7A7264"/>
                </a:solidFill>
                <a:latin typeface="Manrope" pitchFamily="34" charset="0"/>
                <a:ea typeface="Manrope" pitchFamily="34" charset="-122"/>
                <a:cs typeface="Manrope" pitchFamily="34" charset="-120"/>
              </a:rPr>
              <a:t>005</a:t>
            </a:r>
            <a:endParaRPr lang="en-US" sz="700" dirty="0"/>
          </a:p>
        </p:txBody>
      </p:sp>
      <p:sp>
        <p:nvSpPr>
          <p:cNvPr id="4" name="Text 2"/>
          <p:cNvSpPr txBox="1"/>
          <p:nvPr/>
        </p:nvSpPr>
        <p:spPr>
          <a:xfrm rot="16200000">
            <a:off x="-950976" y="5257800"/>
            <a:ext cx="2377440" cy="274320"/>
          </a:xfrm>
          <a:prstGeom prst="rect">
            <a:avLst/>
          </a:prstGeom>
          <a:noFill/>
          <a:ln/>
        </p:spPr>
        <p:txBody>
          <a:bodyPr wrap="none" lIns="0" tIns="0" rIns="0" bIns="0" rtlCol="0" anchor="ctr"/>
          <a:lstStyle/>
          <a:p>
            <a:pPr algn="l" indent="0" marL="0">
              <a:buNone/>
            </a:pPr>
            <a:r>
              <a:rPr lang="en-US" sz="700" spc="160" kern="0" dirty="0">
                <a:solidFill>
                  <a:srgbClr val="7A7264"/>
                </a:solidFill>
                <a:latin typeface="Manrope" pitchFamily="34" charset="0"/>
                <a:ea typeface="Manrope" pitchFamily="34" charset="-122"/>
                <a:cs typeface="Manrope" pitchFamily="34" charset="-120"/>
              </a:rPr>
              <a:t>THE IDENTITY BOOK</a:t>
            </a:r>
            <a:endParaRPr lang="en-US" sz="700" dirty="0"/>
          </a:p>
        </p:txBody>
      </p:sp>
      <p:sp>
        <p:nvSpPr>
          <p:cNvPr id="5" name="Shape 3"/>
          <p:cNvSpPr/>
          <p:nvPr/>
        </p:nvSpPr>
        <p:spPr>
          <a:xfrm>
            <a:off x="3474720" y="274320"/>
            <a:ext cx="0" cy="6309360"/>
          </a:xfrm>
          <a:prstGeom prst="line">
            <a:avLst/>
          </a:prstGeom>
          <a:noFill/>
          <a:ln w="9525">
            <a:solidFill>
              <a:srgbClr val="BDB4A2"/>
            </a:solidFill>
            <a:prstDash val="solid"/>
          </a:ln>
        </p:spPr>
      </p:sp>
      <p:sp>
        <p:nvSpPr>
          <p:cNvPr id="6" name="Text 4"/>
          <p:cNvSpPr txBox="1"/>
          <p:nvPr/>
        </p:nvSpPr>
        <p:spPr>
          <a:xfrm>
            <a:off x="749808" y="292608"/>
            <a:ext cx="2619756" cy="201168"/>
          </a:xfrm>
          <a:prstGeom prst="rect">
            <a:avLst/>
          </a:prstGeom>
          <a:noFill/>
          <a:ln/>
        </p:spPr>
        <p:txBody>
          <a:bodyPr wrap="square" lIns="0" tIns="0" rIns="0" bIns="0" rtlCol="0" anchor="t"/>
          <a:lstStyle/>
          <a:p>
            <a:pPr indent="0" marL="0">
              <a:buNone/>
            </a:pPr>
            <a:r>
              <a:rPr lang="en-US" sz="900" b="1" spc="180" kern="0" dirty="0">
                <a:solidFill>
                  <a:srgbClr val="0F0F10"/>
                </a:solidFill>
                <a:latin typeface="Manrope" pitchFamily="34" charset="0"/>
                <a:ea typeface="Manrope" pitchFamily="34" charset="-122"/>
                <a:cs typeface="Manrope" pitchFamily="34" charset="-120"/>
              </a:rPr>
              <a:t>1.1  BRAND MANIFESTO</a:t>
            </a:r>
            <a:endParaRPr lang="en-US" sz="900" dirty="0"/>
          </a:p>
        </p:txBody>
      </p:sp>
      <p:sp>
        <p:nvSpPr>
          <p:cNvPr id="7" name="Text 5"/>
          <p:cNvSpPr txBox="1"/>
          <p:nvPr/>
        </p:nvSpPr>
        <p:spPr>
          <a:xfrm>
            <a:off x="749808" y="694944"/>
            <a:ext cx="2619756" cy="3840480"/>
          </a:xfrm>
          <a:prstGeom prst="rect">
            <a:avLst/>
          </a:prstGeom>
          <a:noFill/>
          <a:ln/>
        </p:spPr>
        <p:txBody>
          <a:bodyPr wrap="square" lIns="0" tIns="0" rIns="0" bIns="0" rtlCol="0" anchor="t"/>
          <a:lstStyle/>
          <a:p>
            <a:pPr indent="0" marL="0">
              <a:lnSpc>
                <a:spcPct val="142000"/>
              </a:lnSpc>
              <a:buNone/>
            </a:pPr>
            <a:r>
              <a:rPr lang="en-US" sz="1150" dirty="0">
                <a:solidFill>
                  <a:srgbClr val="1C1A17"/>
                </a:solidFill>
                <a:latin typeface="Bookmania" pitchFamily="34" charset="0"/>
                <a:ea typeface="Bookmania" pitchFamily="34" charset="-122"/>
                <a:cs typeface="Bookmania" pitchFamily="34" charset="-120"/>
              </a:rPr>
              <a:t>In this section we set out the building blocks of the brand: who we are, what we stand for, what sets us apart, why we choose the words we use and how we have decided to show up.</a:t>
            </a:r>
            <a:endParaRPr lang="en-US" sz="1150" dirty="0"/>
          </a:p>
        </p:txBody>
      </p:sp>
      <p:sp>
        <p:nvSpPr>
          <p:cNvPr id="8" name="Text 6"/>
          <p:cNvSpPr txBox="1"/>
          <p:nvPr/>
        </p:nvSpPr>
        <p:spPr>
          <a:xfrm>
            <a:off x="749808" y="5166360"/>
            <a:ext cx="2619756" cy="1417320"/>
          </a:xfrm>
          <a:prstGeom prst="rect">
            <a:avLst/>
          </a:prstGeom>
          <a:noFill/>
          <a:ln/>
        </p:spPr>
        <p:txBody>
          <a:bodyPr wrap="square" lIns="0" tIns="0" rIns="0" bIns="0" rtlCol="0" anchor="t"/>
          <a:lstStyle/>
          <a:p>
            <a:pPr indent="0" marL="0">
              <a:lnSpc>
                <a:spcPct val="140000"/>
              </a:lnSpc>
              <a:buNone/>
            </a:pPr>
            <a:r>
              <a:rPr lang="en-US" sz="950" dirty="0">
                <a:solidFill>
                  <a:srgbClr val="5E574C"/>
                </a:solidFill>
                <a:latin typeface="Manrope" pitchFamily="34" charset="0"/>
                <a:ea typeface="Manrope" pitchFamily="34" charset="-122"/>
                <a:cs typeface="Manrope" pitchFamily="34" charset="-120"/>
              </a:rPr>
              <a:t>The essence — connecting passion to possibility — is the internal north star. It is never set in type on a surface an owner sees.</a:t>
            </a:r>
            <a:endParaRPr lang="en-US" sz="950" dirty="0"/>
          </a:p>
        </p:txBody>
      </p:sp>
      <p:sp>
        <p:nvSpPr>
          <p:cNvPr id="9" name="Shape 7"/>
          <p:cNvSpPr/>
          <p:nvPr/>
        </p:nvSpPr>
        <p:spPr>
          <a:xfrm>
            <a:off x="3611880" y="274320"/>
            <a:ext cx="2619756" cy="3899002"/>
          </a:xfrm>
          <a:prstGeom prst="roundRect">
            <a:avLst>
              <a:gd name="adj" fmla="val 3141"/>
            </a:avLst>
          </a:prstGeom>
          <a:solidFill>
            <a:srgbClr val="EDEAE3"/>
          </a:solidFill>
          <a:ln w="9525">
            <a:solidFill>
              <a:srgbClr val="D8D2C4"/>
            </a:solidFill>
            <a:prstDash val="solid"/>
          </a:ln>
        </p:spPr>
      </p:sp>
      <p:sp>
        <p:nvSpPr>
          <p:cNvPr id="10" name="Text 8"/>
          <p:cNvSpPr txBox="1"/>
          <p:nvPr/>
        </p:nvSpPr>
        <p:spPr>
          <a:xfrm>
            <a:off x="3611880" y="2077517"/>
            <a:ext cx="2619756" cy="292608"/>
          </a:xfrm>
          <a:prstGeom prst="rect">
            <a:avLst/>
          </a:prstGeom>
          <a:noFill/>
          <a:ln/>
        </p:spPr>
        <p:txBody>
          <a:bodyPr wrap="square" lIns="0" tIns="0" rIns="0" bIns="0" rtlCol="0" anchor="ctr"/>
          <a:lstStyle/>
          <a:p>
            <a:pPr algn="ctr" indent="0" marL="0">
              <a:buNone/>
            </a:pPr>
            <a:r>
              <a:rPr lang="en-US" sz="700" spc="160" kern="0" dirty="0">
                <a:solidFill>
                  <a:srgbClr val="7A7264"/>
                </a:solidFill>
                <a:latin typeface="Manrope" pitchFamily="34" charset="0"/>
                <a:ea typeface="Manrope" pitchFamily="34" charset="-122"/>
                <a:cs typeface="Manrope" pitchFamily="34" charset="-120"/>
              </a:rPr>
              <a:t>PORTRAIT</a:t>
            </a:r>
            <a:endParaRPr lang="en-US" sz="700" dirty="0"/>
          </a:p>
        </p:txBody>
      </p:sp>
      <p:sp>
        <p:nvSpPr>
          <p:cNvPr id="11" name="Text 9"/>
          <p:cNvSpPr txBox="1"/>
          <p:nvPr/>
        </p:nvSpPr>
        <p:spPr>
          <a:xfrm>
            <a:off x="3611880" y="4292194"/>
            <a:ext cx="2619756" cy="201168"/>
          </a:xfrm>
          <a:prstGeom prst="rect">
            <a:avLst/>
          </a:prstGeom>
          <a:noFill/>
          <a:ln/>
        </p:spPr>
        <p:txBody>
          <a:bodyPr wrap="square" lIns="0" tIns="0" rIns="0" bIns="0" rtlCol="0" anchor="t"/>
          <a:lstStyle/>
          <a:p>
            <a:pPr indent="0" marL="0">
              <a:buNone/>
            </a:pPr>
            <a:r>
              <a:rPr lang="en-US" sz="700" spc="180" kern="0" dirty="0">
                <a:solidFill>
                  <a:srgbClr val="7A7264"/>
                </a:solidFill>
                <a:latin typeface="Manrope" pitchFamily="34" charset="0"/>
                <a:ea typeface="Manrope" pitchFamily="34" charset="-122"/>
                <a:cs typeface="Manrope" pitchFamily="34" charset="-120"/>
              </a:rPr>
              <a:t>THE OWNER AT HIS PLACE</a:t>
            </a:r>
            <a:endParaRPr lang="en-US" sz="700" dirty="0"/>
          </a:p>
        </p:txBody>
      </p:sp>
      <p:sp>
        <p:nvSpPr>
          <p:cNvPr id="12" name="Text 10"/>
          <p:cNvSpPr txBox="1"/>
          <p:nvPr/>
        </p:nvSpPr>
        <p:spPr>
          <a:xfrm>
            <a:off x="6688836" y="237744"/>
            <a:ext cx="2743200" cy="1280160"/>
          </a:xfrm>
          <a:prstGeom prst="rect">
            <a:avLst/>
          </a:prstGeom>
          <a:noFill/>
          <a:ln/>
        </p:spPr>
        <p:txBody>
          <a:bodyPr wrap="square" lIns="0" tIns="0" rIns="0" bIns="0" rtlCol="0" anchor="t"/>
          <a:lstStyle/>
          <a:p>
            <a:pPr indent="0" marL="0">
              <a:lnSpc>
                <a:spcPct val="114000"/>
              </a:lnSpc>
              <a:buNone/>
            </a:pPr>
            <a:r>
              <a:rPr lang="en-US" sz="2800" dirty="0">
                <a:solidFill>
                  <a:srgbClr val="0F0F10"/>
                </a:solidFill>
                <a:latin typeface="Bookmania" pitchFamily="34" charset="0"/>
                <a:ea typeface="Bookmania" pitchFamily="34" charset="-122"/>
                <a:cs typeface="Bookmania" pitchFamily="34" charset="-120"/>
              </a:rPr>
              <a:t>Brand</a:t>
            </a:r>
            <a:endParaRPr lang="en-US" sz="2800" dirty="0"/>
          </a:p>
          <a:p>
            <a:pPr indent="0" marL="0">
              <a:lnSpc>
                <a:spcPct val="114000"/>
              </a:lnSpc>
              <a:buNone/>
            </a:pPr>
            <a:r>
              <a:rPr lang="en-US" sz="2800" dirty="0">
                <a:solidFill>
                  <a:srgbClr val="0F0F10"/>
                </a:solidFill>
                <a:latin typeface="Bookmania" pitchFamily="34" charset="0"/>
                <a:ea typeface="Bookmania" pitchFamily="34" charset="-122"/>
                <a:cs typeface="Bookmania" pitchFamily="34" charset="-120"/>
              </a:rPr>
              <a:t>Manifesto</a:t>
            </a:r>
            <a:endParaRPr lang="en-US" sz="2800" dirty="0"/>
          </a:p>
        </p:txBody>
      </p:sp>
      <p:sp>
        <p:nvSpPr>
          <p:cNvPr id="13" name="Text 11"/>
          <p:cNvSpPr txBox="1"/>
          <p:nvPr/>
        </p:nvSpPr>
        <p:spPr>
          <a:xfrm>
            <a:off x="6688836" y="1755648"/>
            <a:ext cx="5033772" cy="201168"/>
          </a:xfrm>
          <a:prstGeom prst="rect">
            <a:avLst/>
          </a:prstGeom>
          <a:noFill/>
          <a:ln/>
        </p:spPr>
        <p:txBody>
          <a:bodyPr wrap="square" lIns="0" tIns="0" rIns="0" bIns="0" rtlCol="0" anchor="t"/>
          <a:lstStyle/>
          <a:p>
            <a:pPr indent="0" marL="0">
              <a:buNone/>
            </a:pPr>
            <a:r>
              <a:rPr lang="en-US" sz="900" b="1" spc="180" kern="0" dirty="0">
                <a:solidFill>
                  <a:srgbClr val="0F0F10"/>
                </a:solidFill>
                <a:latin typeface="Manrope" pitchFamily="34" charset="0"/>
                <a:ea typeface="Manrope" pitchFamily="34" charset="-122"/>
                <a:cs typeface="Manrope" pitchFamily="34" charset="-120"/>
              </a:rPr>
              <a:t>OVERVIEW</a:t>
            </a:r>
            <a:endParaRPr lang="en-US" sz="900" dirty="0"/>
          </a:p>
        </p:txBody>
      </p:sp>
      <p:sp>
        <p:nvSpPr>
          <p:cNvPr id="14" name="Text 12"/>
          <p:cNvSpPr txBox="1"/>
          <p:nvPr/>
        </p:nvSpPr>
        <p:spPr>
          <a:xfrm>
            <a:off x="6688836" y="1975104"/>
            <a:ext cx="4023360" cy="1097280"/>
          </a:xfrm>
          <a:prstGeom prst="rect">
            <a:avLst/>
          </a:prstGeom>
          <a:noFill/>
          <a:ln/>
        </p:spPr>
        <p:txBody>
          <a:bodyPr wrap="square" lIns="0" tIns="0" rIns="0" bIns="0" rtlCol="0" anchor="t"/>
          <a:lstStyle/>
          <a:p>
            <a:pPr indent="0" marL="0">
              <a:lnSpc>
                <a:spcPct val="140000"/>
              </a:lnSpc>
              <a:buNone/>
            </a:pPr>
            <a:r>
              <a:rPr lang="en-US" sz="1100" dirty="0">
                <a:solidFill>
                  <a:srgbClr val="1C1A17"/>
                </a:solidFill>
                <a:latin typeface="Bookmania" pitchFamily="34" charset="0"/>
                <a:ea typeface="Bookmania" pitchFamily="34" charset="-122"/>
                <a:cs typeface="Bookmania" pitchFamily="34" charset="-120"/>
              </a:rPr>
              <a:t>We build businesses that last, not campaigns that expire. The best work sits where timeless quality meets forward-thinking purpose, and everything we make starts there.</a:t>
            </a:r>
            <a:endParaRPr lang="en-US" sz="1100" dirty="0"/>
          </a:p>
        </p:txBody>
      </p:sp>
      <p:sp>
        <p:nvSpPr>
          <p:cNvPr id="15" name="Text 13"/>
          <p:cNvSpPr txBox="1"/>
          <p:nvPr/>
        </p:nvSpPr>
        <p:spPr>
          <a:xfrm>
            <a:off x="6688836" y="2980944"/>
            <a:ext cx="5033772" cy="201168"/>
          </a:xfrm>
          <a:prstGeom prst="rect">
            <a:avLst/>
          </a:prstGeom>
          <a:noFill/>
          <a:ln/>
        </p:spPr>
        <p:txBody>
          <a:bodyPr wrap="square" lIns="0" tIns="0" rIns="0" bIns="0" rtlCol="0" anchor="t"/>
          <a:lstStyle/>
          <a:p>
            <a:pPr indent="0" marL="0">
              <a:buNone/>
            </a:pPr>
            <a:r>
              <a:rPr lang="en-US" sz="900" b="1" spc="180" kern="0" dirty="0">
                <a:solidFill>
                  <a:srgbClr val="0F0F10"/>
                </a:solidFill>
                <a:latin typeface="Manrope" pitchFamily="34" charset="0"/>
                <a:ea typeface="Manrope" pitchFamily="34" charset="-122"/>
                <a:cs typeface="Manrope" pitchFamily="34" charset="-120"/>
              </a:rPr>
              <a:t>OUR MISSION</a:t>
            </a:r>
            <a:endParaRPr lang="en-US" sz="900" dirty="0"/>
          </a:p>
        </p:txBody>
      </p:sp>
      <p:sp>
        <p:nvSpPr>
          <p:cNvPr id="16" name="Text 14"/>
          <p:cNvSpPr txBox="1"/>
          <p:nvPr/>
        </p:nvSpPr>
        <p:spPr>
          <a:xfrm>
            <a:off x="6688836" y="3200400"/>
            <a:ext cx="4023360" cy="1097280"/>
          </a:xfrm>
          <a:prstGeom prst="rect">
            <a:avLst/>
          </a:prstGeom>
          <a:noFill/>
          <a:ln/>
        </p:spPr>
        <p:txBody>
          <a:bodyPr wrap="square" lIns="0" tIns="0" rIns="0" bIns="0" rtlCol="0" anchor="t"/>
          <a:lstStyle/>
          <a:p>
            <a:pPr indent="0" marL="0">
              <a:lnSpc>
                <a:spcPct val="140000"/>
              </a:lnSpc>
              <a:buNone/>
            </a:pPr>
            <a:r>
              <a:rPr lang="en-US" sz="1100" dirty="0">
                <a:solidFill>
                  <a:srgbClr val="1C1A17"/>
                </a:solidFill>
                <a:latin typeface="Bookmania" pitchFamily="34" charset="0"/>
                <a:ea typeface="Bookmania" pitchFamily="34" charset="-122"/>
                <a:cs typeface="Bookmania" pitchFamily="34" charset="-120"/>
              </a:rPr>
              <a:t>To give an owner clear direction and a team that carries it — the systems, the resources and the plain-spoken expertise that turn a complicated problem into a simple path, so the business grows and keeps growing after we have gone home.</a:t>
            </a:r>
            <a:endParaRPr lang="en-US" sz="1100" dirty="0"/>
          </a:p>
        </p:txBody>
      </p:sp>
      <p:sp>
        <p:nvSpPr>
          <p:cNvPr id="17" name="Text 15"/>
          <p:cNvSpPr txBox="1"/>
          <p:nvPr/>
        </p:nvSpPr>
        <p:spPr>
          <a:xfrm>
            <a:off x="6688836" y="4206240"/>
            <a:ext cx="5033772" cy="201168"/>
          </a:xfrm>
          <a:prstGeom prst="rect">
            <a:avLst/>
          </a:prstGeom>
          <a:noFill/>
          <a:ln/>
        </p:spPr>
        <p:txBody>
          <a:bodyPr wrap="square" lIns="0" tIns="0" rIns="0" bIns="0" rtlCol="0" anchor="t"/>
          <a:lstStyle/>
          <a:p>
            <a:pPr indent="0" marL="0">
              <a:buNone/>
            </a:pPr>
            <a:r>
              <a:rPr lang="en-US" sz="900" b="1" spc="180" kern="0" dirty="0">
                <a:solidFill>
                  <a:srgbClr val="0F0F10"/>
                </a:solidFill>
                <a:latin typeface="Manrope" pitchFamily="34" charset="0"/>
                <a:ea typeface="Manrope" pitchFamily="34" charset="-122"/>
                <a:cs typeface="Manrope" pitchFamily="34" charset="-120"/>
              </a:rPr>
              <a:t>OUR VISION</a:t>
            </a:r>
            <a:endParaRPr lang="en-US" sz="900" dirty="0"/>
          </a:p>
        </p:txBody>
      </p:sp>
      <p:sp>
        <p:nvSpPr>
          <p:cNvPr id="18" name="Text 16"/>
          <p:cNvSpPr txBox="1"/>
          <p:nvPr/>
        </p:nvSpPr>
        <p:spPr>
          <a:xfrm>
            <a:off x="6688836" y="4425696"/>
            <a:ext cx="4023360" cy="1097280"/>
          </a:xfrm>
          <a:prstGeom prst="rect">
            <a:avLst/>
          </a:prstGeom>
          <a:noFill/>
          <a:ln/>
        </p:spPr>
        <p:txBody>
          <a:bodyPr wrap="square" lIns="0" tIns="0" rIns="0" bIns="0" rtlCol="0" anchor="t"/>
          <a:lstStyle/>
          <a:p>
            <a:pPr indent="0" marL="0">
              <a:lnSpc>
                <a:spcPct val="140000"/>
              </a:lnSpc>
              <a:buNone/>
            </a:pPr>
            <a:r>
              <a:rPr lang="en-US" sz="1100" dirty="0">
                <a:solidFill>
                  <a:srgbClr val="1C1A17"/>
                </a:solidFill>
                <a:latin typeface="Bookmania" pitchFamily="34" charset="0"/>
                <a:ea typeface="Bookmania" pitchFamily="34" charset="-122"/>
                <a:cs typeface="Bookmania" pitchFamily="34" charset="-120"/>
              </a:rPr>
              <a:t>To be the consultancy an owner-operator calls first when the business is ready to be known. We believe the smartest businesses win, not the ones with the biggest budgets, and that a company unmistakably itself will bring the city to its door.</a:t>
            </a:r>
            <a:endParaRPr lang="en-US" sz="1100" dirty="0"/>
          </a:p>
        </p:txBody>
      </p:sp>
      <p:sp>
        <p:nvSpPr>
          <p:cNvPr id="19" name="Text 17"/>
          <p:cNvSpPr txBox="1"/>
          <p:nvPr/>
        </p:nvSpPr>
        <p:spPr>
          <a:xfrm>
            <a:off x="6688836" y="5431536"/>
            <a:ext cx="5033772" cy="201168"/>
          </a:xfrm>
          <a:prstGeom prst="rect">
            <a:avLst/>
          </a:prstGeom>
          <a:noFill/>
          <a:ln/>
        </p:spPr>
        <p:txBody>
          <a:bodyPr wrap="square" lIns="0" tIns="0" rIns="0" bIns="0" rtlCol="0" anchor="t"/>
          <a:lstStyle/>
          <a:p>
            <a:pPr indent="0" marL="0">
              <a:buNone/>
            </a:pPr>
            <a:r>
              <a:rPr lang="en-US" sz="900" b="1" spc="180" kern="0" dirty="0">
                <a:solidFill>
                  <a:srgbClr val="0F0F10"/>
                </a:solidFill>
                <a:latin typeface="Manrope" pitchFamily="34" charset="0"/>
                <a:ea typeface="Manrope" pitchFamily="34" charset="-122"/>
                <a:cs typeface="Manrope" pitchFamily="34" charset="-120"/>
              </a:rPr>
              <a:t>THE CHALLENGE</a:t>
            </a:r>
            <a:endParaRPr lang="en-US" sz="900" dirty="0"/>
          </a:p>
        </p:txBody>
      </p:sp>
      <p:sp>
        <p:nvSpPr>
          <p:cNvPr id="20" name="Text 18"/>
          <p:cNvSpPr txBox="1"/>
          <p:nvPr/>
        </p:nvSpPr>
        <p:spPr>
          <a:xfrm>
            <a:off x="6688836" y="5650992"/>
            <a:ext cx="4023360" cy="1097280"/>
          </a:xfrm>
          <a:prstGeom prst="rect">
            <a:avLst/>
          </a:prstGeom>
          <a:noFill/>
          <a:ln/>
        </p:spPr>
        <p:txBody>
          <a:bodyPr wrap="square" lIns="0" tIns="0" rIns="0" bIns="0" rtlCol="0" anchor="t"/>
          <a:lstStyle/>
          <a:p>
            <a:pPr indent="0" marL="0">
              <a:lnSpc>
                <a:spcPct val="140000"/>
              </a:lnSpc>
              <a:buNone/>
            </a:pPr>
            <a:r>
              <a:rPr lang="en-US" sz="1100" dirty="0">
                <a:solidFill>
                  <a:srgbClr val="1C1A17"/>
                </a:solidFill>
                <a:latin typeface="Bookmania" pitchFamily="34" charset="0"/>
                <a:ea typeface="Bookmania" pitchFamily="34" charset="-122"/>
                <a:cs typeface="Bookmania" pitchFamily="34" charset="-120"/>
              </a:rPr>
              <a:t>Most agencies look excellent on paper. They arrive with a template, they charge by the month, and when the engagement ends they take the keys with them. You end up with a vendor and a bill, not a partner and an asset.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566928" y="274320"/>
            <a:ext cx="0" cy="6309360"/>
          </a:xfrm>
          <a:prstGeom prst="line">
            <a:avLst/>
          </a:prstGeom>
          <a:noFill/>
          <a:ln w="9525">
            <a:solidFill>
              <a:srgbClr val="BDB4A2"/>
            </a:solidFill>
            <a:prstDash val="solid"/>
          </a:ln>
        </p:spPr>
      </p:sp>
      <p:sp>
        <p:nvSpPr>
          <p:cNvPr id="3" name="Text 1"/>
          <p:cNvSpPr txBox="1"/>
          <p:nvPr/>
        </p:nvSpPr>
        <p:spPr>
          <a:xfrm rot="16200000">
            <a:off x="9144" y="256032"/>
            <a:ext cx="457200" cy="274320"/>
          </a:xfrm>
          <a:prstGeom prst="rect">
            <a:avLst/>
          </a:prstGeom>
          <a:noFill/>
          <a:ln/>
        </p:spPr>
        <p:txBody>
          <a:bodyPr wrap="none" lIns="0" tIns="0" rIns="0" bIns="0" rtlCol="0" anchor="ctr"/>
          <a:lstStyle/>
          <a:p>
            <a:pPr algn="ctr" indent="0" marL="0">
              <a:buNone/>
            </a:pPr>
            <a:r>
              <a:rPr lang="en-US" sz="700" spc="160" kern="0" dirty="0">
                <a:solidFill>
                  <a:srgbClr val="7A7264"/>
                </a:solidFill>
                <a:latin typeface="Manrope" pitchFamily="34" charset="0"/>
                <a:ea typeface="Manrope" pitchFamily="34" charset="-122"/>
                <a:cs typeface="Manrope" pitchFamily="34" charset="-120"/>
              </a:rPr>
              <a:t>006</a:t>
            </a:r>
            <a:endParaRPr lang="en-US" sz="700" dirty="0"/>
          </a:p>
        </p:txBody>
      </p:sp>
      <p:sp>
        <p:nvSpPr>
          <p:cNvPr id="4" name="Text 2"/>
          <p:cNvSpPr txBox="1"/>
          <p:nvPr/>
        </p:nvSpPr>
        <p:spPr>
          <a:xfrm rot="16200000">
            <a:off x="-950976" y="5257800"/>
            <a:ext cx="2377440" cy="274320"/>
          </a:xfrm>
          <a:prstGeom prst="rect">
            <a:avLst/>
          </a:prstGeom>
          <a:noFill/>
          <a:ln/>
        </p:spPr>
        <p:txBody>
          <a:bodyPr wrap="none" lIns="0" tIns="0" rIns="0" bIns="0" rtlCol="0" anchor="ctr"/>
          <a:lstStyle/>
          <a:p>
            <a:pPr algn="l" indent="0" marL="0">
              <a:buNone/>
            </a:pPr>
            <a:r>
              <a:rPr lang="en-US" sz="700" spc="160" kern="0" dirty="0">
                <a:solidFill>
                  <a:srgbClr val="7A7264"/>
                </a:solidFill>
                <a:latin typeface="Manrope" pitchFamily="34" charset="0"/>
                <a:ea typeface="Manrope" pitchFamily="34" charset="-122"/>
                <a:cs typeface="Manrope" pitchFamily="34" charset="-120"/>
              </a:rPr>
              <a:t>THE IDENTITY BOOK</a:t>
            </a:r>
            <a:endParaRPr lang="en-US" sz="700" dirty="0"/>
          </a:p>
        </p:txBody>
      </p:sp>
      <p:sp>
        <p:nvSpPr>
          <p:cNvPr id="5" name="Shape 3"/>
          <p:cNvSpPr/>
          <p:nvPr/>
        </p:nvSpPr>
        <p:spPr>
          <a:xfrm>
            <a:off x="3474720" y="274320"/>
            <a:ext cx="0" cy="6309360"/>
          </a:xfrm>
          <a:prstGeom prst="line">
            <a:avLst/>
          </a:prstGeom>
          <a:noFill/>
          <a:ln w="9525">
            <a:solidFill>
              <a:srgbClr val="BDB4A2"/>
            </a:solidFill>
            <a:prstDash val="solid"/>
          </a:ln>
        </p:spPr>
      </p:sp>
      <p:sp>
        <p:nvSpPr>
          <p:cNvPr id="6" name="Text 4"/>
          <p:cNvSpPr txBox="1"/>
          <p:nvPr/>
        </p:nvSpPr>
        <p:spPr>
          <a:xfrm>
            <a:off x="749808" y="292608"/>
            <a:ext cx="2619756" cy="201168"/>
          </a:xfrm>
          <a:prstGeom prst="rect">
            <a:avLst/>
          </a:prstGeom>
          <a:noFill/>
          <a:ln/>
        </p:spPr>
        <p:txBody>
          <a:bodyPr wrap="square" lIns="0" tIns="0" rIns="0" bIns="0" rtlCol="0" anchor="t"/>
          <a:lstStyle/>
          <a:p>
            <a:pPr indent="0" marL="0">
              <a:buNone/>
            </a:pPr>
            <a:r>
              <a:rPr lang="en-US" sz="900" b="1" spc="180" kern="0" dirty="0">
                <a:solidFill>
                  <a:srgbClr val="0F0F10"/>
                </a:solidFill>
                <a:latin typeface="Manrope" pitchFamily="34" charset="0"/>
                <a:ea typeface="Manrope" pitchFamily="34" charset="-122"/>
                <a:cs typeface="Manrope" pitchFamily="34" charset="-120"/>
              </a:rPr>
              <a:t>1.2  BRAND VALUES</a:t>
            </a:r>
            <a:endParaRPr lang="en-US" sz="900" dirty="0"/>
          </a:p>
        </p:txBody>
      </p:sp>
      <p:sp>
        <p:nvSpPr>
          <p:cNvPr id="7" name="Text 5"/>
          <p:cNvSpPr txBox="1"/>
          <p:nvPr/>
        </p:nvSpPr>
        <p:spPr>
          <a:xfrm>
            <a:off x="749808" y="694944"/>
            <a:ext cx="2619756" cy="3840480"/>
          </a:xfrm>
          <a:prstGeom prst="rect">
            <a:avLst/>
          </a:prstGeom>
          <a:noFill/>
          <a:ln/>
        </p:spPr>
        <p:txBody>
          <a:bodyPr wrap="square" lIns="0" tIns="0" rIns="0" bIns="0" rtlCol="0" anchor="t"/>
          <a:lstStyle/>
          <a:p>
            <a:pPr indent="0" marL="0">
              <a:lnSpc>
                <a:spcPct val="142000"/>
              </a:lnSpc>
              <a:buNone/>
            </a:pPr>
            <a:r>
              <a:rPr lang="en-US" sz="1150" dirty="0">
                <a:solidFill>
                  <a:srgbClr val="1C1A17"/>
                </a:solidFill>
                <a:latin typeface="Bookmania" pitchFamily="34" charset="0"/>
                <a:ea typeface="Bookmania" pitchFamily="34" charset="-122"/>
                <a:cs typeface="Bookmania" pitchFamily="34" charset="-120"/>
              </a:rPr>
              <a:t>Who we are is reflected in our values. Five of them, for five points — the central benefits that guide our actions, unite our people and uphold the mission.</a:t>
            </a:r>
            <a:endParaRPr lang="en-US" sz="1150" dirty="0"/>
          </a:p>
        </p:txBody>
      </p:sp>
      <p:sp>
        <p:nvSpPr>
          <p:cNvPr id="8" name="Shape 6"/>
          <p:cNvSpPr/>
          <p:nvPr/>
        </p:nvSpPr>
        <p:spPr>
          <a:xfrm>
            <a:off x="3611880" y="274320"/>
            <a:ext cx="1490472" cy="4572000"/>
          </a:xfrm>
          <a:prstGeom prst="roundRect">
            <a:avLst>
              <a:gd name="adj" fmla="val 5521"/>
            </a:avLst>
          </a:prstGeom>
          <a:solidFill>
            <a:srgbClr val="F6DDDD"/>
          </a:solidFill>
          <a:ln/>
        </p:spPr>
      </p:sp>
      <p:sp>
        <p:nvSpPr>
          <p:cNvPr id="9" name="Shape 7"/>
          <p:cNvSpPr/>
          <p:nvPr/>
        </p:nvSpPr>
        <p:spPr>
          <a:xfrm>
            <a:off x="3611880" y="274320"/>
            <a:ext cx="1490472" cy="54864"/>
          </a:xfrm>
          <a:prstGeom prst="rect">
            <a:avLst/>
          </a:prstGeom>
          <a:solidFill>
            <a:srgbClr val="D96E6E"/>
          </a:solidFill>
          <a:ln/>
        </p:spPr>
      </p:sp>
      <p:sp>
        <p:nvSpPr>
          <p:cNvPr id="10" name="Text 8"/>
          <p:cNvSpPr txBox="1"/>
          <p:nvPr/>
        </p:nvSpPr>
        <p:spPr>
          <a:xfrm>
            <a:off x="3794760" y="548640"/>
            <a:ext cx="914400" cy="201168"/>
          </a:xfrm>
          <a:prstGeom prst="rect">
            <a:avLst/>
          </a:prstGeom>
          <a:noFill/>
          <a:ln/>
        </p:spPr>
        <p:txBody>
          <a:bodyPr wrap="square" lIns="0" tIns="0" rIns="0" bIns="0" rtlCol="0" anchor="t"/>
          <a:lstStyle/>
          <a:p>
            <a:pPr indent="0" marL="0">
              <a:buNone/>
            </a:pPr>
            <a:r>
              <a:rPr lang="en-US" sz="700" b="1" spc="180" kern="0" dirty="0">
                <a:solidFill>
                  <a:srgbClr val="A72C2C"/>
                </a:solidFill>
                <a:latin typeface="Manrope" pitchFamily="34" charset="0"/>
                <a:ea typeface="Manrope" pitchFamily="34" charset="-122"/>
                <a:cs typeface="Manrope" pitchFamily="34" charset="-120"/>
              </a:rPr>
              <a:t>01</a:t>
            </a:r>
            <a:endParaRPr lang="en-US" sz="700" dirty="0"/>
          </a:p>
        </p:txBody>
      </p:sp>
      <p:sp>
        <p:nvSpPr>
          <p:cNvPr id="11" name="Text 9"/>
          <p:cNvSpPr txBox="1"/>
          <p:nvPr/>
        </p:nvSpPr>
        <p:spPr>
          <a:xfrm>
            <a:off x="3794760" y="822960"/>
            <a:ext cx="1179576" cy="658368"/>
          </a:xfrm>
          <a:prstGeom prst="rect">
            <a:avLst/>
          </a:prstGeom>
          <a:noFill/>
          <a:ln/>
        </p:spPr>
        <p:txBody>
          <a:bodyPr wrap="square" lIns="0" tIns="0" rIns="0" bIns="0" rtlCol="0" anchor="t"/>
          <a:lstStyle/>
          <a:p>
            <a:pPr indent="0" marL="0">
              <a:lnSpc>
                <a:spcPct val="108000"/>
              </a:lnSpc>
              <a:buNone/>
            </a:pPr>
            <a:r>
              <a:rPr lang="en-US" sz="1500" dirty="0">
                <a:solidFill>
                  <a:srgbClr val="0F0F10"/>
                </a:solidFill>
                <a:latin typeface="Bookmania" pitchFamily="34" charset="0"/>
                <a:ea typeface="Bookmania" pitchFamily="34" charset="-122"/>
                <a:cs typeface="Bookmania" pitchFamily="34" charset="-120"/>
              </a:rPr>
              <a:t>Clarity</a:t>
            </a:r>
            <a:endParaRPr lang="en-US" sz="1500" dirty="0"/>
          </a:p>
        </p:txBody>
      </p:sp>
      <p:sp>
        <p:nvSpPr>
          <p:cNvPr id="12" name="Text 10"/>
          <p:cNvSpPr txBox="1"/>
          <p:nvPr/>
        </p:nvSpPr>
        <p:spPr>
          <a:xfrm>
            <a:off x="3794760" y="1554480"/>
            <a:ext cx="1161288" cy="3017520"/>
          </a:xfrm>
          <a:prstGeom prst="rect">
            <a:avLst/>
          </a:prstGeom>
          <a:noFill/>
          <a:ln/>
        </p:spPr>
        <p:txBody>
          <a:bodyPr wrap="square" lIns="0" tIns="0" rIns="0" bIns="0" rtlCol="0" anchor="t"/>
          <a:lstStyle/>
          <a:p>
            <a:pPr indent="0" marL="0">
              <a:lnSpc>
                <a:spcPct val="144000"/>
              </a:lnSpc>
              <a:buNone/>
            </a:pPr>
            <a:r>
              <a:rPr lang="en-US" sz="900" dirty="0">
                <a:solidFill>
                  <a:srgbClr val="1C1A17"/>
                </a:solidFill>
                <a:latin typeface="Manrope" pitchFamily="34" charset="0"/>
                <a:ea typeface="Manrope" pitchFamily="34" charset="-122"/>
                <a:cs typeface="Manrope" pitchFamily="34" charset="-120"/>
              </a:rPr>
              <a:t>Great work begins with understanding. We replace confusion with a plan everyone can read, so you know what we are doing and why. The right path is always the clear one.</a:t>
            </a:r>
            <a:endParaRPr lang="en-US" sz="900" dirty="0"/>
          </a:p>
        </p:txBody>
      </p:sp>
      <p:sp>
        <p:nvSpPr>
          <p:cNvPr id="13" name="Shape 11"/>
          <p:cNvSpPr/>
          <p:nvPr/>
        </p:nvSpPr>
        <p:spPr>
          <a:xfrm>
            <a:off x="5266944" y="274320"/>
            <a:ext cx="1490472" cy="4572000"/>
          </a:xfrm>
          <a:prstGeom prst="roundRect">
            <a:avLst>
              <a:gd name="adj" fmla="val 5521"/>
            </a:avLst>
          </a:prstGeom>
          <a:solidFill>
            <a:srgbClr val="DEE8F4"/>
          </a:solidFill>
          <a:ln/>
        </p:spPr>
      </p:sp>
      <p:sp>
        <p:nvSpPr>
          <p:cNvPr id="14" name="Shape 12"/>
          <p:cNvSpPr/>
          <p:nvPr/>
        </p:nvSpPr>
        <p:spPr>
          <a:xfrm>
            <a:off x="5266944" y="274320"/>
            <a:ext cx="1490472" cy="54864"/>
          </a:xfrm>
          <a:prstGeom prst="rect">
            <a:avLst/>
          </a:prstGeom>
          <a:solidFill>
            <a:srgbClr val="8AACD9"/>
          </a:solidFill>
          <a:ln/>
        </p:spPr>
      </p:sp>
      <p:sp>
        <p:nvSpPr>
          <p:cNvPr id="15" name="Text 13"/>
          <p:cNvSpPr txBox="1"/>
          <p:nvPr/>
        </p:nvSpPr>
        <p:spPr>
          <a:xfrm>
            <a:off x="5449824" y="548640"/>
            <a:ext cx="914400" cy="201168"/>
          </a:xfrm>
          <a:prstGeom prst="rect">
            <a:avLst/>
          </a:prstGeom>
          <a:noFill/>
          <a:ln/>
        </p:spPr>
        <p:txBody>
          <a:bodyPr wrap="square" lIns="0" tIns="0" rIns="0" bIns="0" rtlCol="0" anchor="t"/>
          <a:lstStyle/>
          <a:p>
            <a:pPr indent="0" marL="0">
              <a:buNone/>
            </a:pPr>
            <a:r>
              <a:rPr lang="en-US" sz="700" b="1" spc="180" kern="0" dirty="0">
                <a:solidFill>
                  <a:srgbClr val="305A92"/>
                </a:solidFill>
                <a:latin typeface="Manrope" pitchFamily="34" charset="0"/>
                <a:ea typeface="Manrope" pitchFamily="34" charset="-122"/>
                <a:cs typeface="Manrope" pitchFamily="34" charset="-120"/>
              </a:rPr>
              <a:t>02</a:t>
            </a:r>
            <a:endParaRPr lang="en-US" sz="700" dirty="0"/>
          </a:p>
        </p:txBody>
      </p:sp>
      <p:sp>
        <p:nvSpPr>
          <p:cNvPr id="16" name="Text 14"/>
          <p:cNvSpPr txBox="1"/>
          <p:nvPr/>
        </p:nvSpPr>
        <p:spPr>
          <a:xfrm>
            <a:off x="5449824" y="822960"/>
            <a:ext cx="1179576" cy="658368"/>
          </a:xfrm>
          <a:prstGeom prst="rect">
            <a:avLst/>
          </a:prstGeom>
          <a:noFill/>
          <a:ln/>
        </p:spPr>
        <p:txBody>
          <a:bodyPr wrap="square" lIns="0" tIns="0" rIns="0" bIns="0" rtlCol="0" anchor="t"/>
          <a:lstStyle/>
          <a:p>
            <a:pPr indent="0" marL="0">
              <a:lnSpc>
                <a:spcPct val="108000"/>
              </a:lnSpc>
              <a:buNone/>
            </a:pPr>
            <a:r>
              <a:rPr lang="en-US" sz="1500" dirty="0">
                <a:solidFill>
                  <a:srgbClr val="0F0F10"/>
                </a:solidFill>
                <a:latin typeface="Bookmania" pitchFamily="34" charset="0"/>
                <a:ea typeface="Bookmania" pitchFamily="34" charset="-122"/>
                <a:cs typeface="Bookmania" pitchFamily="34" charset="-120"/>
              </a:rPr>
              <a:t>Partnership</a:t>
            </a:r>
            <a:endParaRPr lang="en-US" sz="1500" dirty="0"/>
          </a:p>
        </p:txBody>
      </p:sp>
      <p:sp>
        <p:nvSpPr>
          <p:cNvPr id="17" name="Text 15"/>
          <p:cNvSpPr txBox="1"/>
          <p:nvPr/>
        </p:nvSpPr>
        <p:spPr>
          <a:xfrm>
            <a:off x="5449824" y="1554480"/>
            <a:ext cx="1161288" cy="3017520"/>
          </a:xfrm>
          <a:prstGeom prst="rect">
            <a:avLst/>
          </a:prstGeom>
          <a:noFill/>
          <a:ln/>
        </p:spPr>
        <p:txBody>
          <a:bodyPr wrap="square" lIns="0" tIns="0" rIns="0" bIns="0" rtlCol="0" anchor="t"/>
          <a:lstStyle/>
          <a:p>
            <a:pPr indent="0" marL="0">
              <a:lnSpc>
                <a:spcPct val="144000"/>
              </a:lnSpc>
              <a:buNone/>
            </a:pPr>
            <a:r>
              <a:rPr lang="en-US" sz="900" dirty="0">
                <a:solidFill>
                  <a:srgbClr val="1C1A17"/>
                </a:solidFill>
                <a:latin typeface="Manrope" pitchFamily="34" charset="0"/>
                <a:ea typeface="Manrope" pitchFamily="34" charset="-122"/>
                <a:cs typeface="Manrope" pitchFamily="34" charset="-120"/>
              </a:rPr>
              <a:t>We work with you, not just for you. Your goals become ours, the relationship is open and honest, and getting it right is the whole point.</a:t>
            </a:r>
            <a:endParaRPr lang="en-US" sz="900" dirty="0"/>
          </a:p>
        </p:txBody>
      </p:sp>
      <p:sp>
        <p:nvSpPr>
          <p:cNvPr id="18" name="Shape 16"/>
          <p:cNvSpPr/>
          <p:nvPr/>
        </p:nvSpPr>
        <p:spPr>
          <a:xfrm>
            <a:off x="6922008" y="274320"/>
            <a:ext cx="1490472" cy="4572000"/>
          </a:xfrm>
          <a:prstGeom prst="roundRect">
            <a:avLst>
              <a:gd name="adj" fmla="val 5521"/>
            </a:avLst>
          </a:prstGeom>
          <a:solidFill>
            <a:srgbClr val="FDF6D5"/>
          </a:solidFill>
          <a:ln/>
        </p:spPr>
      </p:sp>
      <p:sp>
        <p:nvSpPr>
          <p:cNvPr id="19" name="Shape 17"/>
          <p:cNvSpPr/>
          <p:nvPr/>
        </p:nvSpPr>
        <p:spPr>
          <a:xfrm>
            <a:off x="6922008" y="274320"/>
            <a:ext cx="1490472" cy="54864"/>
          </a:xfrm>
          <a:prstGeom prst="rect">
            <a:avLst/>
          </a:prstGeom>
          <a:solidFill>
            <a:srgbClr val="F8DC55"/>
          </a:solidFill>
          <a:ln/>
        </p:spPr>
      </p:sp>
      <p:sp>
        <p:nvSpPr>
          <p:cNvPr id="20" name="Text 18"/>
          <p:cNvSpPr txBox="1"/>
          <p:nvPr/>
        </p:nvSpPr>
        <p:spPr>
          <a:xfrm>
            <a:off x="7104888" y="548640"/>
            <a:ext cx="914400" cy="201168"/>
          </a:xfrm>
          <a:prstGeom prst="rect">
            <a:avLst/>
          </a:prstGeom>
          <a:noFill/>
          <a:ln/>
        </p:spPr>
        <p:txBody>
          <a:bodyPr wrap="square" lIns="0" tIns="0" rIns="0" bIns="0" rtlCol="0" anchor="t"/>
          <a:lstStyle/>
          <a:p>
            <a:pPr indent="0" marL="0">
              <a:buNone/>
            </a:pPr>
            <a:r>
              <a:rPr lang="en-US" sz="700" b="1" spc="180" kern="0" dirty="0">
                <a:solidFill>
                  <a:srgbClr val="695804"/>
                </a:solidFill>
                <a:latin typeface="Manrope" pitchFamily="34" charset="0"/>
                <a:ea typeface="Manrope" pitchFamily="34" charset="-122"/>
                <a:cs typeface="Manrope" pitchFamily="34" charset="-120"/>
              </a:rPr>
              <a:t>03</a:t>
            </a:r>
            <a:endParaRPr lang="en-US" sz="700" dirty="0"/>
          </a:p>
        </p:txBody>
      </p:sp>
      <p:sp>
        <p:nvSpPr>
          <p:cNvPr id="21" name="Text 19"/>
          <p:cNvSpPr txBox="1"/>
          <p:nvPr/>
        </p:nvSpPr>
        <p:spPr>
          <a:xfrm>
            <a:off x="7104888" y="822960"/>
            <a:ext cx="1179576" cy="658368"/>
          </a:xfrm>
          <a:prstGeom prst="rect">
            <a:avLst/>
          </a:prstGeom>
          <a:noFill/>
          <a:ln/>
        </p:spPr>
        <p:txBody>
          <a:bodyPr wrap="square" lIns="0" tIns="0" rIns="0" bIns="0" rtlCol="0" anchor="t"/>
          <a:lstStyle/>
          <a:p>
            <a:pPr indent="0" marL="0">
              <a:lnSpc>
                <a:spcPct val="108000"/>
              </a:lnSpc>
              <a:buNone/>
            </a:pPr>
            <a:r>
              <a:rPr lang="en-US" sz="1500" dirty="0">
                <a:solidFill>
                  <a:srgbClr val="0F0F10"/>
                </a:solidFill>
                <a:latin typeface="Bookmania" pitchFamily="34" charset="0"/>
                <a:ea typeface="Bookmania" pitchFamily="34" charset="-122"/>
                <a:cs typeface="Bookmania" pitchFamily="34" charset="-120"/>
              </a:rPr>
              <a:t>World class</a:t>
            </a:r>
            <a:endParaRPr lang="en-US" sz="1500" dirty="0"/>
          </a:p>
        </p:txBody>
      </p:sp>
      <p:sp>
        <p:nvSpPr>
          <p:cNvPr id="22" name="Text 20"/>
          <p:cNvSpPr txBox="1"/>
          <p:nvPr/>
        </p:nvSpPr>
        <p:spPr>
          <a:xfrm>
            <a:off x="7104888" y="1554480"/>
            <a:ext cx="1161288" cy="3017520"/>
          </a:xfrm>
          <a:prstGeom prst="rect">
            <a:avLst/>
          </a:prstGeom>
          <a:noFill/>
          <a:ln/>
        </p:spPr>
        <p:txBody>
          <a:bodyPr wrap="square" lIns="0" tIns="0" rIns="0" bIns="0" rtlCol="0" anchor="t"/>
          <a:lstStyle/>
          <a:p>
            <a:pPr indent="0" marL="0">
              <a:lnSpc>
                <a:spcPct val="144000"/>
              </a:lnSpc>
              <a:buNone/>
            </a:pPr>
            <a:r>
              <a:rPr lang="en-US" sz="900" dirty="0">
                <a:solidFill>
                  <a:srgbClr val="1C1A17"/>
                </a:solidFill>
                <a:latin typeface="Manrope" pitchFamily="34" charset="0"/>
                <a:ea typeface="Manrope" pitchFamily="34" charset="-122"/>
                <a:cs typeface="Manrope" pitchFamily="34" charset="-120"/>
              </a:rPr>
              <a:t>Excellence in everything, from the biggest idea to the smallest detail. Polished, powerful work you can depend on, every time.</a:t>
            </a:r>
            <a:endParaRPr lang="en-US" sz="900" dirty="0"/>
          </a:p>
        </p:txBody>
      </p:sp>
      <p:sp>
        <p:nvSpPr>
          <p:cNvPr id="23" name="Shape 21"/>
          <p:cNvSpPr/>
          <p:nvPr/>
        </p:nvSpPr>
        <p:spPr>
          <a:xfrm>
            <a:off x="8577072" y="274320"/>
            <a:ext cx="1490472" cy="4572000"/>
          </a:xfrm>
          <a:prstGeom prst="roundRect">
            <a:avLst>
              <a:gd name="adj" fmla="val 5521"/>
            </a:avLst>
          </a:prstGeom>
          <a:solidFill>
            <a:srgbClr val="E6E1F1"/>
          </a:solidFill>
          <a:ln/>
        </p:spPr>
      </p:sp>
      <p:sp>
        <p:nvSpPr>
          <p:cNvPr id="24" name="Shape 22"/>
          <p:cNvSpPr/>
          <p:nvPr/>
        </p:nvSpPr>
        <p:spPr>
          <a:xfrm>
            <a:off x="8577072" y="274320"/>
            <a:ext cx="1490472" cy="54864"/>
          </a:xfrm>
          <a:prstGeom prst="rect">
            <a:avLst/>
          </a:prstGeom>
          <a:solidFill>
            <a:srgbClr val="A491CD"/>
          </a:solidFill>
          <a:ln/>
        </p:spPr>
      </p:sp>
      <p:sp>
        <p:nvSpPr>
          <p:cNvPr id="25" name="Text 23"/>
          <p:cNvSpPr txBox="1"/>
          <p:nvPr/>
        </p:nvSpPr>
        <p:spPr>
          <a:xfrm>
            <a:off x="8759952" y="548640"/>
            <a:ext cx="914400" cy="201168"/>
          </a:xfrm>
          <a:prstGeom prst="rect">
            <a:avLst/>
          </a:prstGeom>
          <a:noFill/>
          <a:ln/>
        </p:spPr>
        <p:txBody>
          <a:bodyPr wrap="square" lIns="0" tIns="0" rIns="0" bIns="0" rtlCol="0" anchor="t"/>
          <a:lstStyle/>
          <a:p>
            <a:pPr indent="0" marL="0">
              <a:buNone/>
            </a:pPr>
            <a:r>
              <a:rPr lang="en-US" sz="700" b="1" spc="180" kern="0" dirty="0">
                <a:solidFill>
                  <a:srgbClr val="6549A1"/>
                </a:solidFill>
                <a:latin typeface="Manrope" pitchFamily="34" charset="0"/>
                <a:ea typeface="Manrope" pitchFamily="34" charset="-122"/>
                <a:cs typeface="Manrope" pitchFamily="34" charset="-120"/>
              </a:rPr>
              <a:t>04</a:t>
            </a:r>
            <a:endParaRPr lang="en-US" sz="700" dirty="0"/>
          </a:p>
        </p:txBody>
      </p:sp>
      <p:sp>
        <p:nvSpPr>
          <p:cNvPr id="26" name="Text 24"/>
          <p:cNvSpPr txBox="1"/>
          <p:nvPr/>
        </p:nvSpPr>
        <p:spPr>
          <a:xfrm>
            <a:off x="8759952" y="822960"/>
            <a:ext cx="1179576" cy="658368"/>
          </a:xfrm>
          <a:prstGeom prst="rect">
            <a:avLst/>
          </a:prstGeom>
          <a:noFill/>
          <a:ln/>
        </p:spPr>
        <p:txBody>
          <a:bodyPr wrap="square" lIns="0" tIns="0" rIns="0" bIns="0" rtlCol="0" anchor="t"/>
          <a:lstStyle/>
          <a:p>
            <a:pPr indent="0" marL="0">
              <a:lnSpc>
                <a:spcPct val="108000"/>
              </a:lnSpc>
              <a:buNone/>
            </a:pPr>
            <a:r>
              <a:rPr lang="en-US" sz="1500" dirty="0">
                <a:solidFill>
                  <a:srgbClr val="0F0F10"/>
                </a:solidFill>
                <a:latin typeface="Bookmania" pitchFamily="34" charset="0"/>
                <a:ea typeface="Bookmania" pitchFamily="34" charset="-122"/>
                <a:cs typeface="Bookmania" pitchFamily="34" charset="-120"/>
              </a:rPr>
              <a:t>Built to last</a:t>
            </a:r>
            <a:endParaRPr lang="en-US" sz="1500" dirty="0"/>
          </a:p>
        </p:txBody>
      </p:sp>
      <p:sp>
        <p:nvSpPr>
          <p:cNvPr id="27" name="Text 25"/>
          <p:cNvSpPr txBox="1"/>
          <p:nvPr/>
        </p:nvSpPr>
        <p:spPr>
          <a:xfrm>
            <a:off x="8759952" y="1554480"/>
            <a:ext cx="1161288" cy="3017520"/>
          </a:xfrm>
          <a:prstGeom prst="rect">
            <a:avLst/>
          </a:prstGeom>
          <a:noFill/>
          <a:ln/>
        </p:spPr>
        <p:txBody>
          <a:bodyPr wrap="square" lIns="0" tIns="0" rIns="0" bIns="0" rtlCol="0" anchor="t"/>
          <a:lstStyle/>
          <a:p>
            <a:pPr indent="0" marL="0">
              <a:lnSpc>
                <a:spcPct val="144000"/>
              </a:lnSpc>
              <a:buNone/>
            </a:pPr>
            <a:r>
              <a:rPr lang="en-US" sz="900" dirty="0">
                <a:solidFill>
                  <a:srgbClr val="1C1A17"/>
                </a:solidFill>
                <a:latin typeface="Manrope" pitchFamily="34" charset="0"/>
                <a:ea typeface="Manrope" pitchFamily="34" charset="-122"/>
                <a:cs typeface="Manrope" pitchFamily="34" charset="-120"/>
              </a:rPr>
              <a:t>We build for tomorrow, not just today. Timeless strategy, strong foundations and systems that grow with the business. We are not interested in chasing trends.</a:t>
            </a:r>
            <a:endParaRPr lang="en-US" sz="900" dirty="0"/>
          </a:p>
        </p:txBody>
      </p:sp>
      <p:sp>
        <p:nvSpPr>
          <p:cNvPr id="28" name="Shape 26"/>
          <p:cNvSpPr/>
          <p:nvPr/>
        </p:nvSpPr>
        <p:spPr>
          <a:xfrm>
            <a:off x="10232136" y="274320"/>
            <a:ext cx="1490472" cy="4572000"/>
          </a:xfrm>
          <a:prstGeom prst="roundRect">
            <a:avLst>
              <a:gd name="adj" fmla="val 5521"/>
            </a:avLst>
          </a:prstGeom>
          <a:solidFill>
            <a:srgbClr val="E3F0E9"/>
          </a:solidFill>
          <a:ln/>
        </p:spPr>
      </p:sp>
      <p:sp>
        <p:nvSpPr>
          <p:cNvPr id="29" name="Shape 27"/>
          <p:cNvSpPr/>
          <p:nvPr/>
        </p:nvSpPr>
        <p:spPr>
          <a:xfrm>
            <a:off x="10232136" y="274320"/>
            <a:ext cx="1490472" cy="54864"/>
          </a:xfrm>
          <a:prstGeom prst="rect">
            <a:avLst/>
          </a:prstGeom>
          <a:solidFill>
            <a:srgbClr val="8CBFA6"/>
          </a:solidFill>
          <a:ln/>
        </p:spPr>
      </p:sp>
      <p:sp>
        <p:nvSpPr>
          <p:cNvPr id="30" name="Text 28"/>
          <p:cNvSpPr txBox="1"/>
          <p:nvPr/>
        </p:nvSpPr>
        <p:spPr>
          <a:xfrm>
            <a:off x="10415016" y="548640"/>
            <a:ext cx="914400" cy="201168"/>
          </a:xfrm>
          <a:prstGeom prst="rect">
            <a:avLst/>
          </a:prstGeom>
          <a:noFill/>
          <a:ln/>
        </p:spPr>
        <p:txBody>
          <a:bodyPr wrap="square" lIns="0" tIns="0" rIns="0" bIns="0" rtlCol="0" anchor="t"/>
          <a:lstStyle/>
          <a:p>
            <a:pPr indent="0" marL="0">
              <a:buNone/>
            </a:pPr>
            <a:r>
              <a:rPr lang="en-US" sz="700" b="1" spc="180" kern="0" dirty="0">
                <a:solidFill>
                  <a:srgbClr val="37624D"/>
                </a:solidFill>
                <a:latin typeface="Manrope" pitchFamily="34" charset="0"/>
                <a:ea typeface="Manrope" pitchFamily="34" charset="-122"/>
                <a:cs typeface="Manrope" pitchFamily="34" charset="-120"/>
              </a:rPr>
              <a:t>05</a:t>
            </a:r>
            <a:endParaRPr lang="en-US" sz="700" dirty="0"/>
          </a:p>
        </p:txBody>
      </p:sp>
      <p:sp>
        <p:nvSpPr>
          <p:cNvPr id="31" name="Text 29"/>
          <p:cNvSpPr txBox="1"/>
          <p:nvPr/>
        </p:nvSpPr>
        <p:spPr>
          <a:xfrm>
            <a:off x="10415016" y="822960"/>
            <a:ext cx="1179576" cy="658368"/>
          </a:xfrm>
          <a:prstGeom prst="rect">
            <a:avLst/>
          </a:prstGeom>
          <a:noFill/>
          <a:ln/>
        </p:spPr>
        <p:txBody>
          <a:bodyPr wrap="square" lIns="0" tIns="0" rIns="0" bIns="0" rtlCol="0" anchor="t"/>
          <a:lstStyle/>
          <a:p>
            <a:pPr indent="0" marL="0">
              <a:lnSpc>
                <a:spcPct val="108000"/>
              </a:lnSpc>
              <a:buNone/>
            </a:pPr>
            <a:r>
              <a:rPr lang="en-US" sz="1500" dirty="0">
                <a:solidFill>
                  <a:srgbClr val="0F0F10"/>
                </a:solidFill>
                <a:latin typeface="Bookmania" pitchFamily="34" charset="0"/>
                <a:ea typeface="Bookmania" pitchFamily="34" charset="-122"/>
                <a:cs typeface="Bookmania" pitchFamily="34" charset="-120"/>
              </a:rPr>
              <a:t>Hospitality</a:t>
            </a:r>
            <a:endParaRPr lang="en-US" sz="1500" dirty="0"/>
          </a:p>
        </p:txBody>
      </p:sp>
      <p:sp>
        <p:nvSpPr>
          <p:cNvPr id="32" name="Text 30"/>
          <p:cNvSpPr txBox="1"/>
          <p:nvPr/>
        </p:nvSpPr>
        <p:spPr>
          <a:xfrm>
            <a:off x="10415016" y="1554480"/>
            <a:ext cx="1161288" cy="3017520"/>
          </a:xfrm>
          <a:prstGeom prst="rect">
            <a:avLst/>
          </a:prstGeom>
          <a:noFill/>
          <a:ln/>
        </p:spPr>
        <p:txBody>
          <a:bodyPr wrap="square" lIns="0" tIns="0" rIns="0" bIns="0" rtlCol="0" anchor="t"/>
          <a:lstStyle/>
          <a:p>
            <a:pPr indent="0" marL="0">
              <a:lnSpc>
                <a:spcPct val="144000"/>
              </a:lnSpc>
              <a:buNone/>
            </a:pPr>
            <a:r>
              <a:rPr lang="en-US" sz="900" dirty="0">
                <a:solidFill>
                  <a:srgbClr val="1C1A17"/>
                </a:solidFill>
                <a:latin typeface="Manrope" pitchFamily="34" charset="0"/>
                <a:ea typeface="Manrope" pitchFamily="34" charset="-122"/>
                <a:cs typeface="Manrope" pitchFamily="34" charset="-120"/>
              </a:rPr>
              <a:t>How it feels to work with us matters as much as what we make. Every owner is received, never processed. We are rigorous on the ninety-five so the five can be spent well.</a:t>
            </a:r>
            <a:endParaRPr lang="en-US" sz="900" dirty="0"/>
          </a:p>
        </p:txBody>
      </p:sp>
      <p:sp>
        <p:nvSpPr>
          <p:cNvPr id="33" name="Text 31"/>
          <p:cNvSpPr txBox="1"/>
          <p:nvPr/>
        </p:nvSpPr>
        <p:spPr>
          <a:xfrm>
            <a:off x="3611880" y="5102352"/>
            <a:ext cx="8110728" cy="201168"/>
          </a:xfrm>
          <a:prstGeom prst="rect">
            <a:avLst/>
          </a:prstGeom>
          <a:noFill/>
          <a:ln/>
        </p:spPr>
        <p:txBody>
          <a:bodyPr wrap="square" lIns="0" tIns="0" rIns="0" bIns="0" rtlCol="0" anchor="t"/>
          <a:lstStyle/>
          <a:p>
            <a:pPr indent="0" marL="0">
              <a:buNone/>
            </a:pPr>
            <a:r>
              <a:rPr lang="en-US" sz="900" spc="180" kern="0" dirty="0">
                <a:solidFill>
                  <a:srgbClr val="7A7264"/>
                </a:solidFill>
                <a:latin typeface="Manrope" pitchFamily="34" charset="0"/>
                <a:ea typeface="Manrope" pitchFamily="34" charset="-122"/>
                <a:cs typeface="Manrope" pitchFamily="34" charset="-120"/>
              </a:rPr>
              <a:t>ONE VOICE PER SURFACE. ALL FIVE MEET ONLY IN THE MARK.</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566928" y="274320"/>
            <a:ext cx="0" cy="6309360"/>
          </a:xfrm>
          <a:prstGeom prst="line">
            <a:avLst/>
          </a:prstGeom>
          <a:noFill/>
          <a:ln w="9525">
            <a:solidFill>
              <a:srgbClr val="BDB4A2"/>
            </a:solidFill>
            <a:prstDash val="solid"/>
          </a:ln>
        </p:spPr>
      </p:sp>
      <p:sp>
        <p:nvSpPr>
          <p:cNvPr id="3" name="Text 1"/>
          <p:cNvSpPr txBox="1"/>
          <p:nvPr/>
        </p:nvSpPr>
        <p:spPr>
          <a:xfrm rot="16200000">
            <a:off x="9144" y="256032"/>
            <a:ext cx="457200" cy="274320"/>
          </a:xfrm>
          <a:prstGeom prst="rect">
            <a:avLst/>
          </a:prstGeom>
          <a:noFill/>
          <a:ln/>
        </p:spPr>
        <p:txBody>
          <a:bodyPr wrap="none" lIns="0" tIns="0" rIns="0" bIns="0" rtlCol="0" anchor="ctr"/>
          <a:lstStyle/>
          <a:p>
            <a:pPr algn="ctr" indent="0" marL="0">
              <a:buNone/>
            </a:pPr>
            <a:r>
              <a:rPr lang="en-US" sz="700" spc="160" kern="0" dirty="0">
                <a:solidFill>
                  <a:srgbClr val="7A7264"/>
                </a:solidFill>
                <a:latin typeface="Manrope" pitchFamily="34" charset="0"/>
                <a:ea typeface="Manrope" pitchFamily="34" charset="-122"/>
                <a:cs typeface="Manrope" pitchFamily="34" charset="-120"/>
              </a:rPr>
              <a:t>007</a:t>
            </a:r>
            <a:endParaRPr lang="en-US" sz="700" dirty="0"/>
          </a:p>
        </p:txBody>
      </p:sp>
      <p:sp>
        <p:nvSpPr>
          <p:cNvPr id="4" name="Text 2"/>
          <p:cNvSpPr txBox="1"/>
          <p:nvPr/>
        </p:nvSpPr>
        <p:spPr>
          <a:xfrm rot="16200000">
            <a:off x="-950976" y="5257800"/>
            <a:ext cx="2377440" cy="274320"/>
          </a:xfrm>
          <a:prstGeom prst="rect">
            <a:avLst/>
          </a:prstGeom>
          <a:noFill/>
          <a:ln/>
        </p:spPr>
        <p:txBody>
          <a:bodyPr wrap="none" lIns="0" tIns="0" rIns="0" bIns="0" rtlCol="0" anchor="ctr"/>
          <a:lstStyle/>
          <a:p>
            <a:pPr algn="l" indent="0" marL="0">
              <a:buNone/>
            </a:pPr>
            <a:r>
              <a:rPr lang="en-US" sz="700" spc="160" kern="0" dirty="0">
                <a:solidFill>
                  <a:srgbClr val="7A7264"/>
                </a:solidFill>
                <a:latin typeface="Manrope" pitchFamily="34" charset="0"/>
                <a:ea typeface="Manrope" pitchFamily="34" charset="-122"/>
                <a:cs typeface="Manrope" pitchFamily="34" charset="-120"/>
              </a:rPr>
              <a:t>THE IDENTITY BOOK</a:t>
            </a:r>
            <a:endParaRPr lang="en-US" sz="700" dirty="0"/>
          </a:p>
        </p:txBody>
      </p:sp>
      <p:sp>
        <p:nvSpPr>
          <p:cNvPr id="5" name="Shape 3"/>
          <p:cNvSpPr/>
          <p:nvPr/>
        </p:nvSpPr>
        <p:spPr>
          <a:xfrm>
            <a:off x="3474720" y="274320"/>
            <a:ext cx="0" cy="6309360"/>
          </a:xfrm>
          <a:prstGeom prst="line">
            <a:avLst/>
          </a:prstGeom>
          <a:noFill/>
          <a:ln w="9525">
            <a:solidFill>
              <a:srgbClr val="BDB4A2"/>
            </a:solidFill>
            <a:prstDash val="solid"/>
          </a:ln>
        </p:spPr>
      </p:sp>
      <p:sp>
        <p:nvSpPr>
          <p:cNvPr id="6" name="Text 4"/>
          <p:cNvSpPr txBox="1"/>
          <p:nvPr/>
        </p:nvSpPr>
        <p:spPr>
          <a:xfrm>
            <a:off x="749808" y="292608"/>
            <a:ext cx="2619756" cy="201168"/>
          </a:xfrm>
          <a:prstGeom prst="rect">
            <a:avLst/>
          </a:prstGeom>
          <a:noFill/>
          <a:ln/>
        </p:spPr>
        <p:txBody>
          <a:bodyPr wrap="square" lIns="0" tIns="0" rIns="0" bIns="0" rtlCol="0" anchor="t"/>
          <a:lstStyle/>
          <a:p>
            <a:pPr indent="0" marL="0">
              <a:buNone/>
            </a:pPr>
            <a:r>
              <a:rPr lang="en-US" sz="900" b="1" spc="180" kern="0" dirty="0">
                <a:solidFill>
                  <a:srgbClr val="0F0F10"/>
                </a:solidFill>
                <a:latin typeface="Manrope" pitchFamily="34" charset="0"/>
                <a:ea typeface="Manrope" pitchFamily="34" charset="-122"/>
                <a:cs typeface="Manrope" pitchFamily="34" charset="-120"/>
              </a:rPr>
              <a:t>1.3  BRAND PERSONALITY</a:t>
            </a:r>
            <a:endParaRPr lang="en-US" sz="900" dirty="0"/>
          </a:p>
        </p:txBody>
      </p:sp>
      <p:sp>
        <p:nvSpPr>
          <p:cNvPr id="7" name="Text 5"/>
          <p:cNvSpPr txBox="1"/>
          <p:nvPr/>
        </p:nvSpPr>
        <p:spPr>
          <a:xfrm>
            <a:off x="749808" y="694944"/>
            <a:ext cx="2619756" cy="3840480"/>
          </a:xfrm>
          <a:prstGeom prst="rect">
            <a:avLst/>
          </a:prstGeom>
          <a:noFill/>
          <a:ln/>
        </p:spPr>
        <p:txBody>
          <a:bodyPr wrap="square" lIns="0" tIns="0" rIns="0" bIns="0" rtlCol="0" anchor="t"/>
          <a:lstStyle/>
          <a:p>
            <a:pPr indent="0" marL="0">
              <a:lnSpc>
                <a:spcPct val="142000"/>
              </a:lnSpc>
              <a:buNone/>
            </a:pPr>
            <a:r>
              <a:rPr lang="en-US" sz="1150" dirty="0">
                <a:solidFill>
                  <a:srgbClr val="1C1A17"/>
                </a:solidFill>
                <a:latin typeface="Bookmania" pitchFamily="34" charset="0"/>
                <a:ea typeface="Bookmania" pitchFamily="34" charset="-122"/>
                <a:cs typeface="Bookmania" pitchFamily="34" charset="-120"/>
              </a:rPr>
              <a:t>Our personality is deliberately human. World-class work and a premium experience can arrive with a personal touch. Our confidence comes from competence, which lets us be relaxed and direct.</a:t>
            </a:r>
            <a:endParaRPr lang="en-US" sz="1150" dirty="0"/>
          </a:p>
        </p:txBody>
      </p:sp>
      <p:sp>
        <p:nvSpPr>
          <p:cNvPr id="8" name="Text 6"/>
          <p:cNvSpPr txBox="1"/>
          <p:nvPr/>
        </p:nvSpPr>
        <p:spPr>
          <a:xfrm>
            <a:off x="749808" y="5166360"/>
            <a:ext cx="2619756" cy="1417320"/>
          </a:xfrm>
          <a:prstGeom prst="rect">
            <a:avLst/>
          </a:prstGeom>
          <a:noFill/>
          <a:ln/>
        </p:spPr>
        <p:txBody>
          <a:bodyPr wrap="square" lIns="0" tIns="0" rIns="0" bIns="0" rtlCol="0" anchor="t"/>
          <a:lstStyle/>
          <a:p>
            <a:pPr indent="0" marL="0">
              <a:lnSpc>
                <a:spcPct val="140000"/>
              </a:lnSpc>
              <a:buNone/>
            </a:pPr>
            <a:r>
              <a:rPr lang="en-US" sz="950" dirty="0">
                <a:solidFill>
                  <a:srgbClr val="5E574C"/>
                </a:solidFill>
                <a:latin typeface="Manrope" pitchFamily="34" charset="0"/>
                <a:ea typeface="Manrope" pitchFamily="34" charset="-122"/>
                <a:cs typeface="Manrope" pitchFamily="34" charset="-120"/>
              </a:rPr>
              <a:t>We take the work seriously. We do not take ourselves too seriously.</a:t>
            </a:r>
            <a:endParaRPr lang="en-US" sz="950" dirty="0"/>
          </a:p>
        </p:txBody>
      </p:sp>
      <p:sp>
        <p:nvSpPr>
          <p:cNvPr id="9" name="Text 7"/>
          <p:cNvSpPr txBox="1"/>
          <p:nvPr/>
        </p:nvSpPr>
        <p:spPr>
          <a:xfrm>
            <a:off x="3611880" y="237744"/>
            <a:ext cx="8110728" cy="1371600"/>
          </a:xfrm>
          <a:prstGeom prst="rect">
            <a:avLst/>
          </a:prstGeom>
          <a:noFill/>
          <a:ln/>
        </p:spPr>
        <p:txBody>
          <a:bodyPr wrap="square" lIns="0" tIns="0" rIns="0" bIns="0" rtlCol="0" anchor="t"/>
          <a:lstStyle/>
          <a:p>
            <a:pPr indent="0" marL="0">
              <a:lnSpc>
                <a:spcPct val="114000"/>
              </a:lnSpc>
              <a:buNone/>
            </a:pPr>
            <a:r>
              <a:rPr lang="en-US" sz="2800" dirty="0">
                <a:solidFill>
                  <a:srgbClr val="0F0F10"/>
                </a:solidFill>
                <a:latin typeface="Bookmania" pitchFamily="34" charset="0"/>
                <a:ea typeface="Bookmania" pitchFamily="34" charset="-122"/>
                <a:cs typeface="Bookmania" pitchFamily="34" charset="-120"/>
              </a:rPr>
              <a:t>Confident in our expertise,</a:t>
            </a:r>
            <a:endParaRPr lang="en-US" sz="2800" dirty="0"/>
          </a:p>
          <a:p>
            <a:pPr indent="0" marL="0">
              <a:lnSpc>
                <a:spcPct val="114000"/>
              </a:lnSpc>
              <a:buNone/>
            </a:pPr>
            <a:r>
              <a:rPr lang="en-US" sz="2800" dirty="0">
                <a:solidFill>
                  <a:srgbClr val="0F0F10"/>
                </a:solidFill>
                <a:latin typeface="Bookmania" pitchFamily="34" charset="0"/>
                <a:ea typeface="Bookmania" pitchFamily="34" charset="-122"/>
                <a:cs typeface="Bookmania" pitchFamily="34" charset="-120"/>
              </a:rPr>
              <a:t>approachable in our delivery.</a:t>
            </a:r>
            <a:endParaRPr lang="en-US" sz="2800" dirty="0"/>
          </a:p>
        </p:txBody>
      </p:sp>
      <p:sp>
        <p:nvSpPr>
          <p:cNvPr id="10" name="Shape 8"/>
          <p:cNvSpPr/>
          <p:nvPr/>
        </p:nvSpPr>
        <p:spPr>
          <a:xfrm>
            <a:off x="3611880" y="1847088"/>
            <a:ext cx="3826764" cy="3200400"/>
          </a:xfrm>
          <a:prstGeom prst="roundRect">
            <a:avLst>
              <a:gd name="adj" fmla="val 2571"/>
            </a:avLst>
          </a:prstGeom>
          <a:solidFill>
            <a:srgbClr val="E3F0E9"/>
          </a:solidFill>
          <a:ln/>
        </p:spPr>
      </p:sp>
      <p:sp>
        <p:nvSpPr>
          <p:cNvPr id="11" name="Text 9"/>
          <p:cNvSpPr txBox="1"/>
          <p:nvPr/>
        </p:nvSpPr>
        <p:spPr>
          <a:xfrm>
            <a:off x="3886200" y="2084832"/>
            <a:ext cx="3278124" cy="201168"/>
          </a:xfrm>
          <a:prstGeom prst="rect">
            <a:avLst/>
          </a:prstGeom>
          <a:noFill/>
          <a:ln/>
        </p:spPr>
        <p:txBody>
          <a:bodyPr wrap="square" lIns="0" tIns="0" rIns="0" bIns="0" rtlCol="0" anchor="t"/>
          <a:lstStyle/>
          <a:p>
            <a:pPr indent="0" marL="0">
              <a:buNone/>
            </a:pPr>
            <a:r>
              <a:rPr lang="en-US" sz="900" b="1" spc="180" kern="0" dirty="0">
                <a:solidFill>
                  <a:srgbClr val="37624D"/>
                </a:solidFill>
                <a:latin typeface="Manrope" pitchFamily="34" charset="0"/>
                <a:ea typeface="Manrope" pitchFamily="34" charset="-122"/>
                <a:cs typeface="Manrope" pitchFamily="34" charset="-120"/>
              </a:rPr>
              <a:t>WE ARE</a:t>
            </a:r>
            <a:endParaRPr lang="en-US" sz="900" dirty="0"/>
          </a:p>
        </p:txBody>
      </p:sp>
      <p:sp>
        <p:nvSpPr>
          <p:cNvPr id="12" name="Text 10"/>
          <p:cNvSpPr txBox="1"/>
          <p:nvPr/>
        </p:nvSpPr>
        <p:spPr>
          <a:xfrm>
            <a:off x="3886200" y="2377440"/>
            <a:ext cx="3278124" cy="2651760"/>
          </a:xfrm>
          <a:prstGeom prst="rect">
            <a:avLst/>
          </a:prstGeom>
          <a:noFill/>
          <a:ln/>
        </p:spPr>
        <p:txBody>
          <a:bodyPr wrap="square" lIns="0" tIns="0" rIns="0" bIns="0" rtlCol="0" anchor="t"/>
          <a:lstStyle/>
          <a:p>
            <a:pPr indent="0" marL="0">
              <a:lnSpc>
                <a:spcPct val="146000"/>
              </a:lnSpc>
              <a:buNone/>
            </a:pPr>
            <a:r>
              <a:rPr lang="en-US" sz="1100" dirty="0">
                <a:solidFill>
                  <a:srgbClr val="1C1A17"/>
                </a:solidFill>
                <a:latin typeface="Manrope" pitchFamily="34" charset="0"/>
                <a:ea typeface="Manrope" pitchFamily="34" charset="-122"/>
                <a:cs typeface="Manrope" pitchFamily="34" charset="-120"/>
              </a:rPr>
              <a:t>Insightful partners, trusted guides and creative catalysts. Curious, attentive and invested in the success of every owner we work with — and glad of the company while we build it together.</a:t>
            </a:r>
            <a:endParaRPr lang="en-US" sz="1100" dirty="0"/>
          </a:p>
          <a:p>
            <a:pPr indent="0" marL="0">
              <a:lnSpc>
                <a:spcPct val="146000"/>
              </a:lnSpc>
              <a:buNone/>
            </a:pPr>
            <a:endParaRPr lang="en-US" sz="1100" dirty="0"/>
          </a:p>
          <a:p>
            <a:pPr indent="0" marL="0">
              <a:lnSpc>
                <a:spcPct val="146000"/>
              </a:lnSpc>
              <a:buNone/>
            </a:pPr>
            <a:r>
              <a:rPr lang="en-US" sz="1100" dirty="0">
                <a:solidFill>
                  <a:srgbClr val="1C1A17"/>
                </a:solidFill>
                <a:latin typeface="Manrope" pitchFamily="34" charset="0"/>
                <a:ea typeface="Manrope" pitchFamily="34" charset="-122"/>
                <a:cs typeface="Manrope" pitchFamily="34" charset="-120"/>
              </a:rPr>
              <a:t>We love a complicated problem and the simple answer on the far side of it. We live for the moment a good plan becomes a result the owner is proud to show.</a:t>
            </a:r>
            <a:endParaRPr lang="en-US" sz="1100" dirty="0"/>
          </a:p>
        </p:txBody>
      </p:sp>
      <p:sp>
        <p:nvSpPr>
          <p:cNvPr id="13" name="Shape 11"/>
          <p:cNvSpPr/>
          <p:nvPr/>
        </p:nvSpPr>
        <p:spPr>
          <a:xfrm>
            <a:off x="7895844" y="1847088"/>
            <a:ext cx="3826764" cy="3200400"/>
          </a:xfrm>
          <a:prstGeom prst="roundRect">
            <a:avLst>
              <a:gd name="adj" fmla="val 2571"/>
            </a:avLst>
          </a:prstGeom>
          <a:ln w="9525">
            <a:solidFill>
              <a:srgbClr val="BDB4A2"/>
            </a:solidFill>
            <a:prstDash val="solid"/>
          </a:ln>
        </p:spPr>
      </p:sp>
      <p:sp>
        <p:nvSpPr>
          <p:cNvPr id="14" name="Text 12"/>
          <p:cNvSpPr txBox="1"/>
          <p:nvPr/>
        </p:nvSpPr>
        <p:spPr>
          <a:xfrm>
            <a:off x="8170164" y="2084832"/>
            <a:ext cx="3278124" cy="201168"/>
          </a:xfrm>
          <a:prstGeom prst="rect">
            <a:avLst/>
          </a:prstGeom>
          <a:noFill/>
          <a:ln/>
        </p:spPr>
        <p:txBody>
          <a:bodyPr wrap="square" lIns="0" tIns="0" rIns="0" bIns="0" rtlCol="0" anchor="t"/>
          <a:lstStyle/>
          <a:p>
            <a:pPr indent="0" marL="0">
              <a:buNone/>
            </a:pPr>
            <a:r>
              <a:rPr lang="en-US" sz="900" b="1" spc="180" kern="0" dirty="0">
                <a:solidFill>
                  <a:srgbClr val="A72C2C"/>
                </a:solidFill>
                <a:latin typeface="Manrope" pitchFamily="34" charset="0"/>
                <a:ea typeface="Manrope" pitchFamily="34" charset="-122"/>
                <a:cs typeface="Manrope" pitchFamily="34" charset="-120"/>
              </a:rPr>
              <a:t>WE ARE NEVER</a:t>
            </a:r>
            <a:endParaRPr lang="en-US" sz="900" dirty="0"/>
          </a:p>
        </p:txBody>
      </p:sp>
      <p:sp>
        <p:nvSpPr>
          <p:cNvPr id="15" name="Text 13"/>
          <p:cNvSpPr txBox="1"/>
          <p:nvPr/>
        </p:nvSpPr>
        <p:spPr>
          <a:xfrm>
            <a:off x="8170164" y="2432304"/>
            <a:ext cx="3278124" cy="2560320"/>
          </a:xfrm>
          <a:prstGeom prst="rect">
            <a:avLst/>
          </a:prstGeom>
          <a:noFill/>
          <a:ln/>
        </p:spPr>
        <p:txBody>
          <a:bodyPr wrap="square" lIns="0" tIns="0" rIns="0" bIns="0" rtlCol="0" anchor="t"/>
          <a:lstStyle/>
          <a:p>
            <a:pPr indent="0" marL="0">
              <a:lnSpc>
                <a:spcPct val="122000"/>
              </a:lnSpc>
              <a:buNone/>
            </a:pPr>
            <a:r>
              <a:rPr lang="en-US" sz="2200" dirty="0">
                <a:solidFill>
                  <a:srgbClr val="0F0F10"/>
                </a:solidFill>
                <a:latin typeface="Bookmania" pitchFamily="34" charset="0"/>
                <a:ea typeface="Bookmania" pitchFamily="34" charset="-122"/>
                <a:cs typeface="Bookmania" pitchFamily="34" charset="-120"/>
              </a:rPr>
              <a:t>Cold.</a:t>
            </a:r>
            <a:endParaRPr lang="en-US" sz="2200" dirty="0"/>
          </a:p>
          <a:p>
            <a:pPr indent="0" marL="0">
              <a:lnSpc>
                <a:spcPct val="122000"/>
              </a:lnSpc>
              <a:buNone/>
            </a:pPr>
            <a:r>
              <a:rPr lang="en-US" sz="2200" dirty="0">
                <a:solidFill>
                  <a:srgbClr val="0F0F10"/>
                </a:solidFill>
                <a:latin typeface="Bookmania" pitchFamily="34" charset="0"/>
                <a:ea typeface="Bookmania" pitchFamily="34" charset="-122"/>
                <a:cs typeface="Bookmania" pitchFamily="34" charset="-120"/>
              </a:rPr>
              <a:t>Arrogant.</a:t>
            </a:r>
            <a:endParaRPr lang="en-US" sz="2200" dirty="0"/>
          </a:p>
          <a:p>
            <a:pPr indent="0" marL="0">
              <a:lnSpc>
                <a:spcPct val="122000"/>
              </a:lnSpc>
              <a:buNone/>
            </a:pPr>
            <a:r>
              <a:rPr lang="en-US" sz="2200" dirty="0">
                <a:solidFill>
                  <a:srgbClr val="0F0F10"/>
                </a:solidFill>
                <a:latin typeface="Bookmania" pitchFamily="34" charset="0"/>
                <a:ea typeface="Bookmania" pitchFamily="34" charset="-122"/>
                <a:cs typeface="Bookmania" pitchFamily="34" charset="-120"/>
              </a:rPr>
              <a:t>Rigid.</a:t>
            </a:r>
            <a:endParaRPr lang="en-US" sz="2200" dirty="0"/>
          </a:p>
          <a:p>
            <a:pPr indent="0" marL="0">
              <a:lnSpc>
                <a:spcPct val="122000"/>
              </a:lnSpc>
              <a:buNone/>
            </a:pPr>
            <a:r>
              <a:rPr lang="en-US" sz="2200" dirty="0">
                <a:solidFill>
                  <a:srgbClr val="0F0F10"/>
                </a:solidFill>
                <a:latin typeface="Bookmania" pitchFamily="34" charset="0"/>
                <a:ea typeface="Bookmania" pitchFamily="34" charset="-122"/>
                <a:cs typeface="Bookmania" pitchFamily="34" charset="-120"/>
              </a:rPr>
              <a:t>Generic.</a:t>
            </a:r>
            <a:endParaRPr lang="en-US" sz="2200" dirty="0"/>
          </a:p>
          <a:p>
            <a:pPr indent="0" marL="0">
              <a:lnSpc>
                <a:spcPct val="122000"/>
              </a:lnSpc>
              <a:buNone/>
            </a:pPr>
            <a:r>
              <a:rPr lang="en-US" sz="2200" dirty="0">
                <a:solidFill>
                  <a:srgbClr val="0F0F10"/>
                </a:solidFill>
                <a:latin typeface="Bookmania" pitchFamily="34" charset="0"/>
                <a:ea typeface="Bookmania" pitchFamily="34" charset="-122"/>
                <a:cs typeface="Bookmania" pitchFamily="34" charset="-120"/>
              </a:rPr>
              <a:t>Transactional.</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566928" y="274320"/>
            <a:ext cx="0" cy="6309360"/>
          </a:xfrm>
          <a:prstGeom prst="line">
            <a:avLst/>
          </a:prstGeom>
          <a:noFill/>
          <a:ln w="9525">
            <a:solidFill>
              <a:srgbClr val="BDB4A2"/>
            </a:solidFill>
            <a:prstDash val="solid"/>
          </a:ln>
        </p:spPr>
      </p:sp>
      <p:sp>
        <p:nvSpPr>
          <p:cNvPr id="3" name="Text 1"/>
          <p:cNvSpPr txBox="1"/>
          <p:nvPr/>
        </p:nvSpPr>
        <p:spPr>
          <a:xfrm rot="16200000">
            <a:off x="9144" y="256032"/>
            <a:ext cx="457200" cy="274320"/>
          </a:xfrm>
          <a:prstGeom prst="rect">
            <a:avLst/>
          </a:prstGeom>
          <a:noFill/>
          <a:ln/>
        </p:spPr>
        <p:txBody>
          <a:bodyPr wrap="none" lIns="0" tIns="0" rIns="0" bIns="0" rtlCol="0" anchor="ctr"/>
          <a:lstStyle/>
          <a:p>
            <a:pPr algn="ctr" indent="0" marL="0">
              <a:buNone/>
            </a:pPr>
            <a:r>
              <a:rPr lang="en-US" sz="700" spc="160" kern="0" dirty="0">
                <a:solidFill>
                  <a:srgbClr val="7A7264"/>
                </a:solidFill>
                <a:latin typeface="Manrope" pitchFamily="34" charset="0"/>
                <a:ea typeface="Manrope" pitchFamily="34" charset="-122"/>
                <a:cs typeface="Manrope" pitchFamily="34" charset="-120"/>
              </a:rPr>
              <a:t>008</a:t>
            </a:r>
            <a:endParaRPr lang="en-US" sz="700" dirty="0"/>
          </a:p>
        </p:txBody>
      </p:sp>
      <p:sp>
        <p:nvSpPr>
          <p:cNvPr id="4" name="Text 2"/>
          <p:cNvSpPr txBox="1"/>
          <p:nvPr/>
        </p:nvSpPr>
        <p:spPr>
          <a:xfrm rot="16200000">
            <a:off x="-950976" y="5257800"/>
            <a:ext cx="2377440" cy="274320"/>
          </a:xfrm>
          <a:prstGeom prst="rect">
            <a:avLst/>
          </a:prstGeom>
          <a:noFill/>
          <a:ln/>
        </p:spPr>
        <p:txBody>
          <a:bodyPr wrap="none" lIns="0" tIns="0" rIns="0" bIns="0" rtlCol="0" anchor="ctr"/>
          <a:lstStyle/>
          <a:p>
            <a:pPr algn="l" indent="0" marL="0">
              <a:buNone/>
            </a:pPr>
            <a:r>
              <a:rPr lang="en-US" sz="700" spc="160" kern="0" dirty="0">
                <a:solidFill>
                  <a:srgbClr val="7A7264"/>
                </a:solidFill>
                <a:latin typeface="Manrope" pitchFamily="34" charset="0"/>
                <a:ea typeface="Manrope" pitchFamily="34" charset="-122"/>
                <a:cs typeface="Manrope" pitchFamily="34" charset="-120"/>
              </a:rPr>
              <a:t>THE IDENTITY BOOK</a:t>
            </a:r>
            <a:endParaRPr lang="en-US" sz="700" dirty="0"/>
          </a:p>
        </p:txBody>
      </p:sp>
      <p:sp>
        <p:nvSpPr>
          <p:cNvPr id="5" name="Shape 3"/>
          <p:cNvSpPr/>
          <p:nvPr/>
        </p:nvSpPr>
        <p:spPr>
          <a:xfrm>
            <a:off x="3474720" y="274320"/>
            <a:ext cx="0" cy="6309360"/>
          </a:xfrm>
          <a:prstGeom prst="line">
            <a:avLst/>
          </a:prstGeom>
          <a:noFill/>
          <a:ln w="9525">
            <a:solidFill>
              <a:srgbClr val="BDB4A2"/>
            </a:solidFill>
            <a:prstDash val="solid"/>
          </a:ln>
        </p:spPr>
      </p:sp>
      <p:sp>
        <p:nvSpPr>
          <p:cNvPr id="6" name="Text 4"/>
          <p:cNvSpPr txBox="1"/>
          <p:nvPr/>
        </p:nvSpPr>
        <p:spPr>
          <a:xfrm>
            <a:off x="749808" y="292608"/>
            <a:ext cx="2619756" cy="201168"/>
          </a:xfrm>
          <a:prstGeom prst="rect">
            <a:avLst/>
          </a:prstGeom>
          <a:noFill/>
          <a:ln/>
        </p:spPr>
        <p:txBody>
          <a:bodyPr wrap="square" lIns="0" tIns="0" rIns="0" bIns="0" rtlCol="0" anchor="t"/>
          <a:lstStyle/>
          <a:p>
            <a:pPr indent="0" marL="0">
              <a:buNone/>
            </a:pPr>
            <a:r>
              <a:rPr lang="en-US" sz="900" b="1" spc="180" kern="0" dirty="0">
                <a:solidFill>
                  <a:srgbClr val="0F0F10"/>
                </a:solidFill>
                <a:latin typeface="Manrope" pitchFamily="34" charset="0"/>
                <a:ea typeface="Manrope" pitchFamily="34" charset="-122"/>
                <a:cs typeface="Manrope" pitchFamily="34" charset="-120"/>
              </a:rPr>
              <a:t>1.4  BRAND ARCHETYPES</a:t>
            </a:r>
            <a:endParaRPr lang="en-US" sz="900" dirty="0"/>
          </a:p>
        </p:txBody>
      </p:sp>
      <p:sp>
        <p:nvSpPr>
          <p:cNvPr id="7" name="Text 5"/>
          <p:cNvSpPr txBox="1"/>
          <p:nvPr/>
        </p:nvSpPr>
        <p:spPr>
          <a:xfrm>
            <a:off x="749808" y="694944"/>
            <a:ext cx="2619756" cy="3840480"/>
          </a:xfrm>
          <a:prstGeom prst="rect">
            <a:avLst/>
          </a:prstGeom>
          <a:noFill/>
          <a:ln/>
        </p:spPr>
        <p:txBody>
          <a:bodyPr wrap="square" lIns="0" tIns="0" rIns="0" bIns="0" rtlCol="0" anchor="t"/>
          <a:lstStyle/>
          <a:p>
            <a:pPr indent="0" marL="0">
              <a:lnSpc>
                <a:spcPct val="142000"/>
              </a:lnSpc>
              <a:buNone/>
            </a:pPr>
            <a:r>
              <a:rPr lang="en-US" sz="1150" dirty="0">
                <a:solidFill>
                  <a:srgbClr val="1C1A17"/>
                </a:solidFill>
                <a:latin typeface="Bookmania" pitchFamily="34" charset="0"/>
                <a:ea typeface="Bookmania" pitchFamily="34" charset="-122"/>
                <a:cs typeface="Bookmania" pitchFamily="34" charset="-120"/>
              </a:rPr>
              <a:t>Three archetypes, in order. The Magician leads: we are agents of change, and the moment a plan becomes a result is the moment we work for.</a:t>
            </a:r>
            <a:endParaRPr lang="en-US" sz="1150" dirty="0"/>
          </a:p>
        </p:txBody>
      </p:sp>
      <p:sp>
        <p:nvSpPr>
          <p:cNvPr id="8" name="Text 6"/>
          <p:cNvSpPr txBox="1"/>
          <p:nvPr/>
        </p:nvSpPr>
        <p:spPr>
          <a:xfrm>
            <a:off x="749808" y="5166360"/>
            <a:ext cx="2619756" cy="1417320"/>
          </a:xfrm>
          <a:prstGeom prst="rect">
            <a:avLst/>
          </a:prstGeom>
          <a:noFill/>
          <a:ln/>
        </p:spPr>
        <p:txBody>
          <a:bodyPr wrap="square" lIns="0" tIns="0" rIns="0" bIns="0" rtlCol="0" anchor="t"/>
          <a:lstStyle/>
          <a:p>
            <a:pPr indent="0" marL="0">
              <a:lnSpc>
                <a:spcPct val="140000"/>
              </a:lnSpc>
              <a:buNone/>
            </a:pPr>
            <a:r>
              <a:rPr lang="en-US" sz="950" dirty="0">
                <a:solidFill>
                  <a:srgbClr val="5E574C"/>
                </a:solidFill>
                <a:latin typeface="Manrope" pitchFamily="34" charset="0"/>
                <a:ea typeface="Manrope" pitchFamily="34" charset="-122"/>
                <a:cs typeface="Manrope" pitchFamily="34" charset="-120"/>
              </a:rPr>
              <a:t>The staggered baseline is the modular rhythm — rank falling left to right.</a:t>
            </a:r>
            <a:endParaRPr lang="en-US" sz="950" dirty="0"/>
          </a:p>
        </p:txBody>
      </p:sp>
      <p:sp>
        <p:nvSpPr>
          <p:cNvPr id="9" name="Shape 7"/>
          <p:cNvSpPr/>
          <p:nvPr/>
        </p:nvSpPr>
        <p:spPr>
          <a:xfrm>
            <a:off x="3611880" y="274320"/>
            <a:ext cx="0" cy="3931920"/>
          </a:xfrm>
          <a:prstGeom prst="line">
            <a:avLst/>
          </a:prstGeom>
          <a:noFill/>
          <a:ln w="9525">
            <a:solidFill>
              <a:srgbClr val="BDB4A2"/>
            </a:solidFill>
            <a:prstDash val="solid"/>
          </a:ln>
        </p:spPr>
      </p:sp>
      <p:sp>
        <p:nvSpPr>
          <p:cNvPr id="10" name="Text 8"/>
          <p:cNvSpPr txBox="1"/>
          <p:nvPr/>
        </p:nvSpPr>
        <p:spPr>
          <a:xfrm>
            <a:off x="3849624" y="274320"/>
            <a:ext cx="2246376" cy="201168"/>
          </a:xfrm>
          <a:prstGeom prst="rect">
            <a:avLst/>
          </a:prstGeom>
          <a:noFill/>
          <a:ln/>
        </p:spPr>
        <p:txBody>
          <a:bodyPr wrap="square" lIns="0" tIns="0" rIns="0" bIns="0" rtlCol="0" anchor="t"/>
          <a:lstStyle/>
          <a:p>
            <a:pPr indent="0" marL="0">
              <a:buNone/>
            </a:pPr>
            <a:r>
              <a:rPr lang="en-US" sz="700" b="1" spc="180" kern="0" dirty="0">
                <a:solidFill>
                  <a:srgbClr val="6549A1"/>
                </a:solidFill>
                <a:latin typeface="Manrope" pitchFamily="34" charset="0"/>
                <a:ea typeface="Manrope" pitchFamily="34" charset="-122"/>
                <a:cs typeface="Manrope" pitchFamily="34" charset="-120"/>
              </a:rPr>
              <a:t>PRIMARY</a:t>
            </a:r>
            <a:endParaRPr lang="en-US" sz="700" dirty="0"/>
          </a:p>
        </p:txBody>
      </p:sp>
      <p:sp>
        <p:nvSpPr>
          <p:cNvPr id="11" name="Text 9"/>
          <p:cNvSpPr txBox="1"/>
          <p:nvPr/>
        </p:nvSpPr>
        <p:spPr>
          <a:xfrm>
            <a:off x="3849624" y="548640"/>
            <a:ext cx="2246376" cy="548640"/>
          </a:xfrm>
          <a:prstGeom prst="rect">
            <a:avLst/>
          </a:prstGeom>
          <a:noFill/>
          <a:ln/>
        </p:spPr>
        <p:txBody>
          <a:bodyPr wrap="square" lIns="0" tIns="0" rIns="0" bIns="0" rtlCol="0" anchor="t"/>
          <a:lstStyle/>
          <a:p>
            <a:pPr indent="0" marL="0">
              <a:buNone/>
            </a:pPr>
            <a:r>
              <a:rPr lang="en-US" sz="2200" dirty="0">
                <a:solidFill>
                  <a:srgbClr val="0F0F10"/>
                </a:solidFill>
                <a:latin typeface="Bookmania" pitchFamily="34" charset="0"/>
                <a:ea typeface="Bookmania" pitchFamily="34" charset="-122"/>
                <a:cs typeface="Bookmania" pitchFamily="34" charset="-120"/>
              </a:rPr>
              <a:t>The Magician</a:t>
            </a:r>
            <a:endParaRPr lang="en-US" sz="2200" dirty="0"/>
          </a:p>
        </p:txBody>
      </p:sp>
      <p:sp>
        <p:nvSpPr>
          <p:cNvPr id="12" name="Text 10"/>
          <p:cNvSpPr txBox="1"/>
          <p:nvPr/>
        </p:nvSpPr>
        <p:spPr>
          <a:xfrm>
            <a:off x="3849624" y="1207008"/>
            <a:ext cx="2191512" cy="2377440"/>
          </a:xfrm>
          <a:prstGeom prst="rect">
            <a:avLst/>
          </a:prstGeom>
          <a:noFill/>
          <a:ln/>
        </p:spPr>
        <p:txBody>
          <a:bodyPr wrap="square" lIns="0" tIns="0" rIns="0" bIns="0" rtlCol="0" anchor="t"/>
          <a:lstStyle/>
          <a:p>
            <a:pPr indent="0" marL="0">
              <a:lnSpc>
                <a:spcPct val="146000"/>
              </a:lnSpc>
              <a:buNone/>
            </a:pPr>
            <a:r>
              <a:rPr lang="en-US" sz="1100" dirty="0">
                <a:solidFill>
                  <a:srgbClr val="1C1A17"/>
                </a:solidFill>
                <a:latin typeface="Manrope" pitchFamily="34" charset="0"/>
                <a:ea typeface="Manrope" pitchFamily="34" charset="-122"/>
                <a:cs typeface="Manrope" pitchFamily="34" charset="-120"/>
              </a:rPr>
              <a:t>Agents of change and vision. We turn ambitious ideas into reality, often in ways that looked impossible from the porch. We see what could be and we have the hands to make it.</a:t>
            </a:r>
            <a:endParaRPr lang="en-US" sz="1100" dirty="0"/>
          </a:p>
        </p:txBody>
      </p:sp>
      <p:sp>
        <p:nvSpPr>
          <p:cNvPr id="13" name="Shape 11"/>
          <p:cNvSpPr/>
          <p:nvPr/>
        </p:nvSpPr>
        <p:spPr>
          <a:xfrm>
            <a:off x="6425184" y="548640"/>
            <a:ext cx="0" cy="3931920"/>
          </a:xfrm>
          <a:prstGeom prst="line">
            <a:avLst/>
          </a:prstGeom>
          <a:noFill/>
          <a:ln w="9525">
            <a:solidFill>
              <a:srgbClr val="BDB4A2"/>
            </a:solidFill>
            <a:prstDash val="solid"/>
          </a:ln>
        </p:spPr>
      </p:sp>
      <p:sp>
        <p:nvSpPr>
          <p:cNvPr id="14" name="Text 12"/>
          <p:cNvSpPr txBox="1"/>
          <p:nvPr/>
        </p:nvSpPr>
        <p:spPr>
          <a:xfrm>
            <a:off x="6662928" y="548640"/>
            <a:ext cx="2246376" cy="201168"/>
          </a:xfrm>
          <a:prstGeom prst="rect">
            <a:avLst/>
          </a:prstGeom>
          <a:noFill/>
          <a:ln/>
        </p:spPr>
        <p:txBody>
          <a:bodyPr wrap="square" lIns="0" tIns="0" rIns="0" bIns="0" rtlCol="0" anchor="t"/>
          <a:lstStyle/>
          <a:p>
            <a:pPr indent="0" marL="0">
              <a:buNone/>
            </a:pPr>
            <a:r>
              <a:rPr lang="en-US" sz="700" b="1" spc="180" kern="0" dirty="0">
                <a:solidFill>
                  <a:srgbClr val="6549A1"/>
                </a:solidFill>
                <a:latin typeface="Manrope" pitchFamily="34" charset="0"/>
                <a:ea typeface="Manrope" pitchFamily="34" charset="-122"/>
                <a:cs typeface="Manrope" pitchFamily="34" charset="-120"/>
              </a:rPr>
              <a:t>SECONDARY</a:t>
            </a:r>
            <a:endParaRPr lang="en-US" sz="700" dirty="0"/>
          </a:p>
        </p:txBody>
      </p:sp>
      <p:sp>
        <p:nvSpPr>
          <p:cNvPr id="15" name="Text 13"/>
          <p:cNvSpPr txBox="1"/>
          <p:nvPr/>
        </p:nvSpPr>
        <p:spPr>
          <a:xfrm>
            <a:off x="6662928" y="822960"/>
            <a:ext cx="2246376" cy="548640"/>
          </a:xfrm>
          <a:prstGeom prst="rect">
            <a:avLst/>
          </a:prstGeom>
          <a:noFill/>
          <a:ln/>
        </p:spPr>
        <p:txBody>
          <a:bodyPr wrap="square" lIns="0" tIns="0" rIns="0" bIns="0" rtlCol="0" anchor="t"/>
          <a:lstStyle/>
          <a:p>
            <a:pPr indent="0" marL="0">
              <a:buNone/>
            </a:pPr>
            <a:r>
              <a:rPr lang="en-US" sz="2200" dirty="0">
                <a:solidFill>
                  <a:srgbClr val="0F0F10"/>
                </a:solidFill>
                <a:latin typeface="Bookmania" pitchFamily="34" charset="0"/>
                <a:ea typeface="Bookmania" pitchFamily="34" charset="-122"/>
                <a:cs typeface="Bookmania" pitchFamily="34" charset="-120"/>
              </a:rPr>
              <a:t>The Sage</a:t>
            </a:r>
            <a:endParaRPr lang="en-US" sz="2200" dirty="0"/>
          </a:p>
        </p:txBody>
      </p:sp>
      <p:sp>
        <p:nvSpPr>
          <p:cNvPr id="16" name="Text 14"/>
          <p:cNvSpPr txBox="1"/>
          <p:nvPr/>
        </p:nvSpPr>
        <p:spPr>
          <a:xfrm>
            <a:off x="6662928" y="1481328"/>
            <a:ext cx="2191512" cy="2377440"/>
          </a:xfrm>
          <a:prstGeom prst="rect">
            <a:avLst/>
          </a:prstGeom>
          <a:noFill/>
          <a:ln/>
        </p:spPr>
        <p:txBody>
          <a:bodyPr wrap="square" lIns="0" tIns="0" rIns="0" bIns="0" rtlCol="0" anchor="t"/>
          <a:lstStyle/>
          <a:p>
            <a:pPr indent="0" marL="0">
              <a:lnSpc>
                <a:spcPct val="146000"/>
              </a:lnSpc>
              <a:buNone/>
            </a:pPr>
            <a:r>
              <a:rPr lang="en-US" sz="1100" dirty="0">
                <a:solidFill>
                  <a:srgbClr val="1C1A17"/>
                </a:solidFill>
                <a:latin typeface="Manrope" pitchFamily="34" charset="0"/>
                <a:ea typeface="Manrope" pitchFamily="34" charset="-122"/>
                <a:cs typeface="Manrope" pitchFamily="34" charset="-120"/>
              </a:rPr>
              <a:t>Guided by truth and understanding. We seek out what is actually happening and share it plainly, bringing clarity to complexity. Every date we give can be checked.</a:t>
            </a:r>
            <a:endParaRPr lang="en-US" sz="1100" dirty="0"/>
          </a:p>
        </p:txBody>
      </p:sp>
      <p:sp>
        <p:nvSpPr>
          <p:cNvPr id="17" name="Shape 15"/>
          <p:cNvSpPr/>
          <p:nvPr/>
        </p:nvSpPr>
        <p:spPr>
          <a:xfrm>
            <a:off x="9238488" y="822960"/>
            <a:ext cx="0" cy="3931920"/>
          </a:xfrm>
          <a:prstGeom prst="line">
            <a:avLst/>
          </a:prstGeom>
          <a:noFill/>
          <a:ln w="9525">
            <a:solidFill>
              <a:srgbClr val="BDB4A2"/>
            </a:solidFill>
            <a:prstDash val="solid"/>
          </a:ln>
        </p:spPr>
      </p:sp>
      <p:sp>
        <p:nvSpPr>
          <p:cNvPr id="18" name="Text 16"/>
          <p:cNvSpPr txBox="1"/>
          <p:nvPr/>
        </p:nvSpPr>
        <p:spPr>
          <a:xfrm>
            <a:off x="9476232" y="822960"/>
            <a:ext cx="2246376" cy="201168"/>
          </a:xfrm>
          <a:prstGeom prst="rect">
            <a:avLst/>
          </a:prstGeom>
          <a:noFill/>
          <a:ln/>
        </p:spPr>
        <p:txBody>
          <a:bodyPr wrap="square" lIns="0" tIns="0" rIns="0" bIns="0" rtlCol="0" anchor="t"/>
          <a:lstStyle/>
          <a:p>
            <a:pPr indent="0" marL="0">
              <a:buNone/>
            </a:pPr>
            <a:r>
              <a:rPr lang="en-US" sz="700" b="1" spc="180" kern="0" dirty="0">
                <a:solidFill>
                  <a:srgbClr val="6549A1"/>
                </a:solidFill>
                <a:latin typeface="Manrope" pitchFamily="34" charset="0"/>
                <a:ea typeface="Manrope" pitchFamily="34" charset="-122"/>
                <a:cs typeface="Manrope" pitchFamily="34" charset="-120"/>
              </a:rPr>
              <a:t>TERTIARY</a:t>
            </a:r>
            <a:endParaRPr lang="en-US" sz="700" dirty="0"/>
          </a:p>
        </p:txBody>
      </p:sp>
      <p:sp>
        <p:nvSpPr>
          <p:cNvPr id="19" name="Text 17"/>
          <p:cNvSpPr txBox="1"/>
          <p:nvPr/>
        </p:nvSpPr>
        <p:spPr>
          <a:xfrm>
            <a:off x="9476232" y="1097280"/>
            <a:ext cx="2246376" cy="548640"/>
          </a:xfrm>
          <a:prstGeom prst="rect">
            <a:avLst/>
          </a:prstGeom>
          <a:noFill/>
          <a:ln/>
        </p:spPr>
        <p:txBody>
          <a:bodyPr wrap="square" lIns="0" tIns="0" rIns="0" bIns="0" rtlCol="0" anchor="t"/>
          <a:lstStyle/>
          <a:p>
            <a:pPr indent="0" marL="0">
              <a:buNone/>
            </a:pPr>
            <a:r>
              <a:rPr lang="en-US" sz="2200" dirty="0">
                <a:solidFill>
                  <a:srgbClr val="0F0F10"/>
                </a:solidFill>
                <a:latin typeface="Bookmania" pitchFamily="34" charset="0"/>
                <a:ea typeface="Bookmania" pitchFamily="34" charset="-122"/>
                <a:cs typeface="Bookmania" pitchFamily="34" charset="-120"/>
              </a:rPr>
              <a:t>The Creator</a:t>
            </a:r>
            <a:endParaRPr lang="en-US" sz="2200" dirty="0"/>
          </a:p>
        </p:txBody>
      </p:sp>
      <p:sp>
        <p:nvSpPr>
          <p:cNvPr id="20" name="Text 18"/>
          <p:cNvSpPr txBox="1"/>
          <p:nvPr/>
        </p:nvSpPr>
        <p:spPr>
          <a:xfrm>
            <a:off x="9476232" y="1755648"/>
            <a:ext cx="2191512" cy="2377440"/>
          </a:xfrm>
          <a:prstGeom prst="rect">
            <a:avLst/>
          </a:prstGeom>
          <a:noFill/>
          <a:ln/>
        </p:spPr>
        <p:txBody>
          <a:bodyPr wrap="square" lIns="0" tIns="0" rIns="0" bIns="0" rtlCol="0" anchor="t"/>
          <a:lstStyle/>
          <a:p>
            <a:pPr indent="0" marL="0">
              <a:lnSpc>
                <a:spcPct val="146000"/>
              </a:lnSpc>
              <a:buNone/>
            </a:pPr>
            <a:r>
              <a:rPr lang="en-US" sz="1100" dirty="0">
                <a:solidFill>
                  <a:srgbClr val="1C1A17"/>
                </a:solidFill>
                <a:latin typeface="Manrope" pitchFamily="34" charset="0"/>
                <a:ea typeface="Manrope" pitchFamily="34" charset="-122"/>
                <a:cs typeface="Manrope" pitchFamily="34" charset="-120"/>
              </a:rPr>
              <a:t>Driven to build, invent and express. We care about originality and craft, and we obsess over the details of execution so the finished thing is both beautiful and useful.</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566928" y="274320"/>
            <a:ext cx="0" cy="6309360"/>
          </a:xfrm>
          <a:prstGeom prst="line">
            <a:avLst/>
          </a:prstGeom>
          <a:noFill/>
          <a:ln w="9525">
            <a:solidFill>
              <a:srgbClr val="BDB4A2"/>
            </a:solidFill>
            <a:prstDash val="solid"/>
          </a:ln>
        </p:spPr>
      </p:sp>
      <p:sp>
        <p:nvSpPr>
          <p:cNvPr id="3" name="Text 1"/>
          <p:cNvSpPr txBox="1"/>
          <p:nvPr/>
        </p:nvSpPr>
        <p:spPr>
          <a:xfrm rot="16200000">
            <a:off x="9144" y="256032"/>
            <a:ext cx="457200" cy="274320"/>
          </a:xfrm>
          <a:prstGeom prst="rect">
            <a:avLst/>
          </a:prstGeom>
          <a:noFill/>
          <a:ln/>
        </p:spPr>
        <p:txBody>
          <a:bodyPr wrap="none" lIns="0" tIns="0" rIns="0" bIns="0" rtlCol="0" anchor="ctr"/>
          <a:lstStyle/>
          <a:p>
            <a:pPr algn="ctr" indent="0" marL="0">
              <a:buNone/>
            </a:pPr>
            <a:r>
              <a:rPr lang="en-US" sz="700" spc="160" kern="0" dirty="0">
                <a:solidFill>
                  <a:srgbClr val="7A7264"/>
                </a:solidFill>
                <a:latin typeface="Manrope" pitchFamily="34" charset="0"/>
                <a:ea typeface="Manrope" pitchFamily="34" charset="-122"/>
                <a:cs typeface="Manrope" pitchFamily="34" charset="-120"/>
              </a:rPr>
              <a:t>009</a:t>
            </a:r>
            <a:endParaRPr lang="en-US" sz="700" dirty="0"/>
          </a:p>
        </p:txBody>
      </p:sp>
      <p:sp>
        <p:nvSpPr>
          <p:cNvPr id="4" name="Text 2"/>
          <p:cNvSpPr txBox="1"/>
          <p:nvPr/>
        </p:nvSpPr>
        <p:spPr>
          <a:xfrm rot="16200000">
            <a:off x="-950976" y="5257800"/>
            <a:ext cx="2377440" cy="274320"/>
          </a:xfrm>
          <a:prstGeom prst="rect">
            <a:avLst/>
          </a:prstGeom>
          <a:noFill/>
          <a:ln/>
        </p:spPr>
        <p:txBody>
          <a:bodyPr wrap="none" lIns="0" tIns="0" rIns="0" bIns="0" rtlCol="0" anchor="ctr"/>
          <a:lstStyle/>
          <a:p>
            <a:pPr algn="l" indent="0" marL="0">
              <a:buNone/>
            </a:pPr>
            <a:r>
              <a:rPr lang="en-US" sz="700" spc="160" kern="0" dirty="0">
                <a:solidFill>
                  <a:srgbClr val="7A7264"/>
                </a:solidFill>
                <a:latin typeface="Manrope" pitchFamily="34" charset="0"/>
                <a:ea typeface="Manrope" pitchFamily="34" charset="-122"/>
                <a:cs typeface="Manrope" pitchFamily="34" charset="-120"/>
              </a:rPr>
              <a:t>THE IDENTITY BOOK</a:t>
            </a:r>
            <a:endParaRPr lang="en-US" sz="700" dirty="0"/>
          </a:p>
        </p:txBody>
      </p:sp>
      <p:sp>
        <p:nvSpPr>
          <p:cNvPr id="5" name="Shape 3"/>
          <p:cNvSpPr/>
          <p:nvPr/>
        </p:nvSpPr>
        <p:spPr>
          <a:xfrm>
            <a:off x="3474720" y="274320"/>
            <a:ext cx="0" cy="6309360"/>
          </a:xfrm>
          <a:prstGeom prst="line">
            <a:avLst/>
          </a:prstGeom>
          <a:noFill/>
          <a:ln w="9525">
            <a:solidFill>
              <a:srgbClr val="BDB4A2"/>
            </a:solidFill>
            <a:prstDash val="solid"/>
          </a:ln>
        </p:spPr>
      </p:sp>
      <p:sp>
        <p:nvSpPr>
          <p:cNvPr id="6" name="Text 4"/>
          <p:cNvSpPr txBox="1"/>
          <p:nvPr/>
        </p:nvSpPr>
        <p:spPr>
          <a:xfrm>
            <a:off x="749808" y="292608"/>
            <a:ext cx="2619756" cy="201168"/>
          </a:xfrm>
          <a:prstGeom prst="rect">
            <a:avLst/>
          </a:prstGeom>
          <a:noFill/>
          <a:ln/>
        </p:spPr>
        <p:txBody>
          <a:bodyPr wrap="square" lIns="0" tIns="0" rIns="0" bIns="0" rtlCol="0" anchor="t"/>
          <a:lstStyle/>
          <a:p>
            <a:pPr indent="0" marL="0">
              <a:buNone/>
            </a:pPr>
            <a:r>
              <a:rPr lang="en-US" sz="900" b="1" spc="180" kern="0" dirty="0">
                <a:solidFill>
                  <a:srgbClr val="0F0F10"/>
                </a:solidFill>
                <a:latin typeface="Manrope" pitchFamily="34" charset="0"/>
                <a:ea typeface="Manrope" pitchFamily="34" charset="-122"/>
                <a:cs typeface="Manrope" pitchFamily="34" charset="-120"/>
              </a:rPr>
              <a:t>1.5  TONE OF VOICE</a:t>
            </a:r>
            <a:endParaRPr lang="en-US" sz="900" dirty="0"/>
          </a:p>
        </p:txBody>
      </p:sp>
      <p:sp>
        <p:nvSpPr>
          <p:cNvPr id="7" name="Text 5"/>
          <p:cNvSpPr txBox="1"/>
          <p:nvPr/>
        </p:nvSpPr>
        <p:spPr>
          <a:xfrm>
            <a:off x="749808" y="694944"/>
            <a:ext cx="2619756" cy="3840480"/>
          </a:xfrm>
          <a:prstGeom prst="rect">
            <a:avLst/>
          </a:prstGeom>
          <a:noFill/>
          <a:ln/>
        </p:spPr>
        <p:txBody>
          <a:bodyPr wrap="square" lIns="0" tIns="0" rIns="0" bIns="0" rtlCol="0" anchor="t"/>
          <a:lstStyle/>
          <a:p>
            <a:pPr indent="0" marL="0">
              <a:lnSpc>
                <a:spcPct val="142000"/>
              </a:lnSpc>
              <a:buNone/>
            </a:pPr>
            <a:r>
              <a:rPr lang="en-US" sz="1150" dirty="0">
                <a:solidFill>
                  <a:srgbClr val="1C1A17"/>
                </a:solidFill>
                <a:latin typeface="Bookmania" pitchFamily="34" charset="0"/>
                <a:ea typeface="Bookmania" pitchFamily="34" charset="-122"/>
                <a:cs typeface="Bookmania" pitchFamily="34" charset="-120"/>
              </a:rPr>
              <a:t>The voice is constant; the tone flexes. Five attributes hold whatever the subject, and six contexts set the register.</a:t>
            </a:r>
            <a:endParaRPr lang="en-US" sz="1150" dirty="0"/>
          </a:p>
        </p:txBody>
      </p:sp>
      <p:sp>
        <p:nvSpPr>
          <p:cNvPr id="8" name="Text 6"/>
          <p:cNvSpPr txBox="1"/>
          <p:nvPr/>
        </p:nvSpPr>
        <p:spPr>
          <a:xfrm>
            <a:off x="3611880" y="292608"/>
            <a:ext cx="3538728" cy="201168"/>
          </a:xfrm>
          <a:prstGeom prst="rect">
            <a:avLst/>
          </a:prstGeom>
          <a:noFill/>
          <a:ln/>
        </p:spPr>
        <p:txBody>
          <a:bodyPr wrap="square" lIns="0" tIns="0" rIns="0" bIns="0" rtlCol="0" anchor="t"/>
          <a:lstStyle/>
          <a:p>
            <a:pPr indent="0" marL="0">
              <a:buNone/>
            </a:pPr>
            <a:r>
              <a:rPr lang="en-US" sz="700" b="1" spc="180" kern="0" dirty="0">
                <a:solidFill>
                  <a:srgbClr val="0F0F10"/>
                </a:solidFill>
                <a:latin typeface="Manrope" pitchFamily="34" charset="0"/>
                <a:ea typeface="Manrope" pitchFamily="34" charset="-122"/>
                <a:cs typeface="Manrope" pitchFamily="34" charset="-120"/>
              </a:rPr>
              <a:t>THE VOICE — FIVE ATTRIBUTES, FIXED</a:t>
            </a:r>
            <a:endParaRPr lang="en-US" sz="700" dirty="0"/>
          </a:p>
        </p:txBody>
      </p:sp>
      <p:sp>
        <p:nvSpPr>
          <p:cNvPr id="9" name="Shape 7"/>
          <p:cNvSpPr/>
          <p:nvPr/>
        </p:nvSpPr>
        <p:spPr>
          <a:xfrm>
            <a:off x="3611880" y="658368"/>
            <a:ext cx="3538728" cy="0"/>
          </a:xfrm>
          <a:prstGeom prst="line">
            <a:avLst/>
          </a:prstGeom>
          <a:noFill/>
          <a:ln w="9525">
            <a:solidFill>
              <a:srgbClr val="D8D2C4"/>
            </a:solidFill>
            <a:prstDash val="solid"/>
          </a:ln>
        </p:spPr>
      </p:sp>
      <p:sp>
        <p:nvSpPr>
          <p:cNvPr id="10" name="Text 8"/>
          <p:cNvSpPr txBox="1"/>
          <p:nvPr/>
        </p:nvSpPr>
        <p:spPr>
          <a:xfrm>
            <a:off x="3611880" y="804672"/>
            <a:ext cx="3538728" cy="329184"/>
          </a:xfrm>
          <a:prstGeom prst="rect">
            <a:avLst/>
          </a:prstGeom>
          <a:noFill/>
          <a:ln/>
        </p:spPr>
        <p:txBody>
          <a:bodyPr wrap="square" lIns="0" tIns="0" rIns="0" bIns="0" rtlCol="0" anchor="t"/>
          <a:lstStyle/>
          <a:p>
            <a:pPr indent="0" marL="0">
              <a:buNone/>
            </a:pPr>
            <a:r>
              <a:rPr lang="en-US" sz="1800" dirty="0">
                <a:solidFill>
                  <a:srgbClr val="0F0F10"/>
                </a:solidFill>
                <a:latin typeface="Bookmania" pitchFamily="34" charset="0"/>
                <a:ea typeface="Bookmania" pitchFamily="34" charset="-122"/>
                <a:cs typeface="Bookmania" pitchFamily="34" charset="-120"/>
              </a:rPr>
              <a:t>Insightful</a:t>
            </a:r>
            <a:endParaRPr lang="en-US" sz="1800" dirty="0"/>
          </a:p>
        </p:txBody>
      </p:sp>
      <p:sp>
        <p:nvSpPr>
          <p:cNvPr id="11" name="Text 9"/>
          <p:cNvSpPr txBox="1"/>
          <p:nvPr/>
        </p:nvSpPr>
        <p:spPr>
          <a:xfrm>
            <a:off x="3611880" y="1188720"/>
            <a:ext cx="3538728" cy="274320"/>
          </a:xfrm>
          <a:prstGeom prst="rect">
            <a:avLst/>
          </a:prstGeom>
          <a:noFill/>
          <a:ln/>
        </p:spPr>
        <p:txBody>
          <a:bodyPr wrap="square" lIns="0" tIns="0" rIns="0" bIns="0" rtlCol="0" anchor="t"/>
          <a:lstStyle/>
          <a:p>
            <a:pPr indent="0" marL="0">
              <a:lnSpc>
                <a:spcPct val="150000"/>
              </a:lnSpc>
              <a:buNone/>
            </a:pPr>
            <a:r>
              <a:rPr lang="en-US" sz="950" dirty="0">
                <a:solidFill>
                  <a:srgbClr val="5E574C"/>
                </a:solidFill>
                <a:latin typeface="Manrope" pitchFamily="34" charset="0"/>
                <a:ea typeface="Manrope" pitchFamily="34" charset="-122"/>
                <a:cs typeface="Manrope" pitchFamily="34" charset="-120"/>
              </a:rPr>
              <a:t>The perspective, never the data dump</a:t>
            </a:r>
            <a:endParaRPr lang="en-US" sz="950" dirty="0"/>
          </a:p>
        </p:txBody>
      </p:sp>
      <p:sp>
        <p:nvSpPr>
          <p:cNvPr id="12" name="Shape 10"/>
          <p:cNvSpPr/>
          <p:nvPr/>
        </p:nvSpPr>
        <p:spPr>
          <a:xfrm>
            <a:off x="3611880" y="1499616"/>
            <a:ext cx="3538728" cy="0"/>
          </a:xfrm>
          <a:prstGeom prst="line">
            <a:avLst/>
          </a:prstGeom>
          <a:noFill/>
          <a:ln w="9525">
            <a:solidFill>
              <a:srgbClr val="D8D2C4"/>
            </a:solidFill>
            <a:prstDash val="solid"/>
          </a:ln>
        </p:spPr>
      </p:sp>
      <p:sp>
        <p:nvSpPr>
          <p:cNvPr id="13" name="Text 11"/>
          <p:cNvSpPr txBox="1"/>
          <p:nvPr/>
        </p:nvSpPr>
        <p:spPr>
          <a:xfrm>
            <a:off x="3611880" y="1645920"/>
            <a:ext cx="3538728" cy="329184"/>
          </a:xfrm>
          <a:prstGeom prst="rect">
            <a:avLst/>
          </a:prstGeom>
          <a:noFill/>
          <a:ln/>
        </p:spPr>
        <p:txBody>
          <a:bodyPr wrap="square" lIns="0" tIns="0" rIns="0" bIns="0" rtlCol="0" anchor="t"/>
          <a:lstStyle/>
          <a:p>
            <a:pPr indent="0" marL="0">
              <a:buNone/>
            </a:pPr>
            <a:r>
              <a:rPr lang="en-US" sz="1800" dirty="0">
                <a:solidFill>
                  <a:srgbClr val="0F0F10"/>
                </a:solidFill>
                <a:latin typeface="Bookmania" pitchFamily="34" charset="0"/>
                <a:ea typeface="Bookmania" pitchFamily="34" charset="-122"/>
                <a:cs typeface="Bookmania" pitchFamily="34" charset="-120"/>
              </a:rPr>
              <a:t>Warm</a:t>
            </a:r>
            <a:endParaRPr lang="en-US" sz="1800" dirty="0"/>
          </a:p>
        </p:txBody>
      </p:sp>
      <p:sp>
        <p:nvSpPr>
          <p:cNvPr id="14" name="Text 12"/>
          <p:cNvSpPr txBox="1"/>
          <p:nvPr/>
        </p:nvSpPr>
        <p:spPr>
          <a:xfrm>
            <a:off x="3611880" y="2029968"/>
            <a:ext cx="3538728" cy="274320"/>
          </a:xfrm>
          <a:prstGeom prst="rect">
            <a:avLst/>
          </a:prstGeom>
          <a:noFill/>
          <a:ln/>
        </p:spPr>
        <p:txBody>
          <a:bodyPr wrap="square" lIns="0" tIns="0" rIns="0" bIns="0" rtlCol="0" anchor="t"/>
          <a:lstStyle/>
          <a:p>
            <a:pPr indent="0" marL="0">
              <a:lnSpc>
                <a:spcPct val="150000"/>
              </a:lnSpc>
              <a:buNone/>
            </a:pPr>
            <a:r>
              <a:rPr lang="en-US" sz="950" dirty="0">
                <a:solidFill>
                  <a:srgbClr val="5E574C"/>
                </a:solidFill>
                <a:latin typeface="Manrope" pitchFamily="34" charset="0"/>
                <a:ea typeface="Manrope" pitchFamily="34" charset="-122"/>
                <a:cs typeface="Manrope" pitchFamily="34" charset="-120"/>
              </a:rPr>
              <a:t>Humans speaking to humans, never sentimental</a:t>
            </a:r>
            <a:endParaRPr lang="en-US" sz="950" dirty="0"/>
          </a:p>
        </p:txBody>
      </p:sp>
      <p:sp>
        <p:nvSpPr>
          <p:cNvPr id="15" name="Shape 13"/>
          <p:cNvSpPr/>
          <p:nvPr/>
        </p:nvSpPr>
        <p:spPr>
          <a:xfrm>
            <a:off x="3611880" y="2340864"/>
            <a:ext cx="3538728" cy="0"/>
          </a:xfrm>
          <a:prstGeom prst="line">
            <a:avLst/>
          </a:prstGeom>
          <a:noFill/>
          <a:ln w="9525">
            <a:solidFill>
              <a:srgbClr val="D8D2C4"/>
            </a:solidFill>
            <a:prstDash val="solid"/>
          </a:ln>
        </p:spPr>
      </p:sp>
      <p:sp>
        <p:nvSpPr>
          <p:cNvPr id="16" name="Text 14"/>
          <p:cNvSpPr txBox="1"/>
          <p:nvPr/>
        </p:nvSpPr>
        <p:spPr>
          <a:xfrm>
            <a:off x="3611880" y="2487168"/>
            <a:ext cx="3538728" cy="329184"/>
          </a:xfrm>
          <a:prstGeom prst="rect">
            <a:avLst/>
          </a:prstGeom>
          <a:noFill/>
          <a:ln/>
        </p:spPr>
        <p:txBody>
          <a:bodyPr wrap="square" lIns="0" tIns="0" rIns="0" bIns="0" rtlCol="0" anchor="t"/>
          <a:lstStyle/>
          <a:p>
            <a:pPr indent="0" marL="0">
              <a:buNone/>
            </a:pPr>
            <a:r>
              <a:rPr lang="en-US" sz="1800" dirty="0">
                <a:solidFill>
                  <a:srgbClr val="0F0F10"/>
                </a:solidFill>
                <a:latin typeface="Bookmania" pitchFamily="34" charset="0"/>
                <a:ea typeface="Bookmania" pitchFamily="34" charset="-122"/>
                <a:cs typeface="Bookmania" pitchFamily="34" charset="-120"/>
              </a:rPr>
              <a:t>Plain</a:t>
            </a:r>
            <a:endParaRPr lang="en-US" sz="1800" dirty="0"/>
          </a:p>
        </p:txBody>
      </p:sp>
      <p:sp>
        <p:nvSpPr>
          <p:cNvPr id="17" name="Text 15"/>
          <p:cNvSpPr txBox="1"/>
          <p:nvPr/>
        </p:nvSpPr>
        <p:spPr>
          <a:xfrm>
            <a:off x="3611880" y="2871216"/>
            <a:ext cx="3538728" cy="274320"/>
          </a:xfrm>
          <a:prstGeom prst="rect">
            <a:avLst/>
          </a:prstGeom>
          <a:noFill/>
          <a:ln/>
        </p:spPr>
        <p:txBody>
          <a:bodyPr wrap="square" lIns="0" tIns="0" rIns="0" bIns="0" rtlCol="0" anchor="t"/>
          <a:lstStyle/>
          <a:p>
            <a:pPr indent="0" marL="0">
              <a:lnSpc>
                <a:spcPct val="150000"/>
              </a:lnSpc>
              <a:buNone/>
            </a:pPr>
            <a:r>
              <a:rPr lang="en-US" sz="950" dirty="0">
                <a:solidFill>
                  <a:srgbClr val="5E574C"/>
                </a:solidFill>
                <a:latin typeface="Manrope" pitchFamily="34" charset="0"/>
                <a:ea typeface="Manrope" pitchFamily="34" charset="-122"/>
                <a:cs typeface="Manrope" pitchFamily="34" charset="-120"/>
              </a:rPr>
              <a:t>The words of the owner, never jargon</a:t>
            </a:r>
            <a:endParaRPr lang="en-US" sz="950" dirty="0"/>
          </a:p>
        </p:txBody>
      </p:sp>
      <p:sp>
        <p:nvSpPr>
          <p:cNvPr id="18" name="Shape 16"/>
          <p:cNvSpPr/>
          <p:nvPr/>
        </p:nvSpPr>
        <p:spPr>
          <a:xfrm>
            <a:off x="3611880" y="3182112"/>
            <a:ext cx="3538728" cy="0"/>
          </a:xfrm>
          <a:prstGeom prst="line">
            <a:avLst/>
          </a:prstGeom>
          <a:noFill/>
          <a:ln w="9525">
            <a:solidFill>
              <a:srgbClr val="D8D2C4"/>
            </a:solidFill>
            <a:prstDash val="solid"/>
          </a:ln>
        </p:spPr>
      </p:sp>
      <p:sp>
        <p:nvSpPr>
          <p:cNvPr id="19" name="Text 17"/>
          <p:cNvSpPr txBox="1"/>
          <p:nvPr/>
        </p:nvSpPr>
        <p:spPr>
          <a:xfrm>
            <a:off x="3611880" y="3328416"/>
            <a:ext cx="3538728" cy="329184"/>
          </a:xfrm>
          <a:prstGeom prst="rect">
            <a:avLst/>
          </a:prstGeom>
          <a:noFill/>
          <a:ln/>
        </p:spPr>
        <p:txBody>
          <a:bodyPr wrap="square" lIns="0" tIns="0" rIns="0" bIns="0" rtlCol="0" anchor="t"/>
          <a:lstStyle/>
          <a:p>
            <a:pPr indent="0" marL="0">
              <a:buNone/>
            </a:pPr>
            <a:r>
              <a:rPr lang="en-US" sz="1800" dirty="0">
                <a:solidFill>
                  <a:srgbClr val="0F0F10"/>
                </a:solidFill>
                <a:latin typeface="Bookmania" pitchFamily="34" charset="0"/>
                <a:ea typeface="Bookmania" pitchFamily="34" charset="-122"/>
                <a:cs typeface="Bookmania" pitchFamily="34" charset="-120"/>
              </a:rPr>
              <a:t>Vivid</a:t>
            </a:r>
            <a:endParaRPr lang="en-US" sz="1800" dirty="0"/>
          </a:p>
        </p:txBody>
      </p:sp>
      <p:sp>
        <p:nvSpPr>
          <p:cNvPr id="20" name="Text 18"/>
          <p:cNvSpPr txBox="1"/>
          <p:nvPr/>
        </p:nvSpPr>
        <p:spPr>
          <a:xfrm>
            <a:off x="3611880" y="3712464"/>
            <a:ext cx="3538728" cy="274320"/>
          </a:xfrm>
          <a:prstGeom prst="rect">
            <a:avLst/>
          </a:prstGeom>
          <a:noFill/>
          <a:ln/>
        </p:spPr>
        <p:txBody>
          <a:bodyPr wrap="square" lIns="0" tIns="0" rIns="0" bIns="0" rtlCol="0" anchor="t"/>
          <a:lstStyle/>
          <a:p>
            <a:pPr indent="0" marL="0">
              <a:lnSpc>
                <a:spcPct val="150000"/>
              </a:lnSpc>
              <a:buNone/>
            </a:pPr>
            <a:r>
              <a:rPr lang="en-US" sz="950" dirty="0">
                <a:solidFill>
                  <a:srgbClr val="5E574C"/>
                </a:solidFill>
                <a:latin typeface="Manrope" pitchFamily="34" charset="0"/>
                <a:ea typeface="Manrope" pitchFamily="34" charset="-122"/>
                <a:cs typeface="Manrope" pitchFamily="34" charset="-120"/>
              </a:rPr>
              <a:t>A well-chosen story, never style over substance</a:t>
            </a:r>
            <a:endParaRPr lang="en-US" sz="950" dirty="0"/>
          </a:p>
        </p:txBody>
      </p:sp>
      <p:sp>
        <p:nvSpPr>
          <p:cNvPr id="21" name="Shape 19"/>
          <p:cNvSpPr/>
          <p:nvPr/>
        </p:nvSpPr>
        <p:spPr>
          <a:xfrm>
            <a:off x="3611880" y="4023360"/>
            <a:ext cx="3538728" cy="0"/>
          </a:xfrm>
          <a:prstGeom prst="line">
            <a:avLst/>
          </a:prstGeom>
          <a:noFill/>
          <a:ln w="9525">
            <a:solidFill>
              <a:srgbClr val="D8D2C4"/>
            </a:solidFill>
            <a:prstDash val="solid"/>
          </a:ln>
        </p:spPr>
      </p:sp>
      <p:sp>
        <p:nvSpPr>
          <p:cNvPr id="22" name="Text 20"/>
          <p:cNvSpPr txBox="1"/>
          <p:nvPr/>
        </p:nvSpPr>
        <p:spPr>
          <a:xfrm>
            <a:off x="3611880" y="4169664"/>
            <a:ext cx="3538728" cy="329184"/>
          </a:xfrm>
          <a:prstGeom prst="rect">
            <a:avLst/>
          </a:prstGeom>
          <a:noFill/>
          <a:ln/>
        </p:spPr>
        <p:txBody>
          <a:bodyPr wrap="square" lIns="0" tIns="0" rIns="0" bIns="0" rtlCol="0" anchor="t"/>
          <a:lstStyle/>
          <a:p>
            <a:pPr indent="0" marL="0">
              <a:buNone/>
            </a:pPr>
            <a:r>
              <a:rPr lang="en-US" sz="1800" dirty="0">
                <a:solidFill>
                  <a:srgbClr val="0F0F10"/>
                </a:solidFill>
                <a:latin typeface="Bookmania" pitchFamily="34" charset="0"/>
                <a:ea typeface="Bookmania" pitchFamily="34" charset="-122"/>
                <a:cs typeface="Bookmania" pitchFamily="34" charset="-120"/>
              </a:rPr>
              <a:t>Specific</a:t>
            </a:r>
            <a:endParaRPr lang="en-US" sz="1800" dirty="0"/>
          </a:p>
        </p:txBody>
      </p:sp>
      <p:sp>
        <p:nvSpPr>
          <p:cNvPr id="23" name="Text 21"/>
          <p:cNvSpPr txBox="1"/>
          <p:nvPr/>
        </p:nvSpPr>
        <p:spPr>
          <a:xfrm>
            <a:off x="3611880" y="4553712"/>
            <a:ext cx="3538728" cy="274320"/>
          </a:xfrm>
          <a:prstGeom prst="rect">
            <a:avLst/>
          </a:prstGeom>
          <a:noFill/>
          <a:ln/>
        </p:spPr>
        <p:txBody>
          <a:bodyPr wrap="square" lIns="0" tIns="0" rIns="0" bIns="0" rtlCol="0" anchor="t"/>
          <a:lstStyle/>
          <a:p>
            <a:pPr indent="0" marL="0">
              <a:lnSpc>
                <a:spcPct val="150000"/>
              </a:lnSpc>
              <a:buNone/>
            </a:pPr>
            <a:r>
              <a:rPr lang="en-US" sz="950" dirty="0">
                <a:solidFill>
                  <a:srgbClr val="5E574C"/>
                </a:solidFill>
                <a:latin typeface="Manrope" pitchFamily="34" charset="0"/>
                <a:ea typeface="Manrope" pitchFamily="34" charset="-122"/>
                <a:cs typeface="Manrope" pitchFamily="34" charset="-120"/>
              </a:rPr>
              <a:t>Every number and promise named, never a range</a:t>
            </a:r>
            <a:endParaRPr lang="en-US" sz="950" dirty="0"/>
          </a:p>
        </p:txBody>
      </p:sp>
      <p:sp>
        <p:nvSpPr>
          <p:cNvPr id="24" name="Text 22"/>
          <p:cNvSpPr txBox="1"/>
          <p:nvPr/>
        </p:nvSpPr>
        <p:spPr>
          <a:xfrm>
            <a:off x="7607808" y="292608"/>
            <a:ext cx="4114800" cy="201168"/>
          </a:xfrm>
          <a:prstGeom prst="rect">
            <a:avLst/>
          </a:prstGeom>
          <a:noFill/>
          <a:ln/>
        </p:spPr>
        <p:txBody>
          <a:bodyPr wrap="square" lIns="0" tIns="0" rIns="0" bIns="0" rtlCol="0" anchor="t"/>
          <a:lstStyle/>
          <a:p>
            <a:pPr indent="0" marL="0">
              <a:buNone/>
            </a:pPr>
            <a:r>
              <a:rPr lang="en-US" sz="700" b="1" spc="180" kern="0" dirty="0">
                <a:solidFill>
                  <a:srgbClr val="0F0F10"/>
                </a:solidFill>
                <a:latin typeface="Manrope" pitchFamily="34" charset="0"/>
                <a:ea typeface="Manrope" pitchFamily="34" charset="-122"/>
                <a:cs typeface="Manrope" pitchFamily="34" charset="-120"/>
              </a:rPr>
              <a:t>THE TONE — SIX CONTEXTS</a:t>
            </a:r>
            <a:endParaRPr lang="en-US" sz="700" dirty="0"/>
          </a:p>
        </p:txBody>
      </p:sp>
      <p:sp>
        <p:nvSpPr>
          <p:cNvPr id="25" name="Shape 23"/>
          <p:cNvSpPr/>
          <p:nvPr/>
        </p:nvSpPr>
        <p:spPr>
          <a:xfrm>
            <a:off x="7607808" y="658368"/>
            <a:ext cx="4114800" cy="0"/>
          </a:xfrm>
          <a:prstGeom prst="line">
            <a:avLst/>
          </a:prstGeom>
          <a:noFill/>
          <a:ln w="9525">
            <a:solidFill>
              <a:srgbClr val="D8D2C4"/>
            </a:solidFill>
            <a:prstDash val="solid"/>
          </a:ln>
        </p:spPr>
      </p:sp>
      <p:sp>
        <p:nvSpPr>
          <p:cNvPr id="26" name="Text 24"/>
          <p:cNvSpPr txBox="1"/>
          <p:nvPr/>
        </p:nvSpPr>
        <p:spPr>
          <a:xfrm>
            <a:off x="7607808" y="777240"/>
            <a:ext cx="4114800" cy="237744"/>
          </a:xfrm>
          <a:prstGeom prst="rect">
            <a:avLst/>
          </a:prstGeom>
          <a:noFill/>
          <a:ln/>
        </p:spPr>
        <p:txBody>
          <a:bodyPr wrap="square" lIns="0" tIns="0" rIns="0" bIns="0" rtlCol="0" anchor="t"/>
          <a:lstStyle/>
          <a:p>
            <a:pPr indent="0" marL="0">
              <a:buNone/>
            </a:pPr>
            <a:r>
              <a:rPr lang="en-US" sz="1100" b="1" dirty="0">
                <a:solidFill>
                  <a:srgbClr val="0F0F10"/>
                </a:solidFill>
                <a:latin typeface="Manrope" pitchFamily="34" charset="0"/>
                <a:ea typeface="Manrope" pitchFamily="34" charset="-122"/>
                <a:cs typeface="Manrope" pitchFamily="34" charset="-120"/>
              </a:rPr>
              <a:t>The plan and the proposal</a:t>
            </a:r>
            <a:endParaRPr lang="en-US" sz="1100" dirty="0"/>
          </a:p>
        </p:txBody>
      </p:sp>
      <p:sp>
        <p:nvSpPr>
          <p:cNvPr id="27" name="Text 25"/>
          <p:cNvSpPr txBox="1"/>
          <p:nvPr/>
        </p:nvSpPr>
        <p:spPr>
          <a:xfrm>
            <a:off x="7607808" y="1024128"/>
            <a:ext cx="4114800" cy="274320"/>
          </a:xfrm>
          <a:prstGeom prst="rect">
            <a:avLst/>
          </a:prstGeom>
          <a:noFill/>
          <a:ln/>
        </p:spPr>
        <p:txBody>
          <a:bodyPr wrap="square" lIns="0" tIns="0" rIns="0" bIns="0" rtlCol="0" anchor="t"/>
          <a:lstStyle/>
          <a:p>
            <a:pPr indent="0" marL="0">
              <a:lnSpc>
                <a:spcPct val="150000"/>
              </a:lnSpc>
              <a:buNone/>
            </a:pPr>
            <a:r>
              <a:rPr lang="en-US" sz="950" dirty="0">
                <a:solidFill>
                  <a:srgbClr val="5E574C"/>
                </a:solidFill>
                <a:latin typeface="Manrope" pitchFamily="34" charset="0"/>
                <a:ea typeface="Manrope" pitchFamily="34" charset="-122"/>
                <a:cs typeface="Manrope" pitchFamily="34" charset="-120"/>
              </a:rPr>
              <a:t>Exacting and warm. A plan handed across a kitchen table, every figure named.</a:t>
            </a:r>
            <a:endParaRPr lang="en-US" sz="950" dirty="0"/>
          </a:p>
        </p:txBody>
      </p:sp>
      <p:sp>
        <p:nvSpPr>
          <p:cNvPr id="28" name="Shape 26"/>
          <p:cNvSpPr/>
          <p:nvPr/>
        </p:nvSpPr>
        <p:spPr>
          <a:xfrm>
            <a:off x="7607808" y="1357884"/>
            <a:ext cx="4114800" cy="0"/>
          </a:xfrm>
          <a:prstGeom prst="line">
            <a:avLst/>
          </a:prstGeom>
          <a:noFill/>
          <a:ln w="9525">
            <a:solidFill>
              <a:srgbClr val="D8D2C4"/>
            </a:solidFill>
            <a:prstDash val="solid"/>
          </a:ln>
        </p:spPr>
      </p:sp>
      <p:sp>
        <p:nvSpPr>
          <p:cNvPr id="29" name="Text 27"/>
          <p:cNvSpPr txBox="1"/>
          <p:nvPr/>
        </p:nvSpPr>
        <p:spPr>
          <a:xfrm>
            <a:off x="7607808" y="1476756"/>
            <a:ext cx="4114800" cy="237744"/>
          </a:xfrm>
          <a:prstGeom prst="rect">
            <a:avLst/>
          </a:prstGeom>
          <a:noFill/>
          <a:ln/>
        </p:spPr>
        <p:txBody>
          <a:bodyPr wrap="square" lIns="0" tIns="0" rIns="0" bIns="0" rtlCol="0" anchor="t"/>
          <a:lstStyle/>
          <a:p>
            <a:pPr indent="0" marL="0">
              <a:buNone/>
            </a:pPr>
            <a:r>
              <a:rPr lang="en-US" sz="1100" b="1" dirty="0">
                <a:solidFill>
                  <a:srgbClr val="0F0F10"/>
                </a:solidFill>
                <a:latin typeface="Manrope" pitchFamily="34" charset="0"/>
                <a:ea typeface="Manrope" pitchFamily="34" charset="-122"/>
                <a:cs typeface="Manrope" pitchFamily="34" charset="-120"/>
              </a:rPr>
              <a:t>The sales page</a:t>
            </a:r>
            <a:endParaRPr lang="en-US" sz="1100" dirty="0"/>
          </a:p>
        </p:txBody>
      </p:sp>
      <p:sp>
        <p:nvSpPr>
          <p:cNvPr id="30" name="Text 28"/>
          <p:cNvSpPr txBox="1"/>
          <p:nvPr/>
        </p:nvSpPr>
        <p:spPr>
          <a:xfrm>
            <a:off x="7607808" y="1723644"/>
            <a:ext cx="4114800" cy="274320"/>
          </a:xfrm>
          <a:prstGeom prst="rect">
            <a:avLst/>
          </a:prstGeom>
          <a:noFill/>
          <a:ln/>
        </p:spPr>
        <p:txBody>
          <a:bodyPr wrap="square" lIns="0" tIns="0" rIns="0" bIns="0" rtlCol="0" anchor="t"/>
          <a:lstStyle/>
          <a:p>
            <a:pPr indent="0" marL="0">
              <a:lnSpc>
                <a:spcPct val="150000"/>
              </a:lnSpc>
              <a:buNone/>
            </a:pPr>
            <a:r>
              <a:rPr lang="en-US" sz="950" dirty="0">
                <a:solidFill>
                  <a:srgbClr val="5E574C"/>
                </a:solidFill>
                <a:latin typeface="Manrope" pitchFamily="34" charset="0"/>
                <a:ea typeface="Manrope" pitchFamily="34" charset="-122"/>
                <a:cs typeface="Manrope" pitchFamily="34" charset="-120"/>
              </a:rPr>
              <a:t>Editorial, not corporate. A magazine, not a landing page. It rewards a reader.</a:t>
            </a:r>
            <a:endParaRPr lang="en-US" sz="950" dirty="0"/>
          </a:p>
        </p:txBody>
      </p:sp>
      <p:sp>
        <p:nvSpPr>
          <p:cNvPr id="31" name="Shape 29"/>
          <p:cNvSpPr/>
          <p:nvPr/>
        </p:nvSpPr>
        <p:spPr>
          <a:xfrm>
            <a:off x="7607808" y="2057400"/>
            <a:ext cx="4114800" cy="0"/>
          </a:xfrm>
          <a:prstGeom prst="line">
            <a:avLst/>
          </a:prstGeom>
          <a:noFill/>
          <a:ln w="9525">
            <a:solidFill>
              <a:srgbClr val="D8D2C4"/>
            </a:solidFill>
            <a:prstDash val="solid"/>
          </a:ln>
        </p:spPr>
      </p:sp>
      <p:sp>
        <p:nvSpPr>
          <p:cNvPr id="32" name="Text 30"/>
          <p:cNvSpPr txBox="1"/>
          <p:nvPr/>
        </p:nvSpPr>
        <p:spPr>
          <a:xfrm>
            <a:off x="7607808" y="2176272"/>
            <a:ext cx="4114800" cy="237744"/>
          </a:xfrm>
          <a:prstGeom prst="rect">
            <a:avLst/>
          </a:prstGeom>
          <a:noFill/>
          <a:ln/>
        </p:spPr>
        <p:txBody>
          <a:bodyPr wrap="square" lIns="0" tIns="0" rIns="0" bIns="0" rtlCol="0" anchor="t"/>
          <a:lstStyle/>
          <a:p>
            <a:pPr indent="0" marL="0">
              <a:buNone/>
            </a:pPr>
            <a:r>
              <a:rPr lang="en-US" sz="1100" b="1" dirty="0">
                <a:solidFill>
                  <a:srgbClr val="0F0F10"/>
                </a:solidFill>
                <a:latin typeface="Manrope" pitchFamily="34" charset="0"/>
                <a:ea typeface="Manrope" pitchFamily="34" charset="-122"/>
                <a:cs typeface="Manrope" pitchFamily="34" charset="-120"/>
              </a:rPr>
              <a:t>The journal</a:t>
            </a:r>
            <a:endParaRPr lang="en-US" sz="1100" dirty="0"/>
          </a:p>
        </p:txBody>
      </p:sp>
      <p:sp>
        <p:nvSpPr>
          <p:cNvPr id="33" name="Text 31"/>
          <p:cNvSpPr txBox="1"/>
          <p:nvPr/>
        </p:nvSpPr>
        <p:spPr>
          <a:xfrm>
            <a:off x="7607808" y="2423160"/>
            <a:ext cx="4114800" cy="274320"/>
          </a:xfrm>
          <a:prstGeom prst="rect">
            <a:avLst/>
          </a:prstGeom>
          <a:noFill/>
          <a:ln/>
        </p:spPr>
        <p:txBody>
          <a:bodyPr wrap="square" lIns="0" tIns="0" rIns="0" bIns="0" rtlCol="0" anchor="t"/>
          <a:lstStyle/>
          <a:p>
            <a:pPr indent="0" marL="0">
              <a:lnSpc>
                <a:spcPct val="150000"/>
              </a:lnSpc>
              <a:buNone/>
            </a:pPr>
            <a:r>
              <a:rPr lang="en-US" sz="950" dirty="0">
                <a:solidFill>
                  <a:srgbClr val="5E574C"/>
                </a:solidFill>
                <a:latin typeface="Manrope" pitchFamily="34" charset="0"/>
                <a:ea typeface="Manrope" pitchFamily="34" charset="-122"/>
                <a:cs typeface="Manrope" pitchFamily="34" charset="-120"/>
              </a:rPr>
              <a:t>The almanac. What was done, what it cost, what came back. Hype never.</a:t>
            </a:r>
            <a:endParaRPr lang="en-US" sz="950" dirty="0"/>
          </a:p>
        </p:txBody>
      </p:sp>
      <p:sp>
        <p:nvSpPr>
          <p:cNvPr id="34" name="Shape 32"/>
          <p:cNvSpPr/>
          <p:nvPr/>
        </p:nvSpPr>
        <p:spPr>
          <a:xfrm>
            <a:off x="7607808" y="2756916"/>
            <a:ext cx="4114800" cy="0"/>
          </a:xfrm>
          <a:prstGeom prst="line">
            <a:avLst/>
          </a:prstGeom>
          <a:noFill/>
          <a:ln w="9525">
            <a:solidFill>
              <a:srgbClr val="D8D2C4"/>
            </a:solidFill>
            <a:prstDash val="solid"/>
          </a:ln>
        </p:spPr>
      </p:sp>
      <p:sp>
        <p:nvSpPr>
          <p:cNvPr id="35" name="Text 33"/>
          <p:cNvSpPr txBox="1"/>
          <p:nvPr/>
        </p:nvSpPr>
        <p:spPr>
          <a:xfrm>
            <a:off x="7607808" y="2875788"/>
            <a:ext cx="4114800" cy="237744"/>
          </a:xfrm>
          <a:prstGeom prst="rect">
            <a:avLst/>
          </a:prstGeom>
          <a:noFill/>
          <a:ln/>
        </p:spPr>
        <p:txBody>
          <a:bodyPr wrap="square" lIns="0" tIns="0" rIns="0" bIns="0" rtlCol="0" anchor="t"/>
          <a:lstStyle/>
          <a:p>
            <a:pPr indent="0" marL="0">
              <a:buNone/>
            </a:pPr>
            <a:r>
              <a:rPr lang="en-US" sz="1100" b="1" dirty="0">
                <a:solidFill>
                  <a:srgbClr val="0F0F10"/>
                </a:solidFill>
                <a:latin typeface="Manrope" pitchFamily="34" charset="0"/>
                <a:ea typeface="Manrope" pitchFamily="34" charset="-122"/>
                <a:cs typeface="Manrope" pitchFamily="34" charset="-120"/>
              </a:rPr>
              <a:t>Social</a:t>
            </a:r>
            <a:endParaRPr lang="en-US" sz="1100" dirty="0"/>
          </a:p>
        </p:txBody>
      </p:sp>
      <p:sp>
        <p:nvSpPr>
          <p:cNvPr id="36" name="Text 34"/>
          <p:cNvSpPr txBox="1"/>
          <p:nvPr/>
        </p:nvSpPr>
        <p:spPr>
          <a:xfrm>
            <a:off x="7607808" y="3122676"/>
            <a:ext cx="4114800" cy="274320"/>
          </a:xfrm>
          <a:prstGeom prst="rect">
            <a:avLst/>
          </a:prstGeom>
          <a:noFill/>
          <a:ln/>
        </p:spPr>
        <p:txBody>
          <a:bodyPr wrap="square" lIns="0" tIns="0" rIns="0" bIns="0" rtlCol="0" anchor="t"/>
          <a:lstStyle/>
          <a:p>
            <a:pPr indent="0" marL="0">
              <a:lnSpc>
                <a:spcPct val="150000"/>
              </a:lnSpc>
              <a:buNone/>
            </a:pPr>
            <a:r>
              <a:rPr lang="en-US" sz="950" dirty="0">
                <a:solidFill>
                  <a:srgbClr val="5E574C"/>
                </a:solidFill>
                <a:latin typeface="Manrope" pitchFamily="34" charset="0"/>
                <a:ea typeface="Manrope" pitchFamily="34" charset="-122"/>
                <a:cs typeface="Manrope" pitchFamily="34" charset="-120"/>
              </a:rPr>
              <a:t>Single observations, single sentences. When in doubt, post less.</a:t>
            </a:r>
            <a:endParaRPr lang="en-US" sz="950" dirty="0"/>
          </a:p>
        </p:txBody>
      </p:sp>
      <p:sp>
        <p:nvSpPr>
          <p:cNvPr id="37" name="Shape 35"/>
          <p:cNvSpPr/>
          <p:nvPr/>
        </p:nvSpPr>
        <p:spPr>
          <a:xfrm>
            <a:off x="7607808" y="3456432"/>
            <a:ext cx="4114800" cy="0"/>
          </a:xfrm>
          <a:prstGeom prst="line">
            <a:avLst/>
          </a:prstGeom>
          <a:noFill/>
          <a:ln w="9525">
            <a:solidFill>
              <a:srgbClr val="D8D2C4"/>
            </a:solidFill>
            <a:prstDash val="solid"/>
          </a:ln>
        </p:spPr>
      </p:sp>
      <p:sp>
        <p:nvSpPr>
          <p:cNvPr id="38" name="Text 36"/>
          <p:cNvSpPr txBox="1"/>
          <p:nvPr/>
        </p:nvSpPr>
        <p:spPr>
          <a:xfrm>
            <a:off x="7607808" y="3575304"/>
            <a:ext cx="4114800" cy="237744"/>
          </a:xfrm>
          <a:prstGeom prst="rect">
            <a:avLst/>
          </a:prstGeom>
          <a:noFill/>
          <a:ln/>
        </p:spPr>
        <p:txBody>
          <a:bodyPr wrap="square" lIns="0" tIns="0" rIns="0" bIns="0" rtlCol="0" anchor="t"/>
          <a:lstStyle/>
          <a:p>
            <a:pPr indent="0" marL="0">
              <a:buNone/>
            </a:pPr>
            <a:r>
              <a:rPr lang="en-US" sz="1100" b="1" dirty="0">
                <a:solidFill>
                  <a:srgbClr val="0F0F10"/>
                </a:solidFill>
                <a:latin typeface="Manrope" pitchFamily="34" charset="0"/>
                <a:ea typeface="Manrope" pitchFamily="34" charset="-122"/>
                <a:cs typeface="Manrope" pitchFamily="34" charset="-120"/>
              </a:rPr>
              <a:t>About</a:t>
            </a:r>
            <a:endParaRPr lang="en-US" sz="1100" dirty="0"/>
          </a:p>
        </p:txBody>
      </p:sp>
      <p:sp>
        <p:nvSpPr>
          <p:cNvPr id="39" name="Text 37"/>
          <p:cNvSpPr txBox="1"/>
          <p:nvPr/>
        </p:nvSpPr>
        <p:spPr>
          <a:xfrm>
            <a:off x="7607808" y="3822192"/>
            <a:ext cx="4114800" cy="274320"/>
          </a:xfrm>
          <a:prstGeom prst="rect">
            <a:avLst/>
          </a:prstGeom>
          <a:noFill/>
          <a:ln/>
        </p:spPr>
        <p:txBody>
          <a:bodyPr wrap="square" lIns="0" tIns="0" rIns="0" bIns="0" rtlCol="0" anchor="t"/>
          <a:lstStyle/>
          <a:p>
            <a:pPr indent="0" marL="0">
              <a:lnSpc>
                <a:spcPct val="150000"/>
              </a:lnSpc>
              <a:buNone/>
            </a:pPr>
            <a:r>
              <a:rPr lang="en-US" sz="950" dirty="0">
                <a:solidFill>
                  <a:srgbClr val="5E574C"/>
                </a:solidFill>
                <a:latin typeface="Manrope" pitchFamily="34" charset="0"/>
                <a:ea typeface="Manrope" pitchFamily="34" charset="-122"/>
                <a:cs typeface="Manrope" pitchFamily="34" charset="-120"/>
              </a:rPr>
              <a:t>Personal and composed. The story of the name, told once.</a:t>
            </a:r>
            <a:endParaRPr lang="en-US" sz="950" dirty="0"/>
          </a:p>
        </p:txBody>
      </p:sp>
      <p:sp>
        <p:nvSpPr>
          <p:cNvPr id="40" name="Shape 38"/>
          <p:cNvSpPr/>
          <p:nvPr/>
        </p:nvSpPr>
        <p:spPr>
          <a:xfrm>
            <a:off x="7607808" y="4155948"/>
            <a:ext cx="4114800" cy="0"/>
          </a:xfrm>
          <a:prstGeom prst="line">
            <a:avLst/>
          </a:prstGeom>
          <a:noFill/>
          <a:ln w="9525">
            <a:solidFill>
              <a:srgbClr val="D8D2C4"/>
            </a:solidFill>
            <a:prstDash val="solid"/>
          </a:ln>
        </p:spPr>
      </p:sp>
      <p:sp>
        <p:nvSpPr>
          <p:cNvPr id="41" name="Text 39"/>
          <p:cNvSpPr txBox="1"/>
          <p:nvPr/>
        </p:nvSpPr>
        <p:spPr>
          <a:xfrm>
            <a:off x="7607808" y="4274820"/>
            <a:ext cx="4114800" cy="237744"/>
          </a:xfrm>
          <a:prstGeom prst="rect">
            <a:avLst/>
          </a:prstGeom>
          <a:noFill/>
          <a:ln/>
        </p:spPr>
        <p:txBody>
          <a:bodyPr wrap="square" lIns="0" tIns="0" rIns="0" bIns="0" rtlCol="0" anchor="t"/>
          <a:lstStyle/>
          <a:p>
            <a:pPr indent="0" marL="0">
              <a:buNone/>
            </a:pPr>
            <a:r>
              <a:rPr lang="en-US" sz="1100" b="1" dirty="0">
                <a:solidFill>
                  <a:srgbClr val="0F0F10"/>
                </a:solidFill>
                <a:latin typeface="Manrope" pitchFamily="34" charset="0"/>
                <a:ea typeface="Manrope" pitchFamily="34" charset="-122"/>
                <a:cs typeface="Manrope" pitchFamily="34" charset="-120"/>
              </a:rPr>
              <a:t>Crisis</a:t>
            </a:r>
            <a:endParaRPr lang="en-US" sz="1100" dirty="0"/>
          </a:p>
        </p:txBody>
      </p:sp>
      <p:sp>
        <p:nvSpPr>
          <p:cNvPr id="42" name="Text 40"/>
          <p:cNvSpPr txBox="1"/>
          <p:nvPr/>
        </p:nvSpPr>
        <p:spPr>
          <a:xfrm>
            <a:off x="7607808" y="4521708"/>
            <a:ext cx="4114800" cy="274320"/>
          </a:xfrm>
          <a:prstGeom prst="rect">
            <a:avLst/>
          </a:prstGeom>
          <a:noFill/>
          <a:ln/>
        </p:spPr>
        <p:txBody>
          <a:bodyPr wrap="square" lIns="0" tIns="0" rIns="0" bIns="0" rtlCol="0" anchor="t"/>
          <a:lstStyle/>
          <a:p>
            <a:pPr indent="0" marL="0">
              <a:lnSpc>
                <a:spcPct val="150000"/>
              </a:lnSpc>
              <a:buNone/>
            </a:pPr>
            <a:r>
              <a:rPr lang="en-US" sz="950" dirty="0">
                <a:solidFill>
                  <a:srgbClr val="5E574C"/>
                </a:solidFill>
                <a:latin typeface="Manrope" pitchFamily="34" charset="0"/>
                <a:ea typeface="Manrope" pitchFamily="34" charset="-122"/>
                <a:cs typeface="Manrope" pitchFamily="34" charset="-120"/>
              </a:rPr>
              <a:t>Slower, not faster. Composed, not reassuring. The composure is the reassurance.</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566928" y="274320"/>
            <a:ext cx="0" cy="6309360"/>
          </a:xfrm>
          <a:prstGeom prst="line">
            <a:avLst/>
          </a:prstGeom>
          <a:noFill/>
          <a:ln w="9525">
            <a:solidFill>
              <a:srgbClr val="BDB4A2"/>
            </a:solidFill>
            <a:prstDash val="solid"/>
          </a:ln>
        </p:spPr>
      </p:sp>
      <p:sp>
        <p:nvSpPr>
          <p:cNvPr id="3" name="Text 1"/>
          <p:cNvSpPr txBox="1"/>
          <p:nvPr/>
        </p:nvSpPr>
        <p:spPr>
          <a:xfrm rot="16200000">
            <a:off x="9144" y="256032"/>
            <a:ext cx="457200" cy="274320"/>
          </a:xfrm>
          <a:prstGeom prst="rect">
            <a:avLst/>
          </a:prstGeom>
          <a:noFill/>
          <a:ln/>
        </p:spPr>
        <p:txBody>
          <a:bodyPr wrap="none" lIns="0" tIns="0" rIns="0" bIns="0" rtlCol="0" anchor="ctr"/>
          <a:lstStyle/>
          <a:p>
            <a:pPr algn="ctr" indent="0" marL="0">
              <a:buNone/>
            </a:pPr>
            <a:r>
              <a:rPr lang="en-US" sz="700" spc="160" kern="0" dirty="0">
                <a:solidFill>
                  <a:srgbClr val="7A7264"/>
                </a:solidFill>
                <a:latin typeface="Manrope" pitchFamily="34" charset="0"/>
                <a:ea typeface="Manrope" pitchFamily="34" charset="-122"/>
                <a:cs typeface="Manrope" pitchFamily="34" charset="-120"/>
              </a:rPr>
              <a:t>010</a:t>
            </a:r>
            <a:endParaRPr lang="en-US" sz="700" dirty="0"/>
          </a:p>
        </p:txBody>
      </p:sp>
      <p:sp>
        <p:nvSpPr>
          <p:cNvPr id="4" name="Text 2"/>
          <p:cNvSpPr txBox="1"/>
          <p:nvPr/>
        </p:nvSpPr>
        <p:spPr>
          <a:xfrm rot="16200000">
            <a:off x="-950976" y="5257800"/>
            <a:ext cx="2377440" cy="274320"/>
          </a:xfrm>
          <a:prstGeom prst="rect">
            <a:avLst/>
          </a:prstGeom>
          <a:noFill/>
          <a:ln/>
        </p:spPr>
        <p:txBody>
          <a:bodyPr wrap="none" lIns="0" tIns="0" rIns="0" bIns="0" rtlCol="0" anchor="ctr"/>
          <a:lstStyle/>
          <a:p>
            <a:pPr algn="l" indent="0" marL="0">
              <a:buNone/>
            </a:pPr>
            <a:r>
              <a:rPr lang="en-US" sz="700" spc="160" kern="0" dirty="0">
                <a:solidFill>
                  <a:srgbClr val="7A7264"/>
                </a:solidFill>
                <a:latin typeface="Manrope" pitchFamily="34" charset="0"/>
                <a:ea typeface="Manrope" pitchFamily="34" charset="-122"/>
                <a:cs typeface="Manrope" pitchFamily="34" charset="-120"/>
              </a:rPr>
              <a:t>THE IDENTITY BOOK</a:t>
            </a:r>
            <a:endParaRPr lang="en-US" sz="700" dirty="0"/>
          </a:p>
        </p:txBody>
      </p:sp>
      <p:sp>
        <p:nvSpPr>
          <p:cNvPr id="5" name="Shape 3"/>
          <p:cNvSpPr/>
          <p:nvPr/>
        </p:nvSpPr>
        <p:spPr>
          <a:xfrm>
            <a:off x="3474720" y="274320"/>
            <a:ext cx="0" cy="6309360"/>
          </a:xfrm>
          <a:prstGeom prst="line">
            <a:avLst/>
          </a:prstGeom>
          <a:noFill/>
          <a:ln w="9525">
            <a:solidFill>
              <a:srgbClr val="BDB4A2"/>
            </a:solidFill>
            <a:prstDash val="solid"/>
          </a:ln>
        </p:spPr>
      </p:sp>
      <p:sp>
        <p:nvSpPr>
          <p:cNvPr id="6" name="Text 4"/>
          <p:cNvSpPr txBox="1"/>
          <p:nvPr/>
        </p:nvSpPr>
        <p:spPr>
          <a:xfrm>
            <a:off x="749808" y="292608"/>
            <a:ext cx="2619756" cy="201168"/>
          </a:xfrm>
          <a:prstGeom prst="rect">
            <a:avLst/>
          </a:prstGeom>
          <a:noFill/>
          <a:ln/>
        </p:spPr>
        <p:txBody>
          <a:bodyPr wrap="square" lIns="0" tIns="0" rIns="0" bIns="0" rtlCol="0" anchor="t"/>
          <a:lstStyle/>
          <a:p>
            <a:pPr indent="0" marL="0">
              <a:buNone/>
            </a:pPr>
            <a:r>
              <a:rPr lang="en-US" sz="900" b="1" spc="180" kern="0" dirty="0">
                <a:solidFill>
                  <a:srgbClr val="0F0F10"/>
                </a:solidFill>
                <a:latin typeface="Manrope" pitchFamily="34" charset="0"/>
                <a:ea typeface="Manrope" pitchFamily="34" charset="-122"/>
                <a:cs typeface="Manrope" pitchFamily="34" charset="-120"/>
              </a:rPr>
              <a:t>1.6  BRAND MESSAGING</a:t>
            </a:r>
            <a:endParaRPr lang="en-US" sz="900" dirty="0"/>
          </a:p>
        </p:txBody>
      </p:sp>
      <p:sp>
        <p:nvSpPr>
          <p:cNvPr id="7" name="Text 5"/>
          <p:cNvSpPr txBox="1"/>
          <p:nvPr/>
        </p:nvSpPr>
        <p:spPr>
          <a:xfrm>
            <a:off x="749808" y="694944"/>
            <a:ext cx="2619756" cy="3840480"/>
          </a:xfrm>
          <a:prstGeom prst="rect">
            <a:avLst/>
          </a:prstGeom>
          <a:noFill/>
          <a:ln/>
        </p:spPr>
        <p:txBody>
          <a:bodyPr wrap="square" lIns="0" tIns="0" rIns="0" bIns="0" rtlCol="0" anchor="t"/>
          <a:lstStyle/>
          <a:p>
            <a:pPr indent="0" marL="0">
              <a:lnSpc>
                <a:spcPct val="142000"/>
              </a:lnSpc>
              <a:buNone/>
            </a:pPr>
            <a:r>
              <a:rPr lang="en-US" sz="1150" dirty="0">
                <a:solidFill>
                  <a:srgbClr val="1C1A17"/>
                </a:solidFill>
                <a:latin typeface="Bookmania" pitchFamily="34" charset="0"/>
                <a:ea typeface="Bookmania" pitchFamily="34" charset="-122"/>
                <a:cs typeface="Bookmania" pitchFamily="34" charset="-120"/>
              </a:rPr>
              <a:t>The essence is the internal north star and is never printed. The signature rides beside the mark. The primary message is the ten-second read.</a:t>
            </a:r>
            <a:endParaRPr lang="en-US" sz="1150" dirty="0"/>
          </a:p>
        </p:txBody>
      </p:sp>
      <p:sp>
        <p:nvSpPr>
          <p:cNvPr id="8" name="Shape 6"/>
          <p:cNvSpPr/>
          <p:nvPr/>
        </p:nvSpPr>
        <p:spPr>
          <a:xfrm>
            <a:off x="3611880" y="274320"/>
            <a:ext cx="3538728" cy="1920240"/>
          </a:xfrm>
          <a:prstGeom prst="roundRect">
            <a:avLst>
              <a:gd name="adj" fmla="val 4286"/>
            </a:avLst>
          </a:prstGeom>
          <a:solidFill>
            <a:srgbClr val="F4EDDD"/>
          </a:solidFill>
          <a:ln/>
        </p:spPr>
      </p:sp>
      <p:sp>
        <p:nvSpPr>
          <p:cNvPr id="9" name="Text 7"/>
          <p:cNvSpPr txBox="1"/>
          <p:nvPr/>
        </p:nvSpPr>
        <p:spPr>
          <a:xfrm>
            <a:off x="3886200" y="512064"/>
            <a:ext cx="2990088" cy="201168"/>
          </a:xfrm>
          <a:prstGeom prst="rect">
            <a:avLst/>
          </a:prstGeom>
          <a:noFill/>
          <a:ln/>
        </p:spPr>
        <p:txBody>
          <a:bodyPr wrap="square" lIns="0" tIns="0" rIns="0" bIns="0" rtlCol="0" anchor="t"/>
          <a:lstStyle/>
          <a:p>
            <a:pPr indent="0" marL="0">
              <a:buNone/>
            </a:pPr>
            <a:r>
              <a:rPr lang="en-US" sz="700" b="1" spc="180" kern="0" dirty="0">
                <a:solidFill>
                  <a:srgbClr val="7A7264"/>
                </a:solidFill>
                <a:latin typeface="Manrope" pitchFamily="34" charset="0"/>
                <a:ea typeface="Manrope" pitchFamily="34" charset="-122"/>
                <a:cs typeface="Manrope" pitchFamily="34" charset="-120"/>
              </a:rPr>
              <a:t>THE ESSENCE  ·  NEVER PRINTED</a:t>
            </a:r>
            <a:endParaRPr lang="en-US" sz="700" dirty="0"/>
          </a:p>
        </p:txBody>
      </p:sp>
      <p:sp>
        <p:nvSpPr>
          <p:cNvPr id="10" name="Text 8"/>
          <p:cNvSpPr txBox="1"/>
          <p:nvPr/>
        </p:nvSpPr>
        <p:spPr>
          <a:xfrm>
            <a:off x="3886200" y="841248"/>
            <a:ext cx="2990088" cy="1097280"/>
          </a:xfrm>
          <a:prstGeom prst="rect">
            <a:avLst/>
          </a:prstGeom>
          <a:noFill/>
          <a:ln/>
        </p:spPr>
        <p:txBody>
          <a:bodyPr wrap="square" lIns="0" tIns="0" rIns="0" bIns="0" rtlCol="0" anchor="t"/>
          <a:lstStyle/>
          <a:p>
            <a:pPr indent="0" marL="0">
              <a:lnSpc>
                <a:spcPct val="110000"/>
              </a:lnSpc>
              <a:buNone/>
            </a:pPr>
            <a:r>
              <a:rPr lang="en-US" sz="2200" dirty="0">
                <a:solidFill>
                  <a:srgbClr val="0F0F10"/>
                </a:solidFill>
                <a:latin typeface="Bookmania" pitchFamily="34" charset="0"/>
                <a:ea typeface="Bookmania" pitchFamily="34" charset="-122"/>
                <a:cs typeface="Bookmania" pitchFamily="34" charset="-120"/>
              </a:rPr>
              <a:t>Connecting passion</a:t>
            </a:r>
            <a:endParaRPr lang="en-US" sz="2200" dirty="0"/>
          </a:p>
          <a:p>
            <a:pPr indent="0" marL="0">
              <a:lnSpc>
                <a:spcPct val="110000"/>
              </a:lnSpc>
              <a:buNone/>
            </a:pPr>
            <a:r>
              <a:rPr lang="en-US" sz="2200" dirty="0">
                <a:solidFill>
                  <a:srgbClr val="0F0F10"/>
                </a:solidFill>
                <a:latin typeface="Bookmania" pitchFamily="34" charset="0"/>
                <a:ea typeface="Bookmania" pitchFamily="34" charset="-122"/>
                <a:cs typeface="Bookmania" pitchFamily="34" charset="-120"/>
              </a:rPr>
              <a:t>to possibility.</a:t>
            </a:r>
            <a:endParaRPr lang="en-US" sz="2200" dirty="0"/>
          </a:p>
        </p:txBody>
      </p:sp>
      <p:sp>
        <p:nvSpPr>
          <p:cNvPr id="11" name="Shape 9"/>
          <p:cNvSpPr/>
          <p:nvPr/>
        </p:nvSpPr>
        <p:spPr>
          <a:xfrm>
            <a:off x="7607808" y="274320"/>
            <a:ext cx="4114800" cy="1920240"/>
          </a:xfrm>
          <a:prstGeom prst="roundRect">
            <a:avLst>
              <a:gd name="adj" fmla="val 4286"/>
            </a:avLst>
          </a:prstGeom>
          <a:solidFill>
            <a:srgbClr val="0F0F10"/>
          </a:solidFill>
          <a:ln/>
        </p:spPr>
      </p:sp>
      <p:sp>
        <p:nvSpPr>
          <p:cNvPr id="12" name="Text 10"/>
          <p:cNvSpPr txBox="1"/>
          <p:nvPr/>
        </p:nvSpPr>
        <p:spPr>
          <a:xfrm>
            <a:off x="7882128" y="512064"/>
            <a:ext cx="3200400" cy="201168"/>
          </a:xfrm>
          <a:prstGeom prst="rect">
            <a:avLst/>
          </a:prstGeom>
          <a:noFill/>
          <a:ln/>
        </p:spPr>
        <p:txBody>
          <a:bodyPr wrap="square" lIns="0" tIns="0" rIns="0" bIns="0" rtlCol="0" anchor="t"/>
          <a:lstStyle/>
          <a:p>
            <a:pPr indent="0" marL="0">
              <a:buNone/>
            </a:pPr>
            <a:r>
              <a:rPr lang="en-US" sz="700" b="1" spc="180" kern="0" dirty="0">
                <a:solidFill>
                  <a:srgbClr val="9A9284"/>
                </a:solidFill>
                <a:latin typeface="Manrope" pitchFamily="34" charset="0"/>
                <a:ea typeface="Manrope" pitchFamily="34" charset="-122"/>
                <a:cs typeface="Manrope" pitchFamily="34" charset="-120"/>
              </a:rPr>
              <a:t>THE SIGNATURE  ·  BESIDE THE MARK</a:t>
            </a:r>
            <a:endParaRPr lang="en-US" sz="700" dirty="0"/>
          </a:p>
        </p:txBody>
      </p:sp>
      <p:sp>
        <p:nvSpPr>
          <p:cNvPr id="13" name="Text 11"/>
          <p:cNvSpPr txBox="1"/>
          <p:nvPr/>
        </p:nvSpPr>
        <p:spPr>
          <a:xfrm>
            <a:off x="7882128" y="841248"/>
            <a:ext cx="3657600" cy="1097280"/>
          </a:xfrm>
          <a:prstGeom prst="rect">
            <a:avLst/>
          </a:prstGeom>
          <a:noFill/>
          <a:ln/>
        </p:spPr>
        <p:txBody>
          <a:bodyPr wrap="square" lIns="0" tIns="0" rIns="0" bIns="0" rtlCol="0" anchor="t"/>
          <a:lstStyle/>
          <a:p>
            <a:pPr indent="0" marL="0">
              <a:lnSpc>
                <a:spcPct val="110000"/>
              </a:lnSpc>
              <a:buNone/>
            </a:pPr>
            <a:r>
              <a:rPr lang="en-US" sz="2200" dirty="0">
                <a:solidFill>
                  <a:srgbClr val="EAE0C8"/>
                </a:solidFill>
                <a:latin typeface="Bookmania" pitchFamily="34" charset="0"/>
                <a:ea typeface="Bookmania" pitchFamily="34" charset="-122"/>
                <a:cs typeface="Bookmania" pitchFamily="34" charset="-120"/>
              </a:rPr>
              <a:t>We bring the city</a:t>
            </a:r>
            <a:endParaRPr lang="en-US" sz="2200" dirty="0"/>
          </a:p>
          <a:p>
            <a:pPr indent="0" marL="0">
              <a:lnSpc>
                <a:spcPct val="110000"/>
              </a:lnSpc>
              <a:buNone/>
            </a:pPr>
            <a:r>
              <a:rPr lang="en-US" sz="2200" dirty="0">
                <a:solidFill>
                  <a:srgbClr val="EAE0C8"/>
                </a:solidFill>
                <a:latin typeface="Bookmania" pitchFamily="34" charset="0"/>
                <a:ea typeface="Bookmania" pitchFamily="34" charset="-122"/>
                <a:cs typeface="Bookmania" pitchFamily="34" charset="-120"/>
              </a:rPr>
              <a:t>to your door.</a:t>
            </a:r>
            <a:endParaRPr lang="en-US" sz="2200" dirty="0"/>
          </a:p>
        </p:txBody>
      </p:sp>
      <p:sp>
        <p:nvSpPr>
          <p:cNvPr id="14" name="Text 12"/>
          <p:cNvSpPr txBox="1"/>
          <p:nvPr/>
        </p:nvSpPr>
        <p:spPr>
          <a:xfrm>
            <a:off x="3611880" y="2468880"/>
            <a:ext cx="8110728" cy="201168"/>
          </a:xfrm>
          <a:prstGeom prst="rect">
            <a:avLst/>
          </a:prstGeom>
          <a:noFill/>
          <a:ln/>
        </p:spPr>
        <p:txBody>
          <a:bodyPr wrap="square" lIns="0" tIns="0" rIns="0" bIns="0" rtlCol="0" anchor="t"/>
          <a:lstStyle/>
          <a:p>
            <a:pPr indent="0" marL="0">
              <a:buNone/>
            </a:pPr>
            <a:r>
              <a:rPr lang="en-US" sz="700" b="1" spc="180" kern="0" dirty="0">
                <a:solidFill>
                  <a:srgbClr val="0F0F10"/>
                </a:solidFill>
                <a:latin typeface="Manrope" pitchFamily="34" charset="0"/>
                <a:ea typeface="Manrope" pitchFamily="34" charset="-122"/>
                <a:cs typeface="Manrope" pitchFamily="34" charset="-120"/>
              </a:rPr>
              <a:t>THE PRIMARY MESSAGE  ·  THE TEN-SECOND READ</a:t>
            </a:r>
            <a:endParaRPr lang="en-US" sz="700" dirty="0"/>
          </a:p>
        </p:txBody>
      </p:sp>
      <p:sp>
        <p:nvSpPr>
          <p:cNvPr id="15" name="Text 13"/>
          <p:cNvSpPr txBox="1"/>
          <p:nvPr/>
        </p:nvSpPr>
        <p:spPr>
          <a:xfrm>
            <a:off x="3611880" y="2761488"/>
            <a:ext cx="8110728" cy="1097280"/>
          </a:xfrm>
          <a:prstGeom prst="rect">
            <a:avLst/>
          </a:prstGeom>
          <a:noFill/>
          <a:ln/>
        </p:spPr>
        <p:txBody>
          <a:bodyPr wrap="square" lIns="0" tIns="0" rIns="0" bIns="0" rtlCol="0" anchor="t"/>
          <a:lstStyle/>
          <a:p>
            <a:pPr indent="0" marL="0">
              <a:lnSpc>
                <a:spcPct val="126000"/>
              </a:lnSpc>
              <a:buNone/>
            </a:pPr>
            <a:r>
              <a:rPr lang="en-US" sz="1800" dirty="0">
                <a:solidFill>
                  <a:srgbClr val="0F0F10"/>
                </a:solidFill>
                <a:latin typeface="Bookmania" pitchFamily="34" charset="0"/>
                <a:ea typeface="Bookmania" pitchFamily="34" charset="-122"/>
                <a:cs typeface="Bookmania" pitchFamily="34" charset="-120"/>
              </a:rPr>
              <a:t>Five Points builds the marketing and the systems that bring the city to your door — and you keep every one of them.</a:t>
            </a:r>
            <a:endParaRPr lang="en-US" sz="1800" dirty="0"/>
          </a:p>
        </p:txBody>
      </p:sp>
      <p:sp>
        <p:nvSpPr>
          <p:cNvPr id="16" name="Text 14"/>
          <p:cNvSpPr txBox="1"/>
          <p:nvPr/>
        </p:nvSpPr>
        <p:spPr>
          <a:xfrm>
            <a:off x="3611880" y="4023360"/>
            <a:ext cx="8110728" cy="201168"/>
          </a:xfrm>
          <a:prstGeom prst="rect">
            <a:avLst/>
          </a:prstGeom>
          <a:noFill/>
          <a:ln/>
        </p:spPr>
        <p:txBody>
          <a:bodyPr wrap="square" lIns="0" tIns="0" rIns="0" bIns="0" rtlCol="0" anchor="t"/>
          <a:lstStyle/>
          <a:p>
            <a:pPr indent="0" marL="0">
              <a:buNone/>
            </a:pPr>
            <a:r>
              <a:rPr lang="en-US" sz="700" b="1" spc="180" kern="0" dirty="0">
                <a:solidFill>
                  <a:srgbClr val="0F0F10"/>
                </a:solidFill>
                <a:latin typeface="Manrope" pitchFamily="34" charset="0"/>
                <a:ea typeface="Manrope" pitchFamily="34" charset="-122"/>
                <a:cs typeface="Manrope" pitchFamily="34" charset="-120"/>
              </a:rPr>
              <a:t>SECONDARY MESSAGES</a:t>
            </a:r>
            <a:endParaRPr lang="en-US" sz="700" dirty="0"/>
          </a:p>
        </p:txBody>
      </p:sp>
      <p:sp>
        <p:nvSpPr>
          <p:cNvPr id="17" name="Text 15"/>
          <p:cNvSpPr txBox="1"/>
          <p:nvPr/>
        </p:nvSpPr>
        <p:spPr>
          <a:xfrm>
            <a:off x="3611880" y="4315968"/>
            <a:ext cx="292608" cy="219456"/>
          </a:xfrm>
          <a:prstGeom prst="rect">
            <a:avLst/>
          </a:prstGeom>
          <a:noFill/>
          <a:ln/>
        </p:spPr>
        <p:txBody>
          <a:bodyPr wrap="square" lIns="0" tIns="0" rIns="0" bIns="0" rtlCol="0" anchor="t"/>
          <a:lstStyle/>
          <a:p>
            <a:pPr indent="0" marL="0">
              <a:buNone/>
            </a:pPr>
            <a:r>
              <a:rPr lang="en-US" sz="1100" dirty="0">
                <a:solidFill>
                  <a:srgbClr val="7A7264"/>
                </a:solidFill>
                <a:latin typeface="Bookmania" pitchFamily="34" charset="0"/>
                <a:ea typeface="Bookmania" pitchFamily="34" charset="-122"/>
                <a:cs typeface="Bookmania" pitchFamily="34" charset="-120"/>
              </a:rPr>
              <a:t>01</a:t>
            </a:r>
            <a:endParaRPr lang="en-US" sz="1100" dirty="0"/>
          </a:p>
        </p:txBody>
      </p:sp>
      <p:sp>
        <p:nvSpPr>
          <p:cNvPr id="18" name="Text 16"/>
          <p:cNvSpPr txBox="1"/>
          <p:nvPr/>
        </p:nvSpPr>
        <p:spPr>
          <a:xfrm>
            <a:off x="3995928" y="4315968"/>
            <a:ext cx="2100072" cy="512064"/>
          </a:xfrm>
          <a:prstGeom prst="rect">
            <a:avLst/>
          </a:prstGeom>
          <a:noFill/>
          <a:ln/>
        </p:spPr>
        <p:txBody>
          <a:bodyPr wrap="square" lIns="0" tIns="0" rIns="0" bIns="0" rtlCol="0" anchor="t"/>
          <a:lstStyle/>
          <a:p>
            <a:pPr indent="0" marL="0">
              <a:lnSpc>
                <a:spcPct val="132000"/>
              </a:lnSpc>
              <a:buNone/>
            </a:pPr>
            <a:r>
              <a:rPr lang="en-US" sz="1100" dirty="0">
                <a:solidFill>
                  <a:srgbClr val="1C1A17"/>
                </a:solidFill>
                <a:latin typeface="Bookmania" pitchFamily="34" charset="0"/>
                <a:ea typeface="Bookmania" pitchFamily="34" charset="-122"/>
                <a:cs typeface="Bookmania" pitchFamily="34" charset="-120"/>
              </a:rPr>
              <a:t>Answering the right questions.</a:t>
            </a:r>
            <a:endParaRPr lang="en-US" sz="1100" dirty="0"/>
          </a:p>
        </p:txBody>
      </p:sp>
      <p:sp>
        <p:nvSpPr>
          <p:cNvPr id="19" name="Text 17"/>
          <p:cNvSpPr txBox="1"/>
          <p:nvPr/>
        </p:nvSpPr>
        <p:spPr>
          <a:xfrm>
            <a:off x="6425184" y="4315968"/>
            <a:ext cx="292608" cy="219456"/>
          </a:xfrm>
          <a:prstGeom prst="rect">
            <a:avLst/>
          </a:prstGeom>
          <a:noFill/>
          <a:ln/>
        </p:spPr>
        <p:txBody>
          <a:bodyPr wrap="square" lIns="0" tIns="0" rIns="0" bIns="0" rtlCol="0" anchor="t"/>
          <a:lstStyle/>
          <a:p>
            <a:pPr indent="0" marL="0">
              <a:buNone/>
            </a:pPr>
            <a:r>
              <a:rPr lang="en-US" sz="1100" dirty="0">
                <a:solidFill>
                  <a:srgbClr val="7A7264"/>
                </a:solidFill>
                <a:latin typeface="Bookmania" pitchFamily="34" charset="0"/>
                <a:ea typeface="Bookmania" pitchFamily="34" charset="-122"/>
                <a:cs typeface="Bookmania" pitchFamily="34" charset="-120"/>
              </a:rPr>
              <a:t>02</a:t>
            </a:r>
            <a:endParaRPr lang="en-US" sz="1100" dirty="0"/>
          </a:p>
        </p:txBody>
      </p:sp>
      <p:sp>
        <p:nvSpPr>
          <p:cNvPr id="20" name="Text 18"/>
          <p:cNvSpPr txBox="1"/>
          <p:nvPr/>
        </p:nvSpPr>
        <p:spPr>
          <a:xfrm>
            <a:off x="6809232" y="4315968"/>
            <a:ext cx="2100072" cy="512064"/>
          </a:xfrm>
          <a:prstGeom prst="rect">
            <a:avLst/>
          </a:prstGeom>
          <a:noFill/>
          <a:ln/>
        </p:spPr>
        <p:txBody>
          <a:bodyPr wrap="square" lIns="0" tIns="0" rIns="0" bIns="0" rtlCol="0" anchor="t"/>
          <a:lstStyle/>
          <a:p>
            <a:pPr indent="0" marL="0">
              <a:lnSpc>
                <a:spcPct val="132000"/>
              </a:lnSpc>
              <a:buNone/>
            </a:pPr>
            <a:r>
              <a:rPr lang="en-US" sz="1100" dirty="0">
                <a:solidFill>
                  <a:srgbClr val="1C1A17"/>
                </a:solidFill>
                <a:latin typeface="Bookmania" pitchFamily="34" charset="0"/>
                <a:ea typeface="Bookmania" pitchFamily="34" charset="-122"/>
                <a:cs typeface="Bookmania" pitchFamily="34" charset="-120"/>
              </a:rPr>
              <a:t>We manage the complexity. You focus on the vision.</a:t>
            </a:r>
            <a:endParaRPr lang="en-US" sz="1100" dirty="0"/>
          </a:p>
        </p:txBody>
      </p:sp>
      <p:sp>
        <p:nvSpPr>
          <p:cNvPr id="21" name="Text 19"/>
          <p:cNvSpPr txBox="1"/>
          <p:nvPr/>
        </p:nvSpPr>
        <p:spPr>
          <a:xfrm>
            <a:off x="9238488" y="4315968"/>
            <a:ext cx="292608" cy="219456"/>
          </a:xfrm>
          <a:prstGeom prst="rect">
            <a:avLst/>
          </a:prstGeom>
          <a:noFill/>
          <a:ln/>
        </p:spPr>
        <p:txBody>
          <a:bodyPr wrap="square" lIns="0" tIns="0" rIns="0" bIns="0" rtlCol="0" anchor="t"/>
          <a:lstStyle/>
          <a:p>
            <a:pPr indent="0" marL="0">
              <a:buNone/>
            </a:pPr>
            <a:r>
              <a:rPr lang="en-US" sz="1100" dirty="0">
                <a:solidFill>
                  <a:srgbClr val="7A7264"/>
                </a:solidFill>
                <a:latin typeface="Bookmania" pitchFamily="34" charset="0"/>
                <a:ea typeface="Bookmania" pitchFamily="34" charset="-122"/>
                <a:cs typeface="Bookmania" pitchFamily="34" charset="-120"/>
              </a:rPr>
              <a:t>03</a:t>
            </a:r>
            <a:endParaRPr lang="en-US" sz="1100" dirty="0"/>
          </a:p>
        </p:txBody>
      </p:sp>
      <p:sp>
        <p:nvSpPr>
          <p:cNvPr id="22" name="Text 20"/>
          <p:cNvSpPr txBox="1"/>
          <p:nvPr/>
        </p:nvSpPr>
        <p:spPr>
          <a:xfrm>
            <a:off x="9622536" y="4315968"/>
            <a:ext cx="2100072" cy="512064"/>
          </a:xfrm>
          <a:prstGeom prst="rect">
            <a:avLst/>
          </a:prstGeom>
          <a:noFill/>
          <a:ln/>
        </p:spPr>
        <p:txBody>
          <a:bodyPr wrap="square" lIns="0" tIns="0" rIns="0" bIns="0" rtlCol="0" anchor="t"/>
          <a:lstStyle/>
          <a:p>
            <a:pPr indent="0" marL="0">
              <a:lnSpc>
                <a:spcPct val="132000"/>
              </a:lnSpc>
              <a:buNone/>
            </a:pPr>
            <a:r>
              <a:rPr lang="en-US" sz="1100" dirty="0">
                <a:solidFill>
                  <a:srgbClr val="1C1A17"/>
                </a:solidFill>
                <a:latin typeface="Bookmania" pitchFamily="34" charset="0"/>
                <a:ea typeface="Bookmania" pitchFamily="34" charset="-122"/>
                <a:cs typeface="Bookmania" pitchFamily="34" charset="-120"/>
              </a:rPr>
              <a:t>Clarity is the foundation.</a:t>
            </a:r>
            <a:endParaRPr lang="en-US" sz="1100" dirty="0"/>
          </a:p>
        </p:txBody>
      </p:sp>
      <p:sp>
        <p:nvSpPr>
          <p:cNvPr id="23" name="Text 21"/>
          <p:cNvSpPr txBox="1"/>
          <p:nvPr/>
        </p:nvSpPr>
        <p:spPr>
          <a:xfrm>
            <a:off x="3611880" y="4882896"/>
            <a:ext cx="292608" cy="219456"/>
          </a:xfrm>
          <a:prstGeom prst="rect">
            <a:avLst/>
          </a:prstGeom>
          <a:noFill/>
          <a:ln/>
        </p:spPr>
        <p:txBody>
          <a:bodyPr wrap="square" lIns="0" tIns="0" rIns="0" bIns="0" rtlCol="0" anchor="t"/>
          <a:lstStyle/>
          <a:p>
            <a:pPr indent="0" marL="0">
              <a:buNone/>
            </a:pPr>
            <a:r>
              <a:rPr lang="en-US" sz="1100" dirty="0">
                <a:solidFill>
                  <a:srgbClr val="7A7264"/>
                </a:solidFill>
                <a:latin typeface="Bookmania" pitchFamily="34" charset="0"/>
                <a:ea typeface="Bookmania" pitchFamily="34" charset="-122"/>
                <a:cs typeface="Bookmania" pitchFamily="34" charset="-120"/>
              </a:rPr>
              <a:t>04</a:t>
            </a:r>
            <a:endParaRPr lang="en-US" sz="1100" dirty="0"/>
          </a:p>
        </p:txBody>
      </p:sp>
      <p:sp>
        <p:nvSpPr>
          <p:cNvPr id="24" name="Text 22"/>
          <p:cNvSpPr txBox="1"/>
          <p:nvPr/>
        </p:nvSpPr>
        <p:spPr>
          <a:xfrm>
            <a:off x="3995928" y="4882896"/>
            <a:ext cx="2100072" cy="512064"/>
          </a:xfrm>
          <a:prstGeom prst="rect">
            <a:avLst/>
          </a:prstGeom>
          <a:noFill/>
          <a:ln/>
        </p:spPr>
        <p:txBody>
          <a:bodyPr wrap="square" lIns="0" tIns="0" rIns="0" bIns="0" rtlCol="0" anchor="t"/>
          <a:lstStyle/>
          <a:p>
            <a:pPr indent="0" marL="0">
              <a:lnSpc>
                <a:spcPct val="132000"/>
              </a:lnSpc>
              <a:buNone/>
            </a:pPr>
            <a:r>
              <a:rPr lang="en-US" sz="1100" dirty="0">
                <a:solidFill>
                  <a:srgbClr val="1C1A17"/>
                </a:solidFill>
                <a:latin typeface="Bookmania" pitchFamily="34" charset="0"/>
                <a:ea typeface="Bookmania" pitchFamily="34" charset="-122"/>
                <a:cs typeface="Bookmania" pitchFamily="34" charset="-120"/>
              </a:rPr>
              <a:t>One door at a time.</a:t>
            </a:r>
            <a:endParaRPr lang="en-US" sz="1100" dirty="0"/>
          </a:p>
        </p:txBody>
      </p:sp>
      <p:sp>
        <p:nvSpPr>
          <p:cNvPr id="25" name="Text 23"/>
          <p:cNvSpPr txBox="1"/>
          <p:nvPr/>
        </p:nvSpPr>
        <p:spPr>
          <a:xfrm>
            <a:off x="6425184" y="4882896"/>
            <a:ext cx="292608" cy="219456"/>
          </a:xfrm>
          <a:prstGeom prst="rect">
            <a:avLst/>
          </a:prstGeom>
          <a:noFill/>
          <a:ln/>
        </p:spPr>
        <p:txBody>
          <a:bodyPr wrap="square" lIns="0" tIns="0" rIns="0" bIns="0" rtlCol="0" anchor="t"/>
          <a:lstStyle/>
          <a:p>
            <a:pPr indent="0" marL="0">
              <a:buNone/>
            </a:pPr>
            <a:r>
              <a:rPr lang="en-US" sz="1100" dirty="0">
                <a:solidFill>
                  <a:srgbClr val="7A7264"/>
                </a:solidFill>
                <a:latin typeface="Bookmania" pitchFamily="34" charset="0"/>
                <a:ea typeface="Bookmania" pitchFamily="34" charset="-122"/>
                <a:cs typeface="Bookmania" pitchFamily="34" charset="-120"/>
              </a:rPr>
              <a:t>05</a:t>
            </a:r>
            <a:endParaRPr lang="en-US" sz="1100" dirty="0"/>
          </a:p>
        </p:txBody>
      </p:sp>
      <p:sp>
        <p:nvSpPr>
          <p:cNvPr id="26" name="Text 24"/>
          <p:cNvSpPr txBox="1"/>
          <p:nvPr/>
        </p:nvSpPr>
        <p:spPr>
          <a:xfrm>
            <a:off x="6809232" y="4882896"/>
            <a:ext cx="2100072" cy="512064"/>
          </a:xfrm>
          <a:prstGeom prst="rect">
            <a:avLst/>
          </a:prstGeom>
          <a:noFill/>
          <a:ln/>
        </p:spPr>
        <p:txBody>
          <a:bodyPr wrap="square" lIns="0" tIns="0" rIns="0" bIns="0" rtlCol="0" anchor="t"/>
          <a:lstStyle/>
          <a:p>
            <a:pPr indent="0" marL="0">
              <a:lnSpc>
                <a:spcPct val="132000"/>
              </a:lnSpc>
              <a:buNone/>
            </a:pPr>
            <a:r>
              <a:rPr lang="en-US" sz="1100" dirty="0">
                <a:solidFill>
                  <a:srgbClr val="1C1A17"/>
                </a:solidFill>
                <a:latin typeface="Bookmania" pitchFamily="34" charset="0"/>
                <a:ea typeface="Bookmania" pitchFamily="34" charset="-122"/>
                <a:cs typeface="Bookmania" pitchFamily="34" charset="-120"/>
              </a:rPr>
              <a:t>Yours from the day it goes live.</a:t>
            </a:r>
            <a:endParaRPr lang="en-US" sz="1100" dirty="0"/>
          </a:p>
        </p:txBody>
      </p:sp>
      <p:sp>
        <p:nvSpPr>
          <p:cNvPr id="27" name="Text 25"/>
          <p:cNvSpPr txBox="1"/>
          <p:nvPr/>
        </p:nvSpPr>
        <p:spPr>
          <a:xfrm>
            <a:off x="9238488" y="4882896"/>
            <a:ext cx="292608" cy="219456"/>
          </a:xfrm>
          <a:prstGeom prst="rect">
            <a:avLst/>
          </a:prstGeom>
          <a:noFill/>
          <a:ln/>
        </p:spPr>
        <p:txBody>
          <a:bodyPr wrap="square" lIns="0" tIns="0" rIns="0" bIns="0" rtlCol="0" anchor="t"/>
          <a:lstStyle/>
          <a:p>
            <a:pPr indent="0" marL="0">
              <a:buNone/>
            </a:pPr>
            <a:r>
              <a:rPr lang="en-US" sz="1100" dirty="0">
                <a:solidFill>
                  <a:srgbClr val="7A7264"/>
                </a:solidFill>
                <a:latin typeface="Bookmania" pitchFamily="34" charset="0"/>
                <a:ea typeface="Bookmania" pitchFamily="34" charset="-122"/>
                <a:cs typeface="Bookmania" pitchFamily="34" charset="-120"/>
              </a:rPr>
              <a:t>06</a:t>
            </a:r>
            <a:endParaRPr lang="en-US" sz="1100" dirty="0"/>
          </a:p>
        </p:txBody>
      </p:sp>
      <p:sp>
        <p:nvSpPr>
          <p:cNvPr id="28" name="Text 26"/>
          <p:cNvSpPr txBox="1"/>
          <p:nvPr/>
        </p:nvSpPr>
        <p:spPr>
          <a:xfrm>
            <a:off x="9622536" y="4882896"/>
            <a:ext cx="2100072" cy="512064"/>
          </a:xfrm>
          <a:prstGeom prst="rect">
            <a:avLst/>
          </a:prstGeom>
          <a:noFill/>
          <a:ln/>
        </p:spPr>
        <p:txBody>
          <a:bodyPr wrap="square" lIns="0" tIns="0" rIns="0" bIns="0" rtlCol="0" anchor="t"/>
          <a:lstStyle/>
          <a:p>
            <a:pPr indent="0" marL="0">
              <a:lnSpc>
                <a:spcPct val="132000"/>
              </a:lnSpc>
              <a:buNone/>
            </a:pPr>
            <a:r>
              <a:rPr lang="en-US" sz="1100" dirty="0">
                <a:solidFill>
                  <a:srgbClr val="1C1A17"/>
                </a:solidFill>
                <a:latin typeface="Bookmania" pitchFamily="34" charset="0"/>
                <a:ea typeface="Bookmania" pitchFamily="34" charset="-122"/>
                <a:cs typeface="Bookmania" pitchFamily="34" charset="-120"/>
              </a:rPr>
              <a:t>Never lose another job you could have won.</a:t>
            </a:r>
            <a:endParaRPr lang="en-US" sz="1100" dirty="0"/>
          </a:p>
        </p:txBody>
      </p:sp>
      <p:sp>
        <p:nvSpPr>
          <p:cNvPr id="29" name="Text 27"/>
          <p:cNvSpPr txBox="1"/>
          <p:nvPr/>
        </p:nvSpPr>
        <p:spPr>
          <a:xfrm>
            <a:off x="3611880" y="5449824"/>
            <a:ext cx="292608" cy="219456"/>
          </a:xfrm>
          <a:prstGeom prst="rect">
            <a:avLst/>
          </a:prstGeom>
          <a:noFill/>
          <a:ln/>
        </p:spPr>
        <p:txBody>
          <a:bodyPr wrap="square" lIns="0" tIns="0" rIns="0" bIns="0" rtlCol="0" anchor="t"/>
          <a:lstStyle/>
          <a:p>
            <a:pPr indent="0" marL="0">
              <a:buNone/>
            </a:pPr>
            <a:r>
              <a:rPr lang="en-US" sz="1100" dirty="0">
                <a:solidFill>
                  <a:srgbClr val="7A7264"/>
                </a:solidFill>
                <a:latin typeface="Bookmania" pitchFamily="34" charset="0"/>
                <a:ea typeface="Bookmania" pitchFamily="34" charset="-122"/>
                <a:cs typeface="Bookmania" pitchFamily="34" charset="-120"/>
              </a:rPr>
              <a:t>07</a:t>
            </a:r>
            <a:endParaRPr lang="en-US" sz="1100" dirty="0"/>
          </a:p>
        </p:txBody>
      </p:sp>
      <p:sp>
        <p:nvSpPr>
          <p:cNvPr id="30" name="Text 28"/>
          <p:cNvSpPr txBox="1"/>
          <p:nvPr/>
        </p:nvSpPr>
        <p:spPr>
          <a:xfrm>
            <a:off x="3995928" y="5449824"/>
            <a:ext cx="2100072" cy="512064"/>
          </a:xfrm>
          <a:prstGeom prst="rect">
            <a:avLst/>
          </a:prstGeom>
          <a:noFill/>
          <a:ln/>
        </p:spPr>
        <p:txBody>
          <a:bodyPr wrap="square" lIns="0" tIns="0" rIns="0" bIns="0" rtlCol="0" anchor="t"/>
          <a:lstStyle/>
          <a:p>
            <a:pPr indent="0" marL="0">
              <a:lnSpc>
                <a:spcPct val="132000"/>
              </a:lnSpc>
              <a:buNone/>
            </a:pPr>
            <a:r>
              <a:rPr lang="en-US" sz="1100" dirty="0">
                <a:solidFill>
                  <a:srgbClr val="1C1A17"/>
                </a:solidFill>
                <a:latin typeface="Bookmania" pitchFamily="34" charset="0"/>
                <a:ea typeface="Bookmania" pitchFamily="34" charset="-122"/>
                <a:cs typeface="Bookmania" pitchFamily="34" charset="-120"/>
              </a:rPr>
              <a:t>Good is pleasant. Great is powerful.</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566928" y="274320"/>
            <a:ext cx="0" cy="6309360"/>
          </a:xfrm>
          <a:prstGeom prst="line">
            <a:avLst/>
          </a:prstGeom>
          <a:noFill/>
          <a:ln w="9525">
            <a:solidFill>
              <a:srgbClr val="BDB4A2"/>
            </a:solidFill>
            <a:prstDash val="solid"/>
          </a:ln>
        </p:spPr>
      </p:sp>
      <p:sp>
        <p:nvSpPr>
          <p:cNvPr id="3" name="Text 1"/>
          <p:cNvSpPr txBox="1"/>
          <p:nvPr/>
        </p:nvSpPr>
        <p:spPr>
          <a:xfrm rot="16200000">
            <a:off x="9144" y="256032"/>
            <a:ext cx="457200" cy="274320"/>
          </a:xfrm>
          <a:prstGeom prst="rect">
            <a:avLst/>
          </a:prstGeom>
          <a:noFill/>
          <a:ln/>
        </p:spPr>
        <p:txBody>
          <a:bodyPr wrap="none" lIns="0" tIns="0" rIns="0" bIns="0" rtlCol="0" anchor="ctr"/>
          <a:lstStyle/>
          <a:p>
            <a:pPr algn="ctr" indent="0" marL="0">
              <a:buNone/>
            </a:pPr>
            <a:r>
              <a:rPr lang="en-US" sz="700" spc="160" kern="0" dirty="0">
                <a:solidFill>
                  <a:srgbClr val="7A7264"/>
                </a:solidFill>
                <a:latin typeface="Manrope" pitchFamily="34" charset="0"/>
                <a:ea typeface="Manrope" pitchFamily="34" charset="-122"/>
                <a:cs typeface="Manrope" pitchFamily="34" charset="-120"/>
              </a:rPr>
              <a:t>011</a:t>
            </a:r>
            <a:endParaRPr lang="en-US" sz="700" dirty="0"/>
          </a:p>
        </p:txBody>
      </p:sp>
      <p:sp>
        <p:nvSpPr>
          <p:cNvPr id="4" name="Text 2"/>
          <p:cNvSpPr txBox="1"/>
          <p:nvPr/>
        </p:nvSpPr>
        <p:spPr>
          <a:xfrm rot="16200000">
            <a:off x="-950976" y="5257800"/>
            <a:ext cx="2377440" cy="274320"/>
          </a:xfrm>
          <a:prstGeom prst="rect">
            <a:avLst/>
          </a:prstGeom>
          <a:noFill/>
          <a:ln/>
        </p:spPr>
        <p:txBody>
          <a:bodyPr wrap="none" lIns="0" tIns="0" rIns="0" bIns="0" rtlCol="0" anchor="ctr"/>
          <a:lstStyle/>
          <a:p>
            <a:pPr algn="l" indent="0" marL="0">
              <a:buNone/>
            </a:pPr>
            <a:r>
              <a:rPr lang="en-US" sz="700" spc="160" kern="0" dirty="0">
                <a:solidFill>
                  <a:srgbClr val="7A7264"/>
                </a:solidFill>
                <a:latin typeface="Manrope" pitchFamily="34" charset="0"/>
                <a:ea typeface="Manrope" pitchFamily="34" charset="-122"/>
                <a:cs typeface="Manrope" pitchFamily="34" charset="-120"/>
              </a:rPr>
              <a:t>THE IDENTITY BOOK</a:t>
            </a:r>
            <a:endParaRPr lang="en-US" sz="700" dirty="0"/>
          </a:p>
        </p:txBody>
      </p:sp>
      <p:sp>
        <p:nvSpPr>
          <p:cNvPr id="5" name="Text 3"/>
          <p:cNvSpPr txBox="1"/>
          <p:nvPr/>
        </p:nvSpPr>
        <p:spPr>
          <a:xfrm rot="16200000">
            <a:off x="-1586484" y="3337560"/>
            <a:ext cx="5623560" cy="868680"/>
          </a:xfrm>
          <a:prstGeom prst="rect">
            <a:avLst/>
          </a:prstGeom>
          <a:noFill/>
          <a:ln/>
        </p:spPr>
        <p:txBody>
          <a:bodyPr wrap="none" lIns="0" tIns="0" rIns="0" bIns="0" rtlCol="0" anchor="ctr"/>
          <a:lstStyle/>
          <a:p>
            <a:pPr algn="l" indent="0" marL="0">
              <a:buNone/>
            </a:pPr>
            <a:r>
              <a:rPr lang="en-US" sz="5000" dirty="0">
                <a:solidFill>
                  <a:srgbClr val="0F0F10"/>
                </a:solidFill>
                <a:latin typeface="Bookmania" pitchFamily="34" charset="0"/>
                <a:ea typeface="Bookmania" pitchFamily="34" charset="-122"/>
                <a:cs typeface="Bookmania" pitchFamily="34" charset="-120"/>
              </a:rPr>
              <a:t>BRANDMARKS</a:t>
            </a:r>
            <a:endParaRPr lang="en-US" sz="5000" dirty="0"/>
          </a:p>
        </p:txBody>
      </p:sp>
      <p:sp>
        <p:nvSpPr>
          <p:cNvPr id="6" name="Shape 4"/>
          <p:cNvSpPr/>
          <p:nvPr/>
        </p:nvSpPr>
        <p:spPr>
          <a:xfrm>
            <a:off x="1700784" y="274320"/>
            <a:ext cx="0" cy="6309360"/>
          </a:xfrm>
          <a:prstGeom prst="line">
            <a:avLst/>
          </a:prstGeom>
          <a:noFill/>
          <a:ln w="9525">
            <a:solidFill>
              <a:srgbClr val="BDB4A2"/>
            </a:solidFill>
            <a:prstDash val="solid"/>
          </a:ln>
        </p:spPr>
      </p:sp>
      <p:sp>
        <p:nvSpPr>
          <p:cNvPr id="7" name="Text 5"/>
          <p:cNvSpPr txBox="1"/>
          <p:nvPr/>
        </p:nvSpPr>
        <p:spPr>
          <a:xfrm>
            <a:off x="1956816" y="292608"/>
            <a:ext cx="548640" cy="201168"/>
          </a:xfrm>
          <a:prstGeom prst="rect">
            <a:avLst/>
          </a:prstGeom>
          <a:noFill/>
          <a:ln/>
        </p:spPr>
        <p:txBody>
          <a:bodyPr wrap="square" lIns="0" tIns="0" rIns="0" bIns="0" rtlCol="0" anchor="t"/>
          <a:lstStyle/>
          <a:p>
            <a:pPr indent="0" marL="0">
              <a:buNone/>
            </a:pPr>
            <a:r>
              <a:rPr lang="en-US" sz="950" b="1" spc="180" kern="0" dirty="0">
                <a:solidFill>
                  <a:srgbClr val="0F0F10"/>
                </a:solidFill>
                <a:latin typeface="Manrope" pitchFamily="34" charset="0"/>
                <a:ea typeface="Manrope" pitchFamily="34" charset="-122"/>
                <a:cs typeface="Manrope" pitchFamily="34" charset="-120"/>
              </a:rPr>
              <a:t>2.0</a:t>
            </a:r>
            <a:endParaRPr lang="en-US" sz="950" dirty="0"/>
          </a:p>
        </p:txBody>
      </p:sp>
      <p:sp>
        <p:nvSpPr>
          <p:cNvPr id="8" name="Text 6"/>
          <p:cNvSpPr txBox="1"/>
          <p:nvPr/>
        </p:nvSpPr>
        <p:spPr>
          <a:xfrm>
            <a:off x="2615184" y="292608"/>
            <a:ext cx="2103120" cy="201168"/>
          </a:xfrm>
          <a:prstGeom prst="rect">
            <a:avLst/>
          </a:prstGeom>
          <a:noFill/>
          <a:ln/>
        </p:spPr>
        <p:txBody>
          <a:bodyPr wrap="square" lIns="0" tIns="0" rIns="0" bIns="0" rtlCol="0" anchor="t"/>
          <a:lstStyle/>
          <a:p>
            <a:pPr indent="0" marL="0">
              <a:buNone/>
            </a:pPr>
            <a:r>
              <a:rPr lang="en-US" sz="950" b="1" spc="180" kern="0" dirty="0">
                <a:solidFill>
                  <a:srgbClr val="0F0F10"/>
                </a:solidFill>
                <a:latin typeface="Manrope" pitchFamily="34" charset="0"/>
                <a:ea typeface="Manrope" pitchFamily="34" charset="-122"/>
                <a:cs typeface="Manrope" pitchFamily="34" charset="-120"/>
              </a:rPr>
              <a:t>BRANDMARKS</a:t>
            </a:r>
            <a:endParaRPr lang="en-US" sz="950" dirty="0"/>
          </a:p>
        </p:txBody>
      </p:sp>
      <p:sp>
        <p:nvSpPr>
          <p:cNvPr id="9" name="Text 7"/>
          <p:cNvSpPr txBox="1"/>
          <p:nvPr/>
        </p:nvSpPr>
        <p:spPr>
          <a:xfrm>
            <a:off x="4608576" y="292608"/>
            <a:ext cx="457200" cy="201168"/>
          </a:xfrm>
          <a:prstGeom prst="rect">
            <a:avLst/>
          </a:prstGeom>
          <a:noFill/>
          <a:ln/>
        </p:spPr>
        <p:txBody>
          <a:bodyPr wrap="square" lIns="0" tIns="0" rIns="0" bIns="0" rtlCol="0" anchor="t"/>
          <a:lstStyle/>
          <a:p>
            <a:pPr algn="r" indent="0" marL="0">
              <a:buNone/>
            </a:pPr>
            <a:r>
              <a:rPr lang="en-US" sz="950" b="1" spc="180" kern="0" dirty="0">
                <a:solidFill>
                  <a:srgbClr val="0F0F10"/>
                </a:solidFill>
                <a:latin typeface="Manrope" pitchFamily="34" charset="0"/>
                <a:ea typeface="Manrope" pitchFamily="34" charset="-122"/>
                <a:cs typeface="Manrope" pitchFamily="34" charset="-120"/>
              </a:rPr>
              <a:t>11</a:t>
            </a:r>
            <a:endParaRPr lang="en-US" sz="950" dirty="0"/>
          </a:p>
        </p:txBody>
      </p:sp>
      <p:sp>
        <p:nvSpPr>
          <p:cNvPr id="10" name="Text 8"/>
          <p:cNvSpPr txBox="1"/>
          <p:nvPr/>
        </p:nvSpPr>
        <p:spPr>
          <a:xfrm>
            <a:off x="1956816" y="694944"/>
            <a:ext cx="548640" cy="219456"/>
          </a:xfrm>
          <a:prstGeom prst="rect">
            <a:avLst/>
          </a:prstGeom>
          <a:noFill/>
          <a:ln/>
        </p:spPr>
        <p:txBody>
          <a:bodyPr wrap="square" lIns="0" tIns="0" rIns="0" bIns="0" rtlCol="0" anchor="t"/>
          <a:lstStyle/>
          <a:p>
            <a:pPr indent="0" marL="0">
              <a:buNone/>
            </a:pPr>
            <a:r>
              <a:rPr lang="en-US" sz="1050" dirty="0">
                <a:solidFill>
                  <a:srgbClr val="5E574C"/>
                </a:solidFill>
                <a:latin typeface="Bookmania" pitchFamily="34" charset="0"/>
                <a:ea typeface="Bookmania" pitchFamily="34" charset="-122"/>
                <a:cs typeface="Bookmania" pitchFamily="34" charset="-120"/>
              </a:rPr>
              <a:t>2.1</a:t>
            </a:r>
            <a:endParaRPr lang="en-US" sz="1050" dirty="0"/>
          </a:p>
        </p:txBody>
      </p:sp>
      <p:sp>
        <p:nvSpPr>
          <p:cNvPr id="11" name="Text 9"/>
          <p:cNvSpPr txBox="1"/>
          <p:nvPr/>
        </p:nvSpPr>
        <p:spPr>
          <a:xfrm>
            <a:off x="2615184" y="694944"/>
            <a:ext cx="2103120" cy="219456"/>
          </a:xfrm>
          <a:prstGeom prst="rect">
            <a:avLst/>
          </a:prstGeom>
          <a:noFill/>
          <a:ln/>
        </p:spPr>
        <p:txBody>
          <a:bodyPr wrap="square" lIns="0" tIns="0" rIns="0" bIns="0" rtlCol="0" anchor="t"/>
          <a:lstStyle/>
          <a:p>
            <a:pPr indent="0" marL="0">
              <a:buNone/>
            </a:pPr>
            <a:r>
              <a:rPr lang="en-US" sz="1050" dirty="0">
                <a:solidFill>
                  <a:srgbClr val="1C1A17"/>
                </a:solidFill>
                <a:latin typeface="Bookmania" pitchFamily="34" charset="0"/>
                <a:ea typeface="Bookmania" pitchFamily="34" charset="-122"/>
                <a:cs typeface="Bookmania" pitchFamily="34" charset="-120"/>
              </a:rPr>
              <a:t>The Mark</a:t>
            </a:r>
            <a:endParaRPr lang="en-US" sz="1050" dirty="0"/>
          </a:p>
        </p:txBody>
      </p:sp>
      <p:sp>
        <p:nvSpPr>
          <p:cNvPr id="12" name="Text 10"/>
          <p:cNvSpPr txBox="1"/>
          <p:nvPr/>
        </p:nvSpPr>
        <p:spPr>
          <a:xfrm>
            <a:off x="4608576" y="694944"/>
            <a:ext cx="457200" cy="219456"/>
          </a:xfrm>
          <a:prstGeom prst="rect">
            <a:avLst/>
          </a:prstGeom>
          <a:noFill/>
          <a:ln/>
        </p:spPr>
        <p:txBody>
          <a:bodyPr wrap="square" lIns="0" tIns="0" rIns="0" bIns="0" rtlCol="0" anchor="t"/>
          <a:lstStyle/>
          <a:p>
            <a:pPr algn="r" indent="0" marL="0">
              <a:buNone/>
            </a:pPr>
            <a:r>
              <a:rPr lang="en-US" sz="1050" dirty="0">
                <a:solidFill>
                  <a:srgbClr val="5E574C"/>
                </a:solidFill>
                <a:latin typeface="Bookmania" pitchFamily="34" charset="0"/>
                <a:ea typeface="Bookmania" pitchFamily="34" charset="-122"/>
                <a:cs typeface="Bookmania" pitchFamily="34" charset="-120"/>
              </a:rPr>
              <a:t>12</a:t>
            </a:r>
            <a:endParaRPr lang="en-US" sz="1050" dirty="0"/>
          </a:p>
        </p:txBody>
      </p:sp>
      <p:sp>
        <p:nvSpPr>
          <p:cNvPr id="13" name="Text 11"/>
          <p:cNvSpPr txBox="1"/>
          <p:nvPr/>
        </p:nvSpPr>
        <p:spPr>
          <a:xfrm>
            <a:off x="1956816" y="941832"/>
            <a:ext cx="548640" cy="219456"/>
          </a:xfrm>
          <a:prstGeom prst="rect">
            <a:avLst/>
          </a:prstGeom>
          <a:noFill/>
          <a:ln/>
        </p:spPr>
        <p:txBody>
          <a:bodyPr wrap="square" lIns="0" tIns="0" rIns="0" bIns="0" rtlCol="0" anchor="t"/>
          <a:lstStyle/>
          <a:p>
            <a:pPr indent="0" marL="0">
              <a:buNone/>
            </a:pPr>
            <a:r>
              <a:rPr lang="en-US" sz="1050" dirty="0">
                <a:solidFill>
                  <a:srgbClr val="5E574C"/>
                </a:solidFill>
                <a:latin typeface="Bookmania" pitchFamily="34" charset="0"/>
                <a:ea typeface="Bookmania" pitchFamily="34" charset="-122"/>
                <a:cs typeface="Bookmania" pitchFamily="34" charset="-120"/>
              </a:rPr>
              <a:t>2.2</a:t>
            </a:r>
            <a:endParaRPr lang="en-US" sz="1050" dirty="0"/>
          </a:p>
        </p:txBody>
      </p:sp>
      <p:sp>
        <p:nvSpPr>
          <p:cNvPr id="14" name="Text 12"/>
          <p:cNvSpPr txBox="1"/>
          <p:nvPr/>
        </p:nvSpPr>
        <p:spPr>
          <a:xfrm>
            <a:off x="2615184" y="941832"/>
            <a:ext cx="2103120" cy="219456"/>
          </a:xfrm>
          <a:prstGeom prst="rect">
            <a:avLst/>
          </a:prstGeom>
          <a:noFill/>
          <a:ln/>
        </p:spPr>
        <p:txBody>
          <a:bodyPr wrap="square" lIns="0" tIns="0" rIns="0" bIns="0" rtlCol="0" anchor="t"/>
          <a:lstStyle/>
          <a:p>
            <a:pPr indent="0" marL="0">
              <a:buNone/>
            </a:pPr>
            <a:r>
              <a:rPr lang="en-US" sz="1050" dirty="0">
                <a:solidFill>
                  <a:srgbClr val="1C1A17"/>
                </a:solidFill>
                <a:latin typeface="Bookmania" pitchFamily="34" charset="0"/>
                <a:ea typeface="Bookmania" pitchFamily="34" charset="-122"/>
                <a:cs typeface="Bookmania" pitchFamily="34" charset="-120"/>
              </a:rPr>
              <a:t>The Geometry</a:t>
            </a:r>
            <a:endParaRPr lang="en-US" sz="1050" dirty="0"/>
          </a:p>
        </p:txBody>
      </p:sp>
      <p:sp>
        <p:nvSpPr>
          <p:cNvPr id="15" name="Text 13"/>
          <p:cNvSpPr txBox="1"/>
          <p:nvPr/>
        </p:nvSpPr>
        <p:spPr>
          <a:xfrm>
            <a:off x="4608576" y="941832"/>
            <a:ext cx="457200" cy="219456"/>
          </a:xfrm>
          <a:prstGeom prst="rect">
            <a:avLst/>
          </a:prstGeom>
          <a:noFill/>
          <a:ln/>
        </p:spPr>
        <p:txBody>
          <a:bodyPr wrap="square" lIns="0" tIns="0" rIns="0" bIns="0" rtlCol="0" anchor="t"/>
          <a:lstStyle/>
          <a:p>
            <a:pPr algn="r" indent="0" marL="0">
              <a:buNone/>
            </a:pPr>
            <a:r>
              <a:rPr lang="en-US" sz="1050" dirty="0">
                <a:solidFill>
                  <a:srgbClr val="5E574C"/>
                </a:solidFill>
                <a:latin typeface="Bookmania" pitchFamily="34" charset="0"/>
                <a:ea typeface="Bookmania" pitchFamily="34" charset="-122"/>
                <a:cs typeface="Bookmania" pitchFamily="34" charset="-120"/>
              </a:rPr>
              <a:t>13</a:t>
            </a:r>
            <a:endParaRPr lang="en-US" sz="1050" dirty="0"/>
          </a:p>
        </p:txBody>
      </p:sp>
      <p:sp>
        <p:nvSpPr>
          <p:cNvPr id="16" name="Text 14"/>
          <p:cNvSpPr txBox="1"/>
          <p:nvPr/>
        </p:nvSpPr>
        <p:spPr>
          <a:xfrm>
            <a:off x="1956816" y="1188720"/>
            <a:ext cx="548640" cy="219456"/>
          </a:xfrm>
          <a:prstGeom prst="rect">
            <a:avLst/>
          </a:prstGeom>
          <a:noFill/>
          <a:ln/>
        </p:spPr>
        <p:txBody>
          <a:bodyPr wrap="square" lIns="0" tIns="0" rIns="0" bIns="0" rtlCol="0" anchor="t"/>
          <a:lstStyle/>
          <a:p>
            <a:pPr indent="0" marL="0">
              <a:buNone/>
            </a:pPr>
            <a:r>
              <a:rPr lang="en-US" sz="1050" dirty="0">
                <a:solidFill>
                  <a:srgbClr val="5E574C"/>
                </a:solidFill>
                <a:latin typeface="Bookmania" pitchFamily="34" charset="0"/>
                <a:ea typeface="Bookmania" pitchFamily="34" charset="-122"/>
                <a:cs typeface="Bookmania" pitchFamily="34" charset="-120"/>
              </a:rPr>
              <a:t>2.3</a:t>
            </a:r>
            <a:endParaRPr lang="en-US" sz="1050" dirty="0"/>
          </a:p>
        </p:txBody>
      </p:sp>
      <p:sp>
        <p:nvSpPr>
          <p:cNvPr id="17" name="Text 15"/>
          <p:cNvSpPr txBox="1"/>
          <p:nvPr/>
        </p:nvSpPr>
        <p:spPr>
          <a:xfrm>
            <a:off x="2615184" y="1188720"/>
            <a:ext cx="2103120" cy="219456"/>
          </a:xfrm>
          <a:prstGeom prst="rect">
            <a:avLst/>
          </a:prstGeom>
          <a:noFill/>
          <a:ln/>
        </p:spPr>
        <p:txBody>
          <a:bodyPr wrap="square" lIns="0" tIns="0" rIns="0" bIns="0" rtlCol="0" anchor="t"/>
          <a:lstStyle/>
          <a:p>
            <a:pPr indent="0" marL="0">
              <a:buNone/>
            </a:pPr>
            <a:r>
              <a:rPr lang="en-US" sz="1050" dirty="0">
                <a:solidFill>
                  <a:srgbClr val="1C1A17"/>
                </a:solidFill>
                <a:latin typeface="Bookmania" pitchFamily="34" charset="0"/>
                <a:ea typeface="Bookmania" pitchFamily="34" charset="-122"/>
                <a:cs typeface="Bookmania" pitchFamily="34" charset="-120"/>
              </a:rPr>
              <a:t>The Mark Ladder</a:t>
            </a:r>
            <a:endParaRPr lang="en-US" sz="1050" dirty="0"/>
          </a:p>
        </p:txBody>
      </p:sp>
      <p:sp>
        <p:nvSpPr>
          <p:cNvPr id="18" name="Text 16"/>
          <p:cNvSpPr txBox="1"/>
          <p:nvPr/>
        </p:nvSpPr>
        <p:spPr>
          <a:xfrm>
            <a:off x="4608576" y="1188720"/>
            <a:ext cx="457200" cy="219456"/>
          </a:xfrm>
          <a:prstGeom prst="rect">
            <a:avLst/>
          </a:prstGeom>
          <a:noFill/>
          <a:ln/>
        </p:spPr>
        <p:txBody>
          <a:bodyPr wrap="square" lIns="0" tIns="0" rIns="0" bIns="0" rtlCol="0" anchor="t"/>
          <a:lstStyle/>
          <a:p>
            <a:pPr algn="r" indent="0" marL="0">
              <a:buNone/>
            </a:pPr>
            <a:r>
              <a:rPr lang="en-US" sz="1050" dirty="0">
                <a:solidFill>
                  <a:srgbClr val="5E574C"/>
                </a:solidFill>
                <a:latin typeface="Bookmania" pitchFamily="34" charset="0"/>
                <a:ea typeface="Bookmania" pitchFamily="34" charset="-122"/>
                <a:cs typeface="Bookmania" pitchFamily="34" charset="-120"/>
              </a:rPr>
              <a:t>14</a:t>
            </a:r>
            <a:endParaRPr lang="en-US" sz="1050" dirty="0"/>
          </a:p>
        </p:txBody>
      </p:sp>
      <p:sp>
        <p:nvSpPr>
          <p:cNvPr id="19" name="Text 17"/>
          <p:cNvSpPr txBox="1"/>
          <p:nvPr/>
        </p:nvSpPr>
        <p:spPr>
          <a:xfrm>
            <a:off x="1956816" y="1435608"/>
            <a:ext cx="548640" cy="219456"/>
          </a:xfrm>
          <a:prstGeom prst="rect">
            <a:avLst/>
          </a:prstGeom>
          <a:noFill/>
          <a:ln/>
        </p:spPr>
        <p:txBody>
          <a:bodyPr wrap="square" lIns="0" tIns="0" rIns="0" bIns="0" rtlCol="0" anchor="t"/>
          <a:lstStyle/>
          <a:p>
            <a:pPr indent="0" marL="0">
              <a:buNone/>
            </a:pPr>
            <a:r>
              <a:rPr lang="en-US" sz="1050" dirty="0">
                <a:solidFill>
                  <a:srgbClr val="5E574C"/>
                </a:solidFill>
                <a:latin typeface="Bookmania" pitchFamily="34" charset="0"/>
                <a:ea typeface="Bookmania" pitchFamily="34" charset="-122"/>
                <a:cs typeface="Bookmania" pitchFamily="34" charset="-120"/>
              </a:rPr>
              <a:t>2.4</a:t>
            </a:r>
            <a:endParaRPr lang="en-US" sz="1050" dirty="0"/>
          </a:p>
        </p:txBody>
      </p:sp>
      <p:sp>
        <p:nvSpPr>
          <p:cNvPr id="20" name="Text 18"/>
          <p:cNvSpPr txBox="1"/>
          <p:nvPr/>
        </p:nvSpPr>
        <p:spPr>
          <a:xfrm>
            <a:off x="2615184" y="1435608"/>
            <a:ext cx="2103120" cy="219456"/>
          </a:xfrm>
          <a:prstGeom prst="rect">
            <a:avLst/>
          </a:prstGeom>
          <a:noFill/>
          <a:ln/>
        </p:spPr>
        <p:txBody>
          <a:bodyPr wrap="square" lIns="0" tIns="0" rIns="0" bIns="0" rtlCol="0" anchor="t"/>
          <a:lstStyle/>
          <a:p>
            <a:pPr indent="0" marL="0">
              <a:buNone/>
            </a:pPr>
            <a:r>
              <a:rPr lang="en-US" sz="1050" dirty="0">
                <a:solidFill>
                  <a:srgbClr val="1C1A17"/>
                </a:solidFill>
                <a:latin typeface="Bookmania" pitchFamily="34" charset="0"/>
                <a:ea typeface="Bookmania" pitchFamily="34" charset="-122"/>
                <a:cs typeface="Bookmania" pitchFamily="34" charset="-120"/>
              </a:rPr>
              <a:t>Colourways</a:t>
            </a:r>
            <a:endParaRPr lang="en-US" sz="1050" dirty="0"/>
          </a:p>
        </p:txBody>
      </p:sp>
      <p:sp>
        <p:nvSpPr>
          <p:cNvPr id="21" name="Text 19"/>
          <p:cNvSpPr txBox="1"/>
          <p:nvPr/>
        </p:nvSpPr>
        <p:spPr>
          <a:xfrm>
            <a:off x="4608576" y="1435608"/>
            <a:ext cx="457200" cy="219456"/>
          </a:xfrm>
          <a:prstGeom prst="rect">
            <a:avLst/>
          </a:prstGeom>
          <a:noFill/>
          <a:ln/>
        </p:spPr>
        <p:txBody>
          <a:bodyPr wrap="square" lIns="0" tIns="0" rIns="0" bIns="0" rtlCol="0" anchor="t"/>
          <a:lstStyle/>
          <a:p>
            <a:pPr algn="r" indent="0" marL="0">
              <a:buNone/>
            </a:pPr>
            <a:r>
              <a:rPr lang="en-US" sz="1050" dirty="0">
                <a:solidFill>
                  <a:srgbClr val="5E574C"/>
                </a:solidFill>
                <a:latin typeface="Bookmania" pitchFamily="34" charset="0"/>
                <a:ea typeface="Bookmania" pitchFamily="34" charset="-122"/>
                <a:cs typeface="Bookmania" pitchFamily="34" charset="-120"/>
              </a:rPr>
              <a:t>15</a:t>
            </a:r>
            <a:endParaRPr lang="en-US" sz="1050" dirty="0"/>
          </a:p>
        </p:txBody>
      </p:sp>
      <p:sp>
        <p:nvSpPr>
          <p:cNvPr id="22" name="Text 20"/>
          <p:cNvSpPr txBox="1"/>
          <p:nvPr/>
        </p:nvSpPr>
        <p:spPr>
          <a:xfrm>
            <a:off x="1956816" y="1682496"/>
            <a:ext cx="548640" cy="219456"/>
          </a:xfrm>
          <a:prstGeom prst="rect">
            <a:avLst/>
          </a:prstGeom>
          <a:noFill/>
          <a:ln/>
        </p:spPr>
        <p:txBody>
          <a:bodyPr wrap="square" lIns="0" tIns="0" rIns="0" bIns="0" rtlCol="0" anchor="t"/>
          <a:lstStyle/>
          <a:p>
            <a:pPr indent="0" marL="0">
              <a:buNone/>
            </a:pPr>
            <a:r>
              <a:rPr lang="en-US" sz="1050" dirty="0">
                <a:solidFill>
                  <a:srgbClr val="5E574C"/>
                </a:solidFill>
                <a:latin typeface="Bookmania" pitchFamily="34" charset="0"/>
                <a:ea typeface="Bookmania" pitchFamily="34" charset="-122"/>
                <a:cs typeface="Bookmania" pitchFamily="34" charset="-120"/>
              </a:rPr>
              <a:t>2.5</a:t>
            </a:r>
            <a:endParaRPr lang="en-US" sz="1050" dirty="0"/>
          </a:p>
        </p:txBody>
      </p:sp>
      <p:sp>
        <p:nvSpPr>
          <p:cNvPr id="23" name="Text 21"/>
          <p:cNvSpPr txBox="1"/>
          <p:nvPr/>
        </p:nvSpPr>
        <p:spPr>
          <a:xfrm>
            <a:off x="2615184" y="1682496"/>
            <a:ext cx="2103120" cy="219456"/>
          </a:xfrm>
          <a:prstGeom prst="rect">
            <a:avLst/>
          </a:prstGeom>
          <a:noFill/>
          <a:ln/>
        </p:spPr>
        <p:txBody>
          <a:bodyPr wrap="square" lIns="0" tIns="0" rIns="0" bIns="0" rtlCol="0" anchor="t"/>
          <a:lstStyle/>
          <a:p>
            <a:pPr indent="0" marL="0">
              <a:buNone/>
            </a:pPr>
            <a:r>
              <a:rPr lang="en-US" sz="1050" dirty="0">
                <a:solidFill>
                  <a:srgbClr val="1C1A17"/>
                </a:solidFill>
                <a:latin typeface="Bookmania" pitchFamily="34" charset="0"/>
                <a:ea typeface="Bookmania" pitchFamily="34" charset="-122"/>
                <a:cs typeface="Bookmania" pitchFamily="34" charset="-120"/>
              </a:rPr>
              <a:t>Clear Space</a:t>
            </a:r>
            <a:endParaRPr lang="en-US" sz="1050" dirty="0"/>
          </a:p>
        </p:txBody>
      </p:sp>
      <p:sp>
        <p:nvSpPr>
          <p:cNvPr id="24" name="Text 22"/>
          <p:cNvSpPr txBox="1"/>
          <p:nvPr/>
        </p:nvSpPr>
        <p:spPr>
          <a:xfrm>
            <a:off x="4608576" y="1682496"/>
            <a:ext cx="457200" cy="219456"/>
          </a:xfrm>
          <a:prstGeom prst="rect">
            <a:avLst/>
          </a:prstGeom>
          <a:noFill/>
          <a:ln/>
        </p:spPr>
        <p:txBody>
          <a:bodyPr wrap="square" lIns="0" tIns="0" rIns="0" bIns="0" rtlCol="0" anchor="t"/>
          <a:lstStyle/>
          <a:p>
            <a:pPr algn="r" indent="0" marL="0">
              <a:buNone/>
            </a:pPr>
            <a:r>
              <a:rPr lang="en-US" sz="1050" dirty="0">
                <a:solidFill>
                  <a:srgbClr val="5E574C"/>
                </a:solidFill>
                <a:latin typeface="Bookmania" pitchFamily="34" charset="0"/>
                <a:ea typeface="Bookmania" pitchFamily="34" charset="-122"/>
                <a:cs typeface="Bookmania" pitchFamily="34" charset="-120"/>
              </a:rPr>
              <a:t>16</a:t>
            </a:r>
            <a:endParaRPr lang="en-US" sz="1050" dirty="0"/>
          </a:p>
        </p:txBody>
      </p:sp>
      <p:sp>
        <p:nvSpPr>
          <p:cNvPr id="25" name="Text 23"/>
          <p:cNvSpPr txBox="1"/>
          <p:nvPr/>
        </p:nvSpPr>
        <p:spPr>
          <a:xfrm>
            <a:off x="1956816" y="1929384"/>
            <a:ext cx="548640" cy="219456"/>
          </a:xfrm>
          <a:prstGeom prst="rect">
            <a:avLst/>
          </a:prstGeom>
          <a:noFill/>
          <a:ln/>
        </p:spPr>
        <p:txBody>
          <a:bodyPr wrap="square" lIns="0" tIns="0" rIns="0" bIns="0" rtlCol="0" anchor="t"/>
          <a:lstStyle/>
          <a:p>
            <a:pPr indent="0" marL="0">
              <a:buNone/>
            </a:pPr>
            <a:r>
              <a:rPr lang="en-US" sz="1050" dirty="0">
                <a:solidFill>
                  <a:srgbClr val="5E574C"/>
                </a:solidFill>
                <a:latin typeface="Bookmania" pitchFamily="34" charset="0"/>
                <a:ea typeface="Bookmania" pitchFamily="34" charset="-122"/>
                <a:cs typeface="Bookmania" pitchFamily="34" charset="-120"/>
              </a:rPr>
              <a:t>2.6</a:t>
            </a:r>
            <a:endParaRPr lang="en-US" sz="1050" dirty="0"/>
          </a:p>
        </p:txBody>
      </p:sp>
      <p:sp>
        <p:nvSpPr>
          <p:cNvPr id="26" name="Text 24"/>
          <p:cNvSpPr txBox="1"/>
          <p:nvPr/>
        </p:nvSpPr>
        <p:spPr>
          <a:xfrm>
            <a:off x="2615184" y="1929384"/>
            <a:ext cx="2103120" cy="219456"/>
          </a:xfrm>
          <a:prstGeom prst="rect">
            <a:avLst/>
          </a:prstGeom>
          <a:noFill/>
          <a:ln/>
        </p:spPr>
        <p:txBody>
          <a:bodyPr wrap="square" lIns="0" tIns="0" rIns="0" bIns="0" rtlCol="0" anchor="t"/>
          <a:lstStyle/>
          <a:p>
            <a:pPr indent="0" marL="0">
              <a:buNone/>
            </a:pPr>
            <a:r>
              <a:rPr lang="en-US" sz="1050" dirty="0">
                <a:solidFill>
                  <a:srgbClr val="1C1A17"/>
                </a:solidFill>
                <a:latin typeface="Bookmania" pitchFamily="34" charset="0"/>
                <a:ea typeface="Bookmania" pitchFamily="34" charset="-122"/>
                <a:cs typeface="Bookmania" pitchFamily="34" charset="-120"/>
              </a:rPr>
              <a:t>Mark Misuse</a:t>
            </a:r>
            <a:endParaRPr lang="en-US" sz="1050" dirty="0"/>
          </a:p>
        </p:txBody>
      </p:sp>
      <p:sp>
        <p:nvSpPr>
          <p:cNvPr id="27" name="Text 25"/>
          <p:cNvSpPr txBox="1"/>
          <p:nvPr/>
        </p:nvSpPr>
        <p:spPr>
          <a:xfrm>
            <a:off x="4608576" y="1929384"/>
            <a:ext cx="457200" cy="219456"/>
          </a:xfrm>
          <a:prstGeom prst="rect">
            <a:avLst/>
          </a:prstGeom>
          <a:noFill/>
          <a:ln/>
        </p:spPr>
        <p:txBody>
          <a:bodyPr wrap="square" lIns="0" tIns="0" rIns="0" bIns="0" rtlCol="0" anchor="t"/>
          <a:lstStyle/>
          <a:p>
            <a:pPr algn="r" indent="0" marL="0">
              <a:buNone/>
            </a:pPr>
            <a:r>
              <a:rPr lang="en-US" sz="1050" dirty="0">
                <a:solidFill>
                  <a:srgbClr val="5E574C"/>
                </a:solidFill>
                <a:latin typeface="Bookmania" pitchFamily="34" charset="0"/>
                <a:ea typeface="Bookmania" pitchFamily="34" charset="-122"/>
                <a:cs typeface="Bookmania" pitchFamily="34" charset="-120"/>
              </a:rPr>
              <a:t>17</a:t>
            </a:r>
            <a:endParaRPr lang="en-US" sz="1050" dirty="0"/>
          </a:p>
        </p:txBody>
      </p:sp>
      <p:sp>
        <p:nvSpPr>
          <p:cNvPr id="28" name="Shape 26"/>
          <p:cNvSpPr/>
          <p:nvPr/>
        </p:nvSpPr>
        <p:spPr>
          <a:xfrm>
            <a:off x="5440680" y="274320"/>
            <a:ext cx="0" cy="6309360"/>
          </a:xfrm>
          <a:prstGeom prst="line">
            <a:avLst/>
          </a:prstGeom>
          <a:noFill/>
          <a:ln w="9525">
            <a:solidFill>
              <a:srgbClr val="BDB4A2"/>
            </a:solidFill>
            <a:prstDash val="solid"/>
          </a:ln>
        </p:spPr>
      </p:sp>
      <p:sp>
        <p:nvSpPr>
          <p:cNvPr id="29" name="Text 27"/>
          <p:cNvSpPr txBox="1"/>
          <p:nvPr/>
        </p:nvSpPr>
        <p:spPr>
          <a:xfrm>
            <a:off x="5943600" y="1417320"/>
            <a:ext cx="5669280" cy="4023360"/>
          </a:xfrm>
          <a:prstGeom prst="rect">
            <a:avLst/>
          </a:prstGeom>
          <a:noFill/>
          <a:ln/>
        </p:spPr>
        <p:txBody>
          <a:bodyPr wrap="square" lIns="0" tIns="0" rIns="0" bIns="0" rtlCol="0" anchor="ctr"/>
          <a:lstStyle/>
          <a:p>
            <a:pPr algn="ctr" indent="0" marL="0">
              <a:buNone/>
            </a:pPr>
            <a:r>
              <a:rPr lang="en-US" sz="19000" dirty="0">
                <a:solidFill>
                  <a:srgbClr val="0F0F10"/>
                </a:solidFill>
                <a:latin typeface="Bookmania" pitchFamily="34" charset="0"/>
                <a:ea typeface="Bookmania" pitchFamily="34" charset="-122"/>
                <a:cs typeface="Bookmania" pitchFamily="34" charset="-120"/>
              </a:rPr>
              <a:t>II</a:t>
            </a:r>
            <a:endParaRPr lang="en-US" sz="19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566928" y="274320"/>
            <a:ext cx="0" cy="6309360"/>
          </a:xfrm>
          <a:prstGeom prst="line">
            <a:avLst/>
          </a:prstGeom>
          <a:noFill/>
          <a:ln w="9525">
            <a:solidFill>
              <a:srgbClr val="BDB4A2"/>
            </a:solidFill>
            <a:prstDash val="solid"/>
          </a:ln>
        </p:spPr>
      </p:sp>
      <p:sp>
        <p:nvSpPr>
          <p:cNvPr id="3" name="Text 1"/>
          <p:cNvSpPr txBox="1"/>
          <p:nvPr/>
        </p:nvSpPr>
        <p:spPr>
          <a:xfrm rot="16200000">
            <a:off x="9144" y="256032"/>
            <a:ext cx="457200" cy="274320"/>
          </a:xfrm>
          <a:prstGeom prst="rect">
            <a:avLst/>
          </a:prstGeom>
          <a:noFill/>
          <a:ln/>
        </p:spPr>
        <p:txBody>
          <a:bodyPr wrap="none" lIns="0" tIns="0" rIns="0" bIns="0" rtlCol="0" anchor="ctr"/>
          <a:lstStyle/>
          <a:p>
            <a:pPr algn="ctr" indent="0" marL="0">
              <a:buNone/>
            </a:pPr>
            <a:r>
              <a:rPr lang="en-US" sz="700" spc="160" kern="0" dirty="0">
                <a:solidFill>
                  <a:srgbClr val="7A7264"/>
                </a:solidFill>
                <a:latin typeface="Manrope" pitchFamily="34" charset="0"/>
                <a:ea typeface="Manrope" pitchFamily="34" charset="-122"/>
                <a:cs typeface="Manrope" pitchFamily="34" charset="-120"/>
              </a:rPr>
              <a:t>012</a:t>
            </a:r>
            <a:endParaRPr lang="en-US" sz="700" dirty="0"/>
          </a:p>
        </p:txBody>
      </p:sp>
      <p:sp>
        <p:nvSpPr>
          <p:cNvPr id="4" name="Text 2"/>
          <p:cNvSpPr txBox="1"/>
          <p:nvPr/>
        </p:nvSpPr>
        <p:spPr>
          <a:xfrm rot="16200000">
            <a:off x="-950976" y="5257800"/>
            <a:ext cx="2377440" cy="274320"/>
          </a:xfrm>
          <a:prstGeom prst="rect">
            <a:avLst/>
          </a:prstGeom>
          <a:noFill/>
          <a:ln/>
        </p:spPr>
        <p:txBody>
          <a:bodyPr wrap="none" lIns="0" tIns="0" rIns="0" bIns="0" rtlCol="0" anchor="ctr"/>
          <a:lstStyle/>
          <a:p>
            <a:pPr algn="l" indent="0" marL="0">
              <a:buNone/>
            </a:pPr>
            <a:r>
              <a:rPr lang="en-US" sz="700" spc="160" kern="0" dirty="0">
                <a:solidFill>
                  <a:srgbClr val="7A7264"/>
                </a:solidFill>
                <a:latin typeface="Manrope" pitchFamily="34" charset="0"/>
                <a:ea typeface="Manrope" pitchFamily="34" charset="-122"/>
                <a:cs typeface="Manrope" pitchFamily="34" charset="-120"/>
              </a:rPr>
              <a:t>THE IDENTITY BOOK</a:t>
            </a:r>
            <a:endParaRPr lang="en-US" sz="700" dirty="0"/>
          </a:p>
        </p:txBody>
      </p:sp>
      <p:sp>
        <p:nvSpPr>
          <p:cNvPr id="5" name="Shape 3"/>
          <p:cNvSpPr/>
          <p:nvPr/>
        </p:nvSpPr>
        <p:spPr>
          <a:xfrm>
            <a:off x="3474720" y="274320"/>
            <a:ext cx="0" cy="6309360"/>
          </a:xfrm>
          <a:prstGeom prst="line">
            <a:avLst/>
          </a:prstGeom>
          <a:noFill/>
          <a:ln w="9525">
            <a:solidFill>
              <a:srgbClr val="BDB4A2"/>
            </a:solidFill>
            <a:prstDash val="solid"/>
          </a:ln>
        </p:spPr>
      </p:sp>
      <p:sp>
        <p:nvSpPr>
          <p:cNvPr id="6" name="Text 4"/>
          <p:cNvSpPr txBox="1"/>
          <p:nvPr/>
        </p:nvSpPr>
        <p:spPr>
          <a:xfrm>
            <a:off x="749808" y="292608"/>
            <a:ext cx="2619756" cy="201168"/>
          </a:xfrm>
          <a:prstGeom prst="rect">
            <a:avLst/>
          </a:prstGeom>
          <a:noFill/>
          <a:ln/>
        </p:spPr>
        <p:txBody>
          <a:bodyPr wrap="square" lIns="0" tIns="0" rIns="0" bIns="0" rtlCol="0" anchor="t"/>
          <a:lstStyle/>
          <a:p>
            <a:pPr indent="0" marL="0">
              <a:buNone/>
            </a:pPr>
            <a:r>
              <a:rPr lang="en-US" sz="900" b="1" spc="180" kern="0" dirty="0">
                <a:solidFill>
                  <a:srgbClr val="0F0F10"/>
                </a:solidFill>
                <a:latin typeface="Manrope" pitchFamily="34" charset="0"/>
                <a:ea typeface="Manrope" pitchFamily="34" charset="-122"/>
                <a:cs typeface="Manrope" pitchFamily="34" charset="-120"/>
              </a:rPr>
              <a:t>2.1  THE MARK</a:t>
            </a:r>
            <a:endParaRPr lang="en-US" sz="900" dirty="0"/>
          </a:p>
        </p:txBody>
      </p:sp>
      <p:sp>
        <p:nvSpPr>
          <p:cNvPr id="7" name="Text 5"/>
          <p:cNvSpPr txBox="1"/>
          <p:nvPr/>
        </p:nvSpPr>
        <p:spPr>
          <a:xfrm>
            <a:off x="749808" y="694944"/>
            <a:ext cx="2619756" cy="3840480"/>
          </a:xfrm>
          <a:prstGeom prst="rect">
            <a:avLst/>
          </a:prstGeom>
          <a:noFill/>
          <a:ln/>
        </p:spPr>
        <p:txBody>
          <a:bodyPr wrap="square" lIns="0" tIns="0" rIns="0" bIns="0" rtlCol="0" anchor="t"/>
          <a:lstStyle/>
          <a:p>
            <a:pPr indent="0" marL="0">
              <a:lnSpc>
                <a:spcPct val="142000"/>
              </a:lnSpc>
              <a:buNone/>
            </a:pPr>
            <a:r>
              <a:rPr lang="en-US" sz="1150" dirty="0">
                <a:solidFill>
                  <a:srgbClr val="1C1A17"/>
                </a:solidFill>
                <a:latin typeface="Bookmania" pitchFamily="34" charset="0"/>
                <a:ea typeface="Bookmania" pitchFamily="34" charset="-122"/>
                <a:cs typeface="Bookmania" pitchFamily="34" charset="-120"/>
              </a:rPr>
              <a:t>The Quintessence. Five petals at seventy-two degrees around a rounded pentagon core, every petal a golden rhombus bowed into a leaf.</a:t>
            </a:r>
            <a:endParaRPr lang="en-US" sz="1150" dirty="0"/>
          </a:p>
          <a:p>
            <a:pPr indent="0" marL="0">
              <a:lnSpc>
                <a:spcPct val="142000"/>
              </a:lnSpc>
              <a:buNone/>
            </a:pPr>
            <a:endParaRPr lang="en-US" sz="1150" dirty="0"/>
          </a:p>
          <a:p>
            <a:pPr indent="0" marL="0">
              <a:lnSpc>
                <a:spcPct val="142000"/>
              </a:lnSpc>
              <a:buNone/>
            </a:pPr>
            <a:r>
              <a:rPr lang="en-US" sz="1150" dirty="0">
                <a:solidFill>
                  <a:srgbClr val="1C1A17"/>
                </a:solidFill>
                <a:latin typeface="Bookmania" pitchFamily="34" charset="0"/>
                <a:ea typeface="Bookmania" pitchFamily="34" charset="-122"/>
                <a:cs typeface="Bookmania" pitchFamily="34" charset="-120"/>
              </a:rPr>
              <a:t>Five-fold symmetry is the one order that cannot tile a plane periodically. The figure exists only by design, which is the studio in one object.</a:t>
            </a:r>
            <a:endParaRPr lang="en-US" sz="1150" dirty="0"/>
          </a:p>
        </p:txBody>
      </p:sp>
      <p:sp>
        <p:nvSpPr>
          <p:cNvPr id="8" name="Text 6"/>
          <p:cNvSpPr txBox="1"/>
          <p:nvPr/>
        </p:nvSpPr>
        <p:spPr>
          <a:xfrm>
            <a:off x="749808" y="5166360"/>
            <a:ext cx="2619756" cy="1417320"/>
          </a:xfrm>
          <a:prstGeom prst="rect">
            <a:avLst/>
          </a:prstGeom>
          <a:noFill/>
          <a:ln/>
        </p:spPr>
        <p:txBody>
          <a:bodyPr wrap="square" lIns="0" tIns="0" rIns="0" bIns="0" rtlCol="0" anchor="t"/>
          <a:lstStyle/>
          <a:p>
            <a:pPr indent="0" marL="0">
              <a:lnSpc>
                <a:spcPct val="140000"/>
              </a:lnSpc>
              <a:buNone/>
            </a:pPr>
            <a:r>
              <a:rPr lang="en-US" sz="950" dirty="0">
                <a:solidFill>
                  <a:srgbClr val="5E574C"/>
                </a:solidFill>
                <a:latin typeface="Manrope" pitchFamily="34" charset="0"/>
                <a:ea typeface="Manrope" pitchFamily="34" charset="-122"/>
                <a:cs typeface="Manrope" pitchFamily="34" charset="-120"/>
              </a:rPr>
              <a:t>The mark carries the studio wherever the wordmark is absent or too long to work — card fronts, envelope flaps, avatars, seals and the favicon.</a:t>
            </a:r>
            <a:endParaRPr lang="en-US" sz="950" dirty="0"/>
          </a:p>
        </p:txBody>
      </p:sp>
      <p:sp>
        <p:nvSpPr>
          <p:cNvPr id="9" name="Shape 7"/>
          <p:cNvSpPr/>
          <p:nvPr/>
        </p:nvSpPr>
        <p:spPr>
          <a:xfrm>
            <a:off x="3611880" y="274320"/>
            <a:ext cx="3538728" cy="3899002"/>
          </a:xfrm>
          <a:prstGeom prst="roundRect">
            <a:avLst>
              <a:gd name="adj" fmla="val 2326"/>
            </a:avLst>
          </a:prstGeom>
          <a:solidFill>
            <a:srgbClr val="0F0F10"/>
          </a:solidFill>
          <a:ln/>
        </p:spPr>
      </p:sp>
      <p:pic>
        <p:nvPicPr>
          <p:cNvPr id="10" name="Image 0" descr="/private/tmp/claude-501/-Users-martyspicer-Alfred-Pennyworth/0034c3d3-651d-4bed-a452-888191aa8c47/scratchpad/mark-primary-bone.png">    </p:cNvPr>
          <p:cNvPicPr>
            <a:picLocks noChangeAspect="1"/>
          </p:cNvPicPr>
          <p:nvPr/>
        </p:nvPicPr>
        <p:blipFill>
          <a:blip r:embed="rId1"/>
          <a:stretch>
            <a:fillRect/>
          </a:stretch>
        </p:blipFill>
        <p:spPr>
          <a:xfrm>
            <a:off x="4192524" y="1035101"/>
            <a:ext cx="2377440" cy="2377440"/>
          </a:xfrm>
          <a:prstGeom prst="rect">
            <a:avLst/>
          </a:prstGeom>
        </p:spPr>
      </p:pic>
      <p:sp>
        <p:nvSpPr>
          <p:cNvPr id="11" name="Text 8"/>
          <p:cNvSpPr txBox="1"/>
          <p:nvPr/>
        </p:nvSpPr>
        <p:spPr>
          <a:xfrm>
            <a:off x="3611880" y="4315968"/>
            <a:ext cx="3538728" cy="201168"/>
          </a:xfrm>
          <a:prstGeom prst="rect">
            <a:avLst/>
          </a:prstGeom>
          <a:noFill/>
          <a:ln/>
        </p:spPr>
        <p:txBody>
          <a:bodyPr wrap="square" lIns="0" tIns="0" rIns="0" bIns="0" rtlCol="0" anchor="t"/>
          <a:lstStyle/>
          <a:p>
            <a:pPr indent="0" marL="0">
              <a:buNone/>
            </a:pPr>
            <a:r>
              <a:rPr lang="en-US" sz="700" spc="180" kern="0" dirty="0">
                <a:solidFill>
                  <a:srgbClr val="7A7264"/>
                </a:solidFill>
                <a:latin typeface="Manrope" pitchFamily="34" charset="0"/>
                <a:ea typeface="Manrope" pitchFamily="34" charset="-122"/>
                <a:cs typeface="Manrope" pitchFamily="34" charset="-120"/>
              </a:rPr>
              <a:t>PARCHMENT ON INK  ·  THE SIGNATURE RENDERING</a:t>
            </a:r>
            <a:endParaRPr lang="en-US" sz="700" dirty="0"/>
          </a:p>
        </p:txBody>
      </p:sp>
      <p:sp>
        <p:nvSpPr>
          <p:cNvPr id="12" name="Text 9"/>
          <p:cNvSpPr txBox="1"/>
          <p:nvPr/>
        </p:nvSpPr>
        <p:spPr>
          <a:xfrm>
            <a:off x="7607808" y="274320"/>
            <a:ext cx="4114800" cy="640080"/>
          </a:xfrm>
          <a:prstGeom prst="rect">
            <a:avLst/>
          </a:prstGeom>
          <a:noFill/>
          <a:ln/>
        </p:spPr>
        <p:txBody>
          <a:bodyPr wrap="square" lIns="0" tIns="0" rIns="0" bIns="0" rtlCol="0" anchor="t"/>
          <a:lstStyle/>
          <a:p>
            <a:pPr indent="0" marL="0">
              <a:lnSpc>
                <a:spcPct val="114000"/>
              </a:lnSpc>
              <a:buNone/>
            </a:pPr>
            <a:r>
              <a:rPr lang="en-US" sz="2800" dirty="0">
                <a:solidFill>
                  <a:srgbClr val="0F0F10"/>
                </a:solidFill>
                <a:latin typeface="Bookmania" pitchFamily="34" charset="0"/>
                <a:ea typeface="Bookmania" pitchFamily="34" charset="-122"/>
                <a:cs typeface="Bookmania" pitchFamily="34" charset="-120"/>
              </a:rPr>
              <a:t>One of one.</a:t>
            </a:r>
            <a:endParaRPr lang="en-US" sz="2800" dirty="0"/>
          </a:p>
        </p:txBody>
      </p:sp>
      <p:sp>
        <p:nvSpPr>
          <p:cNvPr id="13" name="Text 10"/>
          <p:cNvSpPr txBox="1"/>
          <p:nvPr/>
        </p:nvSpPr>
        <p:spPr>
          <a:xfrm>
            <a:off x="7607808" y="1060704"/>
            <a:ext cx="4114800" cy="2194560"/>
          </a:xfrm>
          <a:prstGeom prst="rect">
            <a:avLst/>
          </a:prstGeom>
          <a:noFill/>
          <a:ln/>
        </p:spPr>
        <p:txBody>
          <a:bodyPr wrap="square" lIns="0" tIns="0" rIns="0" bIns="0" rtlCol="0" anchor="t"/>
          <a:lstStyle/>
          <a:p>
            <a:pPr indent="0" marL="0">
              <a:lnSpc>
                <a:spcPct val="150000"/>
              </a:lnSpc>
              <a:buNone/>
            </a:pPr>
            <a:r>
              <a:rPr lang="en-US" sz="1100" dirty="0">
                <a:solidFill>
                  <a:srgbClr val="1C1A17"/>
                </a:solidFill>
                <a:latin typeface="Manrope" pitchFamily="34" charset="0"/>
                <a:ea typeface="Manrope" pitchFamily="34" charset="-122"/>
                <a:cs typeface="Manrope" pitchFamily="34" charset="-120"/>
              </a:rPr>
              <a:t>The mark is fixed and canonical. Where an identity of this kind usually asks the mark to carry its own variation, here the variance lives in the field instead — a stable mark for recognition, a variable ground for expression.</a:t>
            </a:r>
            <a:endParaRPr lang="en-US" sz="1100" dirty="0"/>
          </a:p>
          <a:p>
            <a:pPr indent="0" marL="0">
              <a:lnSpc>
                <a:spcPct val="150000"/>
              </a:lnSpc>
              <a:buNone/>
            </a:pPr>
            <a:endParaRPr lang="en-US" sz="1100" dirty="0"/>
          </a:p>
          <a:p>
            <a:pPr indent="0" marL="0">
              <a:lnSpc>
                <a:spcPct val="150000"/>
              </a:lnSpc>
              <a:buNone/>
            </a:pPr>
            <a:r>
              <a:rPr lang="en-US" sz="1100" dirty="0">
                <a:solidFill>
                  <a:srgbClr val="1C1A17"/>
                </a:solidFill>
                <a:latin typeface="Manrope" pitchFamily="34" charset="0"/>
                <a:ea typeface="Manrope" pitchFamily="34" charset="-122"/>
                <a:cs typeface="Manrope" pitchFamily="34" charset="-120"/>
              </a:rPr>
              <a:t>One colour per rendering. Never rotated, never outlined, never placed over a photograph.</a:t>
            </a:r>
            <a:endParaRPr lang="en-US" sz="1100" dirty="0"/>
          </a:p>
        </p:txBody>
      </p:sp>
      <p:pic>
        <p:nvPicPr>
          <p:cNvPr id="14" name="Image 1" descr="/private/tmp/claude-501/-Users-martyspicer-Alfred-Pennyworth/0034c3d3-651d-4bed-a452-888191aa8c47/scratchpad/mark-primary-ink.png">    </p:cNvPr>
          <p:cNvPicPr>
            <a:picLocks noChangeAspect="1"/>
          </p:cNvPicPr>
          <p:nvPr/>
        </p:nvPicPr>
        <p:blipFill>
          <a:blip r:embed="rId2"/>
          <a:stretch>
            <a:fillRect/>
          </a:stretch>
        </p:blipFill>
        <p:spPr>
          <a:xfrm>
            <a:off x="7607808" y="3337560"/>
            <a:ext cx="1371600" cy="1371600"/>
          </a:xfrm>
          <a:prstGeom prst="rect">
            <a:avLst/>
          </a:prstGeom>
        </p:spPr>
      </p:pic>
      <p:sp>
        <p:nvSpPr>
          <p:cNvPr id="15" name="Text 11"/>
          <p:cNvSpPr txBox="1"/>
          <p:nvPr/>
        </p:nvSpPr>
        <p:spPr>
          <a:xfrm>
            <a:off x="7607808" y="4846320"/>
            <a:ext cx="4114800" cy="201168"/>
          </a:xfrm>
          <a:prstGeom prst="rect">
            <a:avLst/>
          </a:prstGeom>
          <a:noFill/>
          <a:ln/>
        </p:spPr>
        <p:txBody>
          <a:bodyPr wrap="square" lIns="0" tIns="0" rIns="0" bIns="0" rtlCol="0" anchor="t"/>
          <a:lstStyle/>
          <a:p>
            <a:pPr indent="0" marL="0">
              <a:buNone/>
            </a:pPr>
            <a:r>
              <a:rPr lang="en-US" sz="700" spc="180" kern="0" dirty="0">
                <a:solidFill>
                  <a:srgbClr val="7A7264"/>
                </a:solidFill>
                <a:latin typeface="Manrope" pitchFamily="34" charset="0"/>
                <a:ea typeface="Manrope" pitchFamily="34" charset="-122"/>
                <a:cs typeface="Manrope" pitchFamily="34" charset="-120"/>
              </a:rPr>
              <a:t>INK ON BONE  ·  DOCUMENTS AND THE PAGE</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566928" y="274320"/>
            <a:ext cx="0" cy="6309360"/>
          </a:xfrm>
          <a:prstGeom prst="line">
            <a:avLst/>
          </a:prstGeom>
          <a:noFill/>
          <a:ln w="9525">
            <a:solidFill>
              <a:srgbClr val="BDB4A2"/>
            </a:solidFill>
            <a:prstDash val="solid"/>
          </a:ln>
        </p:spPr>
      </p:sp>
      <p:sp>
        <p:nvSpPr>
          <p:cNvPr id="3" name="Text 1"/>
          <p:cNvSpPr txBox="1"/>
          <p:nvPr/>
        </p:nvSpPr>
        <p:spPr>
          <a:xfrm rot="16200000">
            <a:off x="9144" y="256032"/>
            <a:ext cx="457200" cy="274320"/>
          </a:xfrm>
          <a:prstGeom prst="rect">
            <a:avLst/>
          </a:prstGeom>
          <a:noFill/>
          <a:ln/>
        </p:spPr>
        <p:txBody>
          <a:bodyPr wrap="none" lIns="0" tIns="0" rIns="0" bIns="0" rtlCol="0" anchor="ctr"/>
          <a:lstStyle/>
          <a:p>
            <a:pPr algn="ctr" indent="0" marL="0">
              <a:buNone/>
            </a:pPr>
            <a:r>
              <a:rPr lang="en-US" sz="700" spc="160" kern="0" dirty="0">
                <a:solidFill>
                  <a:srgbClr val="7A7264"/>
                </a:solidFill>
                <a:latin typeface="Manrope" pitchFamily="34" charset="0"/>
                <a:ea typeface="Manrope" pitchFamily="34" charset="-122"/>
                <a:cs typeface="Manrope" pitchFamily="34" charset="-120"/>
              </a:rPr>
              <a:t>013</a:t>
            </a:r>
            <a:endParaRPr lang="en-US" sz="700" dirty="0"/>
          </a:p>
        </p:txBody>
      </p:sp>
      <p:sp>
        <p:nvSpPr>
          <p:cNvPr id="4" name="Text 2"/>
          <p:cNvSpPr txBox="1"/>
          <p:nvPr/>
        </p:nvSpPr>
        <p:spPr>
          <a:xfrm rot="16200000">
            <a:off x="-950976" y="5257800"/>
            <a:ext cx="2377440" cy="274320"/>
          </a:xfrm>
          <a:prstGeom prst="rect">
            <a:avLst/>
          </a:prstGeom>
          <a:noFill/>
          <a:ln/>
        </p:spPr>
        <p:txBody>
          <a:bodyPr wrap="none" lIns="0" tIns="0" rIns="0" bIns="0" rtlCol="0" anchor="ctr"/>
          <a:lstStyle/>
          <a:p>
            <a:pPr algn="l" indent="0" marL="0">
              <a:buNone/>
            </a:pPr>
            <a:r>
              <a:rPr lang="en-US" sz="700" spc="160" kern="0" dirty="0">
                <a:solidFill>
                  <a:srgbClr val="7A7264"/>
                </a:solidFill>
                <a:latin typeface="Manrope" pitchFamily="34" charset="0"/>
                <a:ea typeface="Manrope" pitchFamily="34" charset="-122"/>
                <a:cs typeface="Manrope" pitchFamily="34" charset="-120"/>
              </a:rPr>
              <a:t>THE IDENTITY BOOK</a:t>
            </a:r>
            <a:endParaRPr lang="en-US" sz="700" dirty="0"/>
          </a:p>
        </p:txBody>
      </p:sp>
      <p:sp>
        <p:nvSpPr>
          <p:cNvPr id="5" name="Shape 3"/>
          <p:cNvSpPr/>
          <p:nvPr/>
        </p:nvSpPr>
        <p:spPr>
          <a:xfrm>
            <a:off x="3474720" y="274320"/>
            <a:ext cx="0" cy="6309360"/>
          </a:xfrm>
          <a:prstGeom prst="line">
            <a:avLst/>
          </a:prstGeom>
          <a:noFill/>
          <a:ln w="9525">
            <a:solidFill>
              <a:srgbClr val="BDB4A2"/>
            </a:solidFill>
            <a:prstDash val="solid"/>
          </a:ln>
        </p:spPr>
      </p:sp>
      <p:sp>
        <p:nvSpPr>
          <p:cNvPr id="6" name="Text 4"/>
          <p:cNvSpPr txBox="1"/>
          <p:nvPr/>
        </p:nvSpPr>
        <p:spPr>
          <a:xfrm>
            <a:off x="749808" y="292608"/>
            <a:ext cx="2619756" cy="201168"/>
          </a:xfrm>
          <a:prstGeom prst="rect">
            <a:avLst/>
          </a:prstGeom>
          <a:noFill/>
          <a:ln/>
        </p:spPr>
        <p:txBody>
          <a:bodyPr wrap="square" lIns="0" tIns="0" rIns="0" bIns="0" rtlCol="0" anchor="t"/>
          <a:lstStyle/>
          <a:p>
            <a:pPr indent="0" marL="0">
              <a:buNone/>
            </a:pPr>
            <a:r>
              <a:rPr lang="en-US" sz="900" b="1" spc="180" kern="0" dirty="0">
                <a:solidFill>
                  <a:srgbClr val="0F0F10"/>
                </a:solidFill>
                <a:latin typeface="Manrope" pitchFamily="34" charset="0"/>
                <a:ea typeface="Manrope" pitchFamily="34" charset="-122"/>
                <a:cs typeface="Manrope" pitchFamily="34" charset="-120"/>
              </a:rPr>
              <a:t>2.2  THE GEOMETRY</a:t>
            </a:r>
            <a:endParaRPr lang="en-US" sz="900" dirty="0"/>
          </a:p>
        </p:txBody>
      </p:sp>
      <p:sp>
        <p:nvSpPr>
          <p:cNvPr id="7" name="Text 5"/>
          <p:cNvSpPr txBox="1"/>
          <p:nvPr/>
        </p:nvSpPr>
        <p:spPr>
          <a:xfrm>
            <a:off x="749808" y="694944"/>
            <a:ext cx="2619756" cy="3840480"/>
          </a:xfrm>
          <a:prstGeom prst="rect">
            <a:avLst/>
          </a:prstGeom>
          <a:noFill/>
          <a:ln/>
        </p:spPr>
        <p:txBody>
          <a:bodyPr wrap="square" lIns="0" tIns="0" rIns="0" bIns="0" rtlCol="0" anchor="t"/>
          <a:lstStyle/>
          <a:p>
            <a:pPr indent="0" marL="0">
              <a:lnSpc>
                <a:spcPct val="142000"/>
              </a:lnSpc>
              <a:buNone/>
            </a:pPr>
            <a:r>
              <a:rPr lang="en-US" sz="1150" dirty="0">
                <a:solidFill>
                  <a:srgbClr val="1C1A17"/>
                </a:solidFill>
                <a:latin typeface="Bookmania" pitchFamily="34" charset="0"/>
                <a:ea typeface="Bookmania" pitchFamily="34" charset="-122"/>
                <a:cs typeface="Bookmania" pitchFamily="34" charset="-120"/>
              </a:rPr>
              <a:t>The construction law. Every constant is checkable against the drawn artefact, and nothing else is added.</a:t>
            </a:r>
            <a:endParaRPr lang="en-US" sz="1150" dirty="0"/>
          </a:p>
        </p:txBody>
      </p:sp>
      <p:sp>
        <p:nvSpPr>
          <p:cNvPr id="8" name="Text 6"/>
          <p:cNvSpPr txBox="1"/>
          <p:nvPr/>
        </p:nvSpPr>
        <p:spPr>
          <a:xfrm>
            <a:off x="749808" y="5166360"/>
            <a:ext cx="2619756" cy="1417320"/>
          </a:xfrm>
          <a:prstGeom prst="rect">
            <a:avLst/>
          </a:prstGeom>
          <a:noFill/>
          <a:ln/>
        </p:spPr>
        <p:txBody>
          <a:bodyPr wrap="square" lIns="0" tIns="0" rIns="0" bIns="0" rtlCol="0" anchor="t"/>
          <a:lstStyle/>
          <a:p>
            <a:pPr indent="0" marL="0">
              <a:lnSpc>
                <a:spcPct val="140000"/>
              </a:lnSpc>
              <a:buNone/>
            </a:pPr>
            <a:r>
              <a:rPr lang="en-US" sz="950" dirty="0">
                <a:solidFill>
                  <a:srgbClr val="5E574C"/>
                </a:solidFill>
                <a:latin typeface="Manrope" pitchFamily="34" charset="0"/>
                <a:ea typeface="Manrope" pitchFamily="34" charset="-122"/>
                <a:cs typeface="Manrope" pitchFamily="34" charset="-120"/>
              </a:rPr>
              <a:t>Where a sketch and the law diverge, the law governs. The geometry file is upstream truth; the SVG, the favicon and the design system follow from it in one pass.</a:t>
            </a:r>
            <a:endParaRPr lang="en-US" sz="950" dirty="0"/>
          </a:p>
        </p:txBody>
      </p:sp>
      <p:pic>
        <p:nvPicPr>
          <p:cNvPr id="9" name="Image 0" descr="plate-geometry.png">    </p:cNvPr>
          <p:cNvPicPr>
            <a:picLocks noChangeAspect="1"/>
          </p:cNvPicPr>
          <p:nvPr/>
        </p:nvPicPr>
        <p:blipFill>
          <a:blip r:embed="rId1"/>
          <a:stretch>
            <a:fillRect/>
          </a:stretch>
        </p:blipFill>
        <p:spPr>
          <a:xfrm>
            <a:off x="3931920" y="365760"/>
            <a:ext cx="7498080" cy="549859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566928" y="274320"/>
            <a:ext cx="0" cy="6309360"/>
          </a:xfrm>
          <a:prstGeom prst="line">
            <a:avLst/>
          </a:prstGeom>
          <a:noFill/>
          <a:ln w="9525">
            <a:solidFill>
              <a:srgbClr val="BDB4A2"/>
            </a:solidFill>
            <a:prstDash val="solid"/>
          </a:ln>
        </p:spPr>
      </p:sp>
      <p:sp>
        <p:nvSpPr>
          <p:cNvPr id="3" name="Text 1"/>
          <p:cNvSpPr txBox="1"/>
          <p:nvPr/>
        </p:nvSpPr>
        <p:spPr>
          <a:xfrm rot="16200000">
            <a:off x="9144" y="256032"/>
            <a:ext cx="457200" cy="274320"/>
          </a:xfrm>
          <a:prstGeom prst="rect">
            <a:avLst/>
          </a:prstGeom>
          <a:noFill/>
          <a:ln/>
        </p:spPr>
        <p:txBody>
          <a:bodyPr wrap="none" lIns="0" tIns="0" rIns="0" bIns="0" rtlCol="0" anchor="ctr"/>
          <a:lstStyle/>
          <a:p>
            <a:pPr algn="ctr" indent="0" marL="0">
              <a:buNone/>
            </a:pPr>
            <a:r>
              <a:rPr lang="en-US" sz="700" spc="160" kern="0" dirty="0">
                <a:solidFill>
                  <a:srgbClr val="7A7264"/>
                </a:solidFill>
                <a:latin typeface="Manrope" pitchFamily="34" charset="0"/>
                <a:ea typeface="Manrope" pitchFamily="34" charset="-122"/>
                <a:cs typeface="Manrope" pitchFamily="34" charset="-120"/>
              </a:rPr>
              <a:t>014</a:t>
            </a:r>
            <a:endParaRPr lang="en-US" sz="700" dirty="0"/>
          </a:p>
        </p:txBody>
      </p:sp>
      <p:sp>
        <p:nvSpPr>
          <p:cNvPr id="4" name="Text 2"/>
          <p:cNvSpPr txBox="1"/>
          <p:nvPr/>
        </p:nvSpPr>
        <p:spPr>
          <a:xfrm rot="16200000">
            <a:off x="-950976" y="5257800"/>
            <a:ext cx="2377440" cy="274320"/>
          </a:xfrm>
          <a:prstGeom prst="rect">
            <a:avLst/>
          </a:prstGeom>
          <a:noFill/>
          <a:ln/>
        </p:spPr>
        <p:txBody>
          <a:bodyPr wrap="none" lIns="0" tIns="0" rIns="0" bIns="0" rtlCol="0" anchor="ctr"/>
          <a:lstStyle/>
          <a:p>
            <a:pPr algn="l" indent="0" marL="0">
              <a:buNone/>
            </a:pPr>
            <a:r>
              <a:rPr lang="en-US" sz="700" spc="160" kern="0" dirty="0">
                <a:solidFill>
                  <a:srgbClr val="7A7264"/>
                </a:solidFill>
                <a:latin typeface="Manrope" pitchFamily="34" charset="0"/>
                <a:ea typeface="Manrope" pitchFamily="34" charset="-122"/>
                <a:cs typeface="Manrope" pitchFamily="34" charset="-120"/>
              </a:rPr>
              <a:t>THE IDENTITY BOOK</a:t>
            </a:r>
            <a:endParaRPr lang="en-US" sz="700" dirty="0"/>
          </a:p>
        </p:txBody>
      </p:sp>
      <p:sp>
        <p:nvSpPr>
          <p:cNvPr id="5" name="Shape 3"/>
          <p:cNvSpPr/>
          <p:nvPr/>
        </p:nvSpPr>
        <p:spPr>
          <a:xfrm>
            <a:off x="3474720" y="274320"/>
            <a:ext cx="0" cy="6309360"/>
          </a:xfrm>
          <a:prstGeom prst="line">
            <a:avLst/>
          </a:prstGeom>
          <a:noFill/>
          <a:ln w="9525">
            <a:solidFill>
              <a:srgbClr val="BDB4A2"/>
            </a:solidFill>
            <a:prstDash val="solid"/>
          </a:ln>
        </p:spPr>
      </p:sp>
      <p:sp>
        <p:nvSpPr>
          <p:cNvPr id="6" name="Text 4"/>
          <p:cNvSpPr txBox="1"/>
          <p:nvPr/>
        </p:nvSpPr>
        <p:spPr>
          <a:xfrm>
            <a:off x="749808" y="292608"/>
            <a:ext cx="2619756" cy="201168"/>
          </a:xfrm>
          <a:prstGeom prst="rect">
            <a:avLst/>
          </a:prstGeom>
          <a:noFill/>
          <a:ln/>
        </p:spPr>
        <p:txBody>
          <a:bodyPr wrap="square" lIns="0" tIns="0" rIns="0" bIns="0" rtlCol="0" anchor="t"/>
          <a:lstStyle/>
          <a:p>
            <a:pPr indent="0" marL="0">
              <a:buNone/>
            </a:pPr>
            <a:r>
              <a:rPr lang="en-US" sz="900" b="1" spc="180" kern="0" dirty="0">
                <a:solidFill>
                  <a:srgbClr val="0F0F10"/>
                </a:solidFill>
                <a:latin typeface="Manrope" pitchFamily="34" charset="0"/>
                <a:ea typeface="Manrope" pitchFamily="34" charset="-122"/>
                <a:cs typeface="Manrope" pitchFamily="34" charset="-120"/>
              </a:rPr>
              <a:t>2.3  THE MARK LADDER</a:t>
            </a:r>
            <a:endParaRPr lang="en-US" sz="900" dirty="0"/>
          </a:p>
        </p:txBody>
      </p:sp>
      <p:sp>
        <p:nvSpPr>
          <p:cNvPr id="7" name="Text 5"/>
          <p:cNvSpPr txBox="1"/>
          <p:nvPr/>
        </p:nvSpPr>
        <p:spPr>
          <a:xfrm>
            <a:off x="749808" y="694944"/>
            <a:ext cx="2619756" cy="3840480"/>
          </a:xfrm>
          <a:prstGeom prst="rect">
            <a:avLst/>
          </a:prstGeom>
          <a:noFill/>
          <a:ln/>
        </p:spPr>
        <p:txBody>
          <a:bodyPr wrap="square" lIns="0" tIns="0" rIns="0" bIns="0" rtlCol="0" anchor="t"/>
          <a:lstStyle/>
          <a:p>
            <a:pPr indent="0" marL="0">
              <a:lnSpc>
                <a:spcPct val="142000"/>
              </a:lnSpc>
              <a:buNone/>
            </a:pPr>
            <a:r>
              <a:rPr lang="en-US" sz="1150" dirty="0">
                <a:solidFill>
                  <a:srgbClr val="1C1A17"/>
                </a:solidFill>
                <a:latin typeface="Bookmania" pitchFamily="34" charset="0"/>
                <a:ea typeface="Bookmania" pitchFamily="34" charset="-122"/>
                <a:cs typeface="Bookmania" pitchFamily="34" charset="-120"/>
              </a:rPr>
              <a:t>The mark holds its detail down to twenty pixels. Below that the petals close on the core and the figure muddies, so it steps down one rung. The tier is chosen by the rendered size, never by the surface.</a:t>
            </a:r>
            <a:endParaRPr lang="en-US" sz="1150" dirty="0"/>
          </a:p>
        </p:txBody>
      </p:sp>
      <p:sp>
        <p:nvSpPr>
          <p:cNvPr id="8" name="Text 6"/>
          <p:cNvSpPr txBox="1"/>
          <p:nvPr/>
        </p:nvSpPr>
        <p:spPr>
          <a:xfrm>
            <a:off x="749808" y="4206240"/>
            <a:ext cx="2619756" cy="2377440"/>
          </a:xfrm>
          <a:prstGeom prst="rect">
            <a:avLst/>
          </a:prstGeom>
          <a:noFill/>
          <a:ln/>
        </p:spPr>
        <p:txBody>
          <a:bodyPr wrap="square" lIns="0" tIns="0" rIns="0" bIns="0" rtlCol="0" anchor="t"/>
          <a:lstStyle/>
          <a:p>
            <a:pPr indent="0" marL="0">
              <a:lnSpc>
                <a:spcPct val="134000"/>
              </a:lnSpc>
              <a:buNone/>
            </a:pPr>
            <a:r>
              <a:rPr lang="en-US" sz="950" dirty="0">
                <a:solidFill>
                  <a:srgbClr val="5E574C"/>
                </a:solidFill>
                <a:latin typeface="Manrope" pitchFamily="34" charset="0"/>
                <a:ea typeface="Manrope" pitchFamily="34" charset="-122"/>
                <a:cs typeface="Manrope" pitchFamily="34" charset="-120"/>
              </a:rPr>
              <a:t>THE ROSETTE</a:t>
            </a:r>
            <a:endParaRPr lang="en-US" sz="950" dirty="0"/>
          </a:p>
          <a:p>
            <a:pPr indent="0" marL="0">
              <a:lnSpc>
                <a:spcPct val="134000"/>
              </a:lnSpc>
              <a:buNone/>
            </a:pPr>
            <a:r>
              <a:rPr lang="en-US" sz="950" dirty="0">
                <a:solidFill>
                  <a:srgbClr val="5E574C"/>
                </a:solidFill>
                <a:latin typeface="Manrope" pitchFamily="34" charset="0"/>
                <a:ea typeface="Manrope" pitchFamily="34" charset="-122"/>
                <a:cs typeface="Manrope" pitchFamily="34" charset="-120"/>
              </a:rPr>
              <a:t>Twenty pixels and above. Everything: covers, cards, avatars, footers, the page, the favicon at 32.</a:t>
            </a:r>
            <a:endParaRPr lang="en-US" sz="950" dirty="0"/>
          </a:p>
          <a:p>
            <a:pPr indent="0" marL="0">
              <a:lnSpc>
                <a:spcPct val="134000"/>
              </a:lnSpc>
              <a:buNone/>
            </a:pPr>
            <a:endParaRPr lang="en-US" sz="950" dirty="0"/>
          </a:p>
          <a:p>
            <a:pPr indent="0" marL="0">
              <a:lnSpc>
                <a:spcPct val="134000"/>
              </a:lnSpc>
              <a:buNone/>
            </a:pPr>
            <a:r>
              <a:rPr lang="en-US" sz="950" dirty="0">
                <a:solidFill>
                  <a:srgbClr val="5E574C"/>
                </a:solidFill>
                <a:latin typeface="Manrope" pitchFamily="34" charset="0"/>
                <a:ea typeface="Manrope" pitchFamily="34" charset="-122"/>
                <a:cs typeface="Manrope" pitchFamily="34" charset="-120"/>
              </a:rPr>
              <a:t>THE MICRO MARK</a:t>
            </a:r>
            <a:endParaRPr lang="en-US" sz="950" dirty="0"/>
          </a:p>
          <a:p>
            <a:pPr indent="0" marL="0">
              <a:lnSpc>
                <a:spcPct val="134000"/>
              </a:lnSpc>
              <a:buNone/>
            </a:pPr>
            <a:r>
              <a:rPr lang="en-US" sz="950" dirty="0">
                <a:solidFill>
                  <a:srgbClr val="5E574C"/>
                </a:solidFill>
                <a:latin typeface="Manrope" pitchFamily="34" charset="0"/>
                <a:ea typeface="Manrope" pitchFamily="34" charset="-122"/>
                <a:cs typeface="Manrope" pitchFamily="34" charset="-120"/>
              </a:rPr>
              <a:t>Below twenty pixels. Nav glyphs, email signatures, in-line marks, the favicon at 16. The core alone, which is the one part of the figure that never closes up.</a:t>
            </a:r>
            <a:endParaRPr lang="en-US" sz="950" dirty="0"/>
          </a:p>
        </p:txBody>
      </p:sp>
      <p:pic>
        <p:nvPicPr>
          <p:cNvPr id="9" name="Image 0" descr="plate-tiers.png">    </p:cNvPr>
          <p:cNvPicPr>
            <a:picLocks noChangeAspect="1"/>
          </p:cNvPicPr>
          <p:nvPr/>
        </p:nvPicPr>
        <p:blipFill>
          <a:blip r:embed="rId1"/>
          <a:stretch>
            <a:fillRect/>
          </a:stretch>
        </p:blipFill>
        <p:spPr>
          <a:xfrm>
            <a:off x="3611880" y="731520"/>
            <a:ext cx="8110728" cy="317670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566928" y="274320"/>
            <a:ext cx="0" cy="6309360"/>
          </a:xfrm>
          <a:prstGeom prst="line">
            <a:avLst/>
          </a:prstGeom>
          <a:noFill/>
          <a:ln w="9525">
            <a:solidFill>
              <a:srgbClr val="BDB4A2"/>
            </a:solidFill>
            <a:prstDash val="solid"/>
          </a:ln>
        </p:spPr>
      </p:sp>
      <p:sp>
        <p:nvSpPr>
          <p:cNvPr id="3" name="Text 1"/>
          <p:cNvSpPr txBox="1"/>
          <p:nvPr/>
        </p:nvSpPr>
        <p:spPr>
          <a:xfrm rot="16200000">
            <a:off x="9144" y="256032"/>
            <a:ext cx="457200" cy="274320"/>
          </a:xfrm>
          <a:prstGeom prst="rect">
            <a:avLst/>
          </a:prstGeom>
          <a:noFill/>
          <a:ln/>
        </p:spPr>
        <p:txBody>
          <a:bodyPr wrap="none" lIns="0" tIns="0" rIns="0" bIns="0" rtlCol="0" anchor="ctr"/>
          <a:lstStyle/>
          <a:p>
            <a:pPr algn="ctr" indent="0" marL="0">
              <a:buNone/>
            </a:pPr>
            <a:r>
              <a:rPr lang="en-US" sz="700" spc="160" kern="0" dirty="0">
                <a:solidFill>
                  <a:srgbClr val="7A7264"/>
                </a:solidFill>
                <a:latin typeface="Manrope" pitchFamily="34" charset="0"/>
                <a:ea typeface="Manrope" pitchFamily="34" charset="-122"/>
                <a:cs typeface="Manrope" pitchFamily="34" charset="-120"/>
              </a:rPr>
              <a:t>015</a:t>
            </a:r>
            <a:endParaRPr lang="en-US" sz="700" dirty="0"/>
          </a:p>
        </p:txBody>
      </p:sp>
      <p:sp>
        <p:nvSpPr>
          <p:cNvPr id="4" name="Text 2"/>
          <p:cNvSpPr txBox="1"/>
          <p:nvPr/>
        </p:nvSpPr>
        <p:spPr>
          <a:xfrm rot="16200000">
            <a:off x="-950976" y="5257800"/>
            <a:ext cx="2377440" cy="274320"/>
          </a:xfrm>
          <a:prstGeom prst="rect">
            <a:avLst/>
          </a:prstGeom>
          <a:noFill/>
          <a:ln/>
        </p:spPr>
        <p:txBody>
          <a:bodyPr wrap="none" lIns="0" tIns="0" rIns="0" bIns="0" rtlCol="0" anchor="ctr"/>
          <a:lstStyle/>
          <a:p>
            <a:pPr algn="l" indent="0" marL="0">
              <a:buNone/>
            </a:pPr>
            <a:r>
              <a:rPr lang="en-US" sz="700" spc="160" kern="0" dirty="0">
                <a:solidFill>
                  <a:srgbClr val="7A7264"/>
                </a:solidFill>
                <a:latin typeface="Manrope" pitchFamily="34" charset="0"/>
                <a:ea typeface="Manrope" pitchFamily="34" charset="-122"/>
                <a:cs typeface="Manrope" pitchFamily="34" charset="-120"/>
              </a:rPr>
              <a:t>THE IDENTITY BOOK</a:t>
            </a:r>
            <a:endParaRPr lang="en-US" sz="700" dirty="0"/>
          </a:p>
        </p:txBody>
      </p:sp>
      <p:sp>
        <p:nvSpPr>
          <p:cNvPr id="5" name="Shape 3"/>
          <p:cNvSpPr/>
          <p:nvPr/>
        </p:nvSpPr>
        <p:spPr>
          <a:xfrm>
            <a:off x="3474720" y="274320"/>
            <a:ext cx="0" cy="6309360"/>
          </a:xfrm>
          <a:prstGeom prst="line">
            <a:avLst/>
          </a:prstGeom>
          <a:noFill/>
          <a:ln w="9525">
            <a:solidFill>
              <a:srgbClr val="BDB4A2"/>
            </a:solidFill>
            <a:prstDash val="solid"/>
          </a:ln>
        </p:spPr>
      </p:sp>
      <p:sp>
        <p:nvSpPr>
          <p:cNvPr id="6" name="Text 4"/>
          <p:cNvSpPr txBox="1"/>
          <p:nvPr/>
        </p:nvSpPr>
        <p:spPr>
          <a:xfrm>
            <a:off x="749808" y="292608"/>
            <a:ext cx="2619756" cy="201168"/>
          </a:xfrm>
          <a:prstGeom prst="rect">
            <a:avLst/>
          </a:prstGeom>
          <a:noFill/>
          <a:ln/>
        </p:spPr>
        <p:txBody>
          <a:bodyPr wrap="square" lIns="0" tIns="0" rIns="0" bIns="0" rtlCol="0" anchor="t"/>
          <a:lstStyle/>
          <a:p>
            <a:pPr indent="0" marL="0">
              <a:buNone/>
            </a:pPr>
            <a:r>
              <a:rPr lang="en-US" sz="900" b="1" spc="180" kern="0" dirty="0">
                <a:solidFill>
                  <a:srgbClr val="0F0F10"/>
                </a:solidFill>
                <a:latin typeface="Manrope" pitchFamily="34" charset="0"/>
                <a:ea typeface="Manrope" pitchFamily="34" charset="-122"/>
                <a:cs typeface="Manrope" pitchFamily="34" charset="-120"/>
              </a:rPr>
              <a:t>2.4  COLOURWAYS</a:t>
            </a:r>
            <a:endParaRPr lang="en-US" sz="900" dirty="0"/>
          </a:p>
        </p:txBody>
      </p:sp>
      <p:sp>
        <p:nvSpPr>
          <p:cNvPr id="7" name="Text 5"/>
          <p:cNvSpPr txBox="1"/>
          <p:nvPr/>
        </p:nvSpPr>
        <p:spPr>
          <a:xfrm>
            <a:off x="749808" y="694944"/>
            <a:ext cx="2619756" cy="3840480"/>
          </a:xfrm>
          <a:prstGeom prst="rect">
            <a:avLst/>
          </a:prstGeom>
          <a:noFill/>
          <a:ln/>
        </p:spPr>
        <p:txBody>
          <a:bodyPr wrap="square" lIns="0" tIns="0" rIns="0" bIns="0" rtlCol="0" anchor="t"/>
          <a:lstStyle/>
          <a:p>
            <a:pPr indent="0" marL="0">
              <a:lnSpc>
                <a:spcPct val="142000"/>
              </a:lnSpc>
              <a:buNone/>
            </a:pPr>
            <a:r>
              <a:rPr lang="en-US" sz="1150" dirty="0">
                <a:solidFill>
                  <a:srgbClr val="1C1A17"/>
                </a:solidFill>
                <a:latin typeface="Bookmania" pitchFamily="34" charset="0"/>
                <a:ea typeface="Bookmania" pitchFamily="34" charset="-122"/>
                <a:cs typeface="Bookmania" pitchFamily="34" charset="-120"/>
              </a:rPr>
              <a:t>Four renderings, and no others. One colour per rendering, always — the mark never carries two.</a:t>
            </a:r>
            <a:endParaRPr lang="en-US" sz="1150" dirty="0"/>
          </a:p>
        </p:txBody>
      </p:sp>
      <p:sp>
        <p:nvSpPr>
          <p:cNvPr id="8" name="Text 6"/>
          <p:cNvSpPr txBox="1"/>
          <p:nvPr/>
        </p:nvSpPr>
        <p:spPr>
          <a:xfrm>
            <a:off x="749808" y="5166360"/>
            <a:ext cx="2619756" cy="1417320"/>
          </a:xfrm>
          <a:prstGeom prst="rect">
            <a:avLst/>
          </a:prstGeom>
          <a:noFill/>
          <a:ln/>
        </p:spPr>
        <p:txBody>
          <a:bodyPr wrap="square" lIns="0" tIns="0" rIns="0" bIns="0" rtlCol="0" anchor="t"/>
          <a:lstStyle/>
          <a:p>
            <a:pPr indent="0" marL="0">
              <a:lnSpc>
                <a:spcPct val="140000"/>
              </a:lnSpc>
              <a:buNone/>
            </a:pPr>
            <a:r>
              <a:rPr lang="en-US" sz="950" dirty="0">
                <a:solidFill>
                  <a:srgbClr val="5E574C"/>
                </a:solidFill>
                <a:latin typeface="Manrope" pitchFamily="34" charset="0"/>
                <a:ea typeface="Manrope" pitchFamily="34" charset="-122"/>
                <a:cs typeface="Manrope" pitchFamily="34" charset="-120"/>
              </a:rPr>
              <a:t>Parchment on ink is the signature: ceremonial surfaces, seals, avatars and the favicon. Ink on bone is the default on the page.</a:t>
            </a:r>
            <a:endParaRPr lang="en-US" sz="950" dirty="0"/>
          </a:p>
        </p:txBody>
      </p:sp>
      <p:pic>
        <p:nvPicPr>
          <p:cNvPr id="9" name="Image 0" descr="plate-colourways.png">    </p:cNvPr>
          <p:cNvPicPr>
            <a:picLocks noChangeAspect="1"/>
          </p:cNvPicPr>
          <p:nvPr/>
        </p:nvPicPr>
        <p:blipFill>
          <a:blip r:embed="rId1"/>
          <a:stretch>
            <a:fillRect/>
          </a:stretch>
        </p:blipFill>
        <p:spPr>
          <a:xfrm>
            <a:off x="3611880" y="1188720"/>
            <a:ext cx="8110728" cy="1960093"/>
          </a:xfrm>
          <a:prstGeom prst="rect">
            <a:avLst/>
          </a:prstGeom>
        </p:spPr>
      </p:pic>
      <p:sp>
        <p:nvSpPr>
          <p:cNvPr id="10" name="Shape 7"/>
          <p:cNvSpPr/>
          <p:nvPr/>
        </p:nvSpPr>
        <p:spPr>
          <a:xfrm>
            <a:off x="3611880" y="3703320"/>
            <a:ext cx="8110728" cy="0"/>
          </a:xfrm>
          <a:prstGeom prst="line">
            <a:avLst/>
          </a:prstGeom>
          <a:noFill/>
          <a:ln w="9525">
            <a:solidFill>
              <a:srgbClr val="D8D2C4"/>
            </a:solidFill>
            <a:prstDash val="solid"/>
          </a:ln>
        </p:spPr>
      </p:sp>
      <p:sp>
        <p:nvSpPr>
          <p:cNvPr id="11" name="Text 8"/>
          <p:cNvSpPr txBox="1"/>
          <p:nvPr/>
        </p:nvSpPr>
        <p:spPr>
          <a:xfrm>
            <a:off x="3611880" y="3931920"/>
            <a:ext cx="5376672" cy="822960"/>
          </a:xfrm>
          <a:prstGeom prst="rect">
            <a:avLst/>
          </a:prstGeom>
          <a:noFill/>
          <a:ln/>
        </p:spPr>
        <p:txBody>
          <a:bodyPr wrap="square" lIns="0" tIns="0" rIns="0" bIns="0" rtlCol="0" anchor="t"/>
          <a:lstStyle/>
          <a:p>
            <a:pPr indent="0" marL="0">
              <a:lnSpc>
                <a:spcPct val="150000"/>
              </a:lnSpc>
              <a:buNone/>
            </a:pPr>
            <a:r>
              <a:rPr lang="en-US" sz="1100" dirty="0">
                <a:solidFill>
                  <a:srgbClr val="1C1A17"/>
                </a:solidFill>
                <a:latin typeface="Manrope" pitchFamily="34" charset="0"/>
                <a:ea typeface="Manrope" pitchFamily="34" charset="-122"/>
                <a:cs typeface="Manrope" pitchFamily="34" charset="-120"/>
              </a:rPr>
              <a:t>The mark never sits on a photograph, and never on a tint. Where a surface is neither ink nor bone, the mark takes the ink rendering if the ground is light and the parchment rendering if it is dark.</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566928" y="274320"/>
            <a:ext cx="0" cy="6309360"/>
          </a:xfrm>
          <a:prstGeom prst="line">
            <a:avLst/>
          </a:prstGeom>
          <a:noFill/>
          <a:ln w="9525">
            <a:solidFill>
              <a:srgbClr val="BDB4A2"/>
            </a:solidFill>
            <a:prstDash val="solid"/>
          </a:ln>
        </p:spPr>
      </p:sp>
      <p:sp>
        <p:nvSpPr>
          <p:cNvPr id="3" name="Text 1"/>
          <p:cNvSpPr txBox="1"/>
          <p:nvPr/>
        </p:nvSpPr>
        <p:spPr>
          <a:xfrm rot="16200000">
            <a:off x="9144" y="256032"/>
            <a:ext cx="457200" cy="274320"/>
          </a:xfrm>
          <a:prstGeom prst="rect">
            <a:avLst/>
          </a:prstGeom>
          <a:noFill/>
          <a:ln/>
        </p:spPr>
        <p:txBody>
          <a:bodyPr wrap="none" lIns="0" tIns="0" rIns="0" bIns="0" rtlCol="0" anchor="ctr"/>
          <a:lstStyle/>
          <a:p>
            <a:pPr algn="ctr" indent="0" marL="0">
              <a:buNone/>
            </a:pPr>
            <a:r>
              <a:rPr lang="en-US" sz="700" spc="160" kern="0" dirty="0">
                <a:solidFill>
                  <a:srgbClr val="7A7264"/>
                </a:solidFill>
                <a:latin typeface="Manrope" pitchFamily="34" charset="0"/>
                <a:ea typeface="Manrope" pitchFamily="34" charset="-122"/>
                <a:cs typeface="Manrope" pitchFamily="34" charset="-120"/>
              </a:rPr>
              <a:t>016</a:t>
            </a:r>
            <a:endParaRPr lang="en-US" sz="700" dirty="0"/>
          </a:p>
        </p:txBody>
      </p:sp>
      <p:sp>
        <p:nvSpPr>
          <p:cNvPr id="4" name="Text 2"/>
          <p:cNvSpPr txBox="1"/>
          <p:nvPr/>
        </p:nvSpPr>
        <p:spPr>
          <a:xfrm rot="16200000">
            <a:off x="-950976" y="5257800"/>
            <a:ext cx="2377440" cy="274320"/>
          </a:xfrm>
          <a:prstGeom prst="rect">
            <a:avLst/>
          </a:prstGeom>
          <a:noFill/>
          <a:ln/>
        </p:spPr>
        <p:txBody>
          <a:bodyPr wrap="none" lIns="0" tIns="0" rIns="0" bIns="0" rtlCol="0" anchor="ctr"/>
          <a:lstStyle/>
          <a:p>
            <a:pPr algn="l" indent="0" marL="0">
              <a:buNone/>
            </a:pPr>
            <a:r>
              <a:rPr lang="en-US" sz="700" spc="160" kern="0" dirty="0">
                <a:solidFill>
                  <a:srgbClr val="7A7264"/>
                </a:solidFill>
                <a:latin typeface="Manrope" pitchFamily="34" charset="0"/>
                <a:ea typeface="Manrope" pitchFamily="34" charset="-122"/>
                <a:cs typeface="Manrope" pitchFamily="34" charset="-120"/>
              </a:rPr>
              <a:t>THE IDENTITY BOOK</a:t>
            </a:r>
            <a:endParaRPr lang="en-US" sz="700" dirty="0"/>
          </a:p>
        </p:txBody>
      </p:sp>
      <p:sp>
        <p:nvSpPr>
          <p:cNvPr id="5" name="Shape 3"/>
          <p:cNvSpPr/>
          <p:nvPr/>
        </p:nvSpPr>
        <p:spPr>
          <a:xfrm>
            <a:off x="3474720" y="274320"/>
            <a:ext cx="0" cy="6309360"/>
          </a:xfrm>
          <a:prstGeom prst="line">
            <a:avLst/>
          </a:prstGeom>
          <a:noFill/>
          <a:ln w="9525">
            <a:solidFill>
              <a:srgbClr val="BDB4A2"/>
            </a:solidFill>
            <a:prstDash val="solid"/>
          </a:ln>
        </p:spPr>
      </p:sp>
      <p:sp>
        <p:nvSpPr>
          <p:cNvPr id="6" name="Text 4"/>
          <p:cNvSpPr txBox="1"/>
          <p:nvPr/>
        </p:nvSpPr>
        <p:spPr>
          <a:xfrm>
            <a:off x="749808" y="292608"/>
            <a:ext cx="2619756" cy="201168"/>
          </a:xfrm>
          <a:prstGeom prst="rect">
            <a:avLst/>
          </a:prstGeom>
          <a:noFill/>
          <a:ln/>
        </p:spPr>
        <p:txBody>
          <a:bodyPr wrap="square" lIns="0" tIns="0" rIns="0" bIns="0" rtlCol="0" anchor="t"/>
          <a:lstStyle/>
          <a:p>
            <a:pPr indent="0" marL="0">
              <a:buNone/>
            </a:pPr>
            <a:r>
              <a:rPr lang="en-US" sz="900" b="1" spc="180" kern="0" dirty="0">
                <a:solidFill>
                  <a:srgbClr val="0F0F10"/>
                </a:solidFill>
                <a:latin typeface="Manrope" pitchFamily="34" charset="0"/>
                <a:ea typeface="Manrope" pitchFamily="34" charset="-122"/>
                <a:cs typeface="Manrope" pitchFamily="34" charset="-120"/>
              </a:rPr>
              <a:t>2.5  CLEAR SPACE</a:t>
            </a:r>
            <a:endParaRPr lang="en-US" sz="900" dirty="0"/>
          </a:p>
        </p:txBody>
      </p:sp>
      <p:sp>
        <p:nvSpPr>
          <p:cNvPr id="7" name="Text 5"/>
          <p:cNvSpPr txBox="1"/>
          <p:nvPr/>
        </p:nvSpPr>
        <p:spPr>
          <a:xfrm>
            <a:off x="749808" y="694944"/>
            <a:ext cx="2619756" cy="3840480"/>
          </a:xfrm>
          <a:prstGeom prst="rect">
            <a:avLst/>
          </a:prstGeom>
          <a:noFill/>
          <a:ln/>
        </p:spPr>
        <p:txBody>
          <a:bodyPr wrap="square" lIns="0" tIns="0" rIns="0" bIns="0" rtlCol="0" anchor="t"/>
          <a:lstStyle/>
          <a:p>
            <a:pPr indent="0" marL="0">
              <a:lnSpc>
                <a:spcPct val="142000"/>
              </a:lnSpc>
              <a:buNone/>
            </a:pPr>
            <a:r>
              <a:rPr lang="en-US" sz="1150" dirty="0">
                <a:solidFill>
                  <a:srgbClr val="1C1A17"/>
                </a:solidFill>
                <a:latin typeface="Bookmania" pitchFamily="34" charset="0"/>
                <a:ea typeface="Bookmania" pitchFamily="34" charset="-122"/>
                <a:cs typeface="Bookmania" pitchFamily="34" charset="-120"/>
              </a:rPr>
              <a:t>Clear space is measured in mark-heights: one and a half on every side, one as the floor. Nothing enters that field — no type, no rule, no image edge.</a:t>
            </a:r>
            <a:endParaRPr lang="en-US" sz="1150" dirty="0"/>
          </a:p>
        </p:txBody>
      </p:sp>
      <p:sp>
        <p:nvSpPr>
          <p:cNvPr id="8" name="Text 6"/>
          <p:cNvSpPr txBox="1"/>
          <p:nvPr/>
        </p:nvSpPr>
        <p:spPr>
          <a:xfrm>
            <a:off x="749808" y="5166360"/>
            <a:ext cx="2619756" cy="1417320"/>
          </a:xfrm>
          <a:prstGeom prst="rect">
            <a:avLst/>
          </a:prstGeom>
          <a:noFill/>
          <a:ln/>
        </p:spPr>
        <p:txBody>
          <a:bodyPr wrap="square" lIns="0" tIns="0" rIns="0" bIns="0" rtlCol="0" anchor="t"/>
          <a:lstStyle/>
          <a:p>
            <a:pPr indent="0" marL="0">
              <a:lnSpc>
                <a:spcPct val="140000"/>
              </a:lnSpc>
              <a:buNone/>
            </a:pPr>
            <a:r>
              <a:rPr lang="en-US" sz="950" dirty="0">
                <a:solidFill>
                  <a:srgbClr val="5E574C"/>
                </a:solidFill>
                <a:latin typeface="Manrope" pitchFamily="34" charset="0"/>
                <a:ea typeface="Manrope" pitchFamily="34" charset="-122"/>
                <a:cs typeface="Manrope" pitchFamily="34" charset="-120"/>
              </a:rPr>
              <a:t>The scale row shows the ladder in action: the rosette carries every surface down to twenty pixels, and the micro mark takes everything smaller.</a:t>
            </a:r>
            <a:endParaRPr lang="en-US" sz="950" dirty="0"/>
          </a:p>
        </p:txBody>
      </p:sp>
      <p:pic>
        <p:nvPicPr>
          <p:cNvPr id="9" name="Image 0" descr="plate-clearspace.png">    </p:cNvPr>
          <p:cNvPicPr>
            <a:picLocks noChangeAspect="1"/>
          </p:cNvPicPr>
          <p:nvPr/>
        </p:nvPicPr>
        <p:blipFill>
          <a:blip r:embed="rId1"/>
          <a:stretch>
            <a:fillRect/>
          </a:stretch>
        </p:blipFill>
        <p:spPr>
          <a:xfrm>
            <a:off x="3611880" y="1280160"/>
            <a:ext cx="8110728" cy="405536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566928" y="274320"/>
            <a:ext cx="0" cy="6309360"/>
          </a:xfrm>
          <a:prstGeom prst="line">
            <a:avLst/>
          </a:prstGeom>
          <a:noFill/>
          <a:ln w="9525">
            <a:solidFill>
              <a:srgbClr val="BDB4A2"/>
            </a:solidFill>
            <a:prstDash val="solid"/>
          </a:ln>
        </p:spPr>
      </p:sp>
      <p:sp>
        <p:nvSpPr>
          <p:cNvPr id="3" name="Text 1"/>
          <p:cNvSpPr txBox="1"/>
          <p:nvPr/>
        </p:nvSpPr>
        <p:spPr>
          <a:xfrm rot="16200000">
            <a:off x="9144" y="256032"/>
            <a:ext cx="457200" cy="274320"/>
          </a:xfrm>
          <a:prstGeom prst="rect">
            <a:avLst/>
          </a:prstGeom>
          <a:noFill/>
          <a:ln/>
        </p:spPr>
        <p:txBody>
          <a:bodyPr wrap="none" lIns="0" tIns="0" rIns="0" bIns="0" rtlCol="0" anchor="ctr"/>
          <a:lstStyle/>
          <a:p>
            <a:pPr algn="ctr" indent="0" marL="0">
              <a:buNone/>
            </a:pPr>
            <a:r>
              <a:rPr lang="en-US" sz="700" spc="160" kern="0" dirty="0">
                <a:solidFill>
                  <a:srgbClr val="7A7264"/>
                </a:solidFill>
                <a:latin typeface="Manrope" pitchFamily="34" charset="0"/>
                <a:ea typeface="Manrope" pitchFamily="34" charset="-122"/>
                <a:cs typeface="Manrope" pitchFamily="34" charset="-120"/>
              </a:rPr>
              <a:t>017</a:t>
            </a:r>
            <a:endParaRPr lang="en-US" sz="700" dirty="0"/>
          </a:p>
        </p:txBody>
      </p:sp>
      <p:sp>
        <p:nvSpPr>
          <p:cNvPr id="4" name="Text 2"/>
          <p:cNvSpPr txBox="1"/>
          <p:nvPr/>
        </p:nvSpPr>
        <p:spPr>
          <a:xfrm rot="16200000">
            <a:off x="-950976" y="5257800"/>
            <a:ext cx="2377440" cy="274320"/>
          </a:xfrm>
          <a:prstGeom prst="rect">
            <a:avLst/>
          </a:prstGeom>
          <a:noFill/>
          <a:ln/>
        </p:spPr>
        <p:txBody>
          <a:bodyPr wrap="none" lIns="0" tIns="0" rIns="0" bIns="0" rtlCol="0" anchor="ctr"/>
          <a:lstStyle/>
          <a:p>
            <a:pPr algn="l" indent="0" marL="0">
              <a:buNone/>
            </a:pPr>
            <a:r>
              <a:rPr lang="en-US" sz="700" spc="160" kern="0" dirty="0">
                <a:solidFill>
                  <a:srgbClr val="7A7264"/>
                </a:solidFill>
                <a:latin typeface="Manrope" pitchFamily="34" charset="0"/>
                <a:ea typeface="Manrope" pitchFamily="34" charset="-122"/>
                <a:cs typeface="Manrope" pitchFamily="34" charset="-120"/>
              </a:rPr>
              <a:t>THE IDENTITY BOOK</a:t>
            </a:r>
            <a:endParaRPr lang="en-US" sz="700" dirty="0"/>
          </a:p>
        </p:txBody>
      </p:sp>
      <p:sp>
        <p:nvSpPr>
          <p:cNvPr id="5" name="Shape 3"/>
          <p:cNvSpPr/>
          <p:nvPr/>
        </p:nvSpPr>
        <p:spPr>
          <a:xfrm>
            <a:off x="3474720" y="274320"/>
            <a:ext cx="0" cy="6309360"/>
          </a:xfrm>
          <a:prstGeom prst="line">
            <a:avLst/>
          </a:prstGeom>
          <a:noFill/>
          <a:ln w="9525">
            <a:solidFill>
              <a:srgbClr val="BDB4A2"/>
            </a:solidFill>
            <a:prstDash val="solid"/>
          </a:ln>
        </p:spPr>
      </p:sp>
      <p:sp>
        <p:nvSpPr>
          <p:cNvPr id="6" name="Text 4"/>
          <p:cNvSpPr txBox="1"/>
          <p:nvPr/>
        </p:nvSpPr>
        <p:spPr>
          <a:xfrm>
            <a:off x="749808" y="292608"/>
            <a:ext cx="2619756" cy="201168"/>
          </a:xfrm>
          <a:prstGeom prst="rect">
            <a:avLst/>
          </a:prstGeom>
          <a:noFill/>
          <a:ln/>
        </p:spPr>
        <p:txBody>
          <a:bodyPr wrap="square" lIns="0" tIns="0" rIns="0" bIns="0" rtlCol="0" anchor="t"/>
          <a:lstStyle/>
          <a:p>
            <a:pPr indent="0" marL="0">
              <a:buNone/>
            </a:pPr>
            <a:r>
              <a:rPr lang="en-US" sz="900" b="1" spc="180" kern="0" dirty="0">
                <a:solidFill>
                  <a:srgbClr val="0F0F10"/>
                </a:solidFill>
                <a:latin typeface="Manrope" pitchFamily="34" charset="0"/>
                <a:ea typeface="Manrope" pitchFamily="34" charset="-122"/>
                <a:cs typeface="Manrope" pitchFamily="34" charset="-120"/>
              </a:rPr>
              <a:t>2.6  MARK MISUSE</a:t>
            </a:r>
            <a:endParaRPr lang="en-US" sz="900" dirty="0"/>
          </a:p>
        </p:txBody>
      </p:sp>
      <p:sp>
        <p:nvSpPr>
          <p:cNvPr id="7" name="Text 5"/>
          <p:cNvSpPr txBox="1"/>
          <p:nvPr/>
        </p:nvSpPr>
        <p:spPr>
          <a:xfrm>
            <a:off x="749808" y="694944"/>
            <a:ext cx="2619756" cy="3840480"/>
          </a:xfrm>
          <a:prstGeom prst="rect">
            <a:avLst/>
          </a:prstGeom>
          <a:noFill/>
          <a:ln/>
        </p:spPr>
        <p:txBody>
          <a:bodyPr wrap="square" lIns="0" tIns="0" rIns="0" bIns="0" rtlCol="0" anchor="t"/>
          <a:lstStyle/>
          <a:p>
            <a:pPr indent="0" marL="0">
              <a:lnSpc>
                <a:spcPct val="142000"/>
              </a:lnSpc>
              <a:buNone/>
            </a:pPr>
            <a:r>
              <a:rPr lang="en-US" sz="1150" dirty="0">
                <a:solidFill>
                  <a:srgbClr val="1C1A17"/>
                </a:solidFill>
                <a:latin typeface="Bookmania" pitchFamily="34" charset="0"/>
                <a:ea typeface="Bookmania" pitchFamily="34" charset="-122"/>
                <a:cs typeface="Bookmania" pitchFamily="34" charset="-120"/>
              </a:rPr>
              <a:t>The mark is drawn once and applied as drawn. Outlined over the page are the treatments that weaken it. When using the mark, avoid the following.</a:t>
            </a:r>
            <a:endParaRPr lang="en-US" sz="1150" dirty="0"/>
          </a:p>
        </p:txBody>
      </p:sp>
      <p:sp>
        <p:nvSpPr>
          <p:cNvPr id="8" name="Text 6"/>
          <p:cNvSpPr txBox="1"/>
          <p:nvPr/>
        </p:nvSpPr>
        <p:spPr>
          <a:xfrm>
            <a:off x="749808" y="5166360"/>
            <a:ext cx="2619756" cy="1417320"/>
          </a:xfrm>
          <a:prstGeom prst="rect">
            <a:avLst/>
          </a:prstGeom>
          <a:noFill/>
          <a:ln/>
        </p:spPr>
        <p:txBody>
          <a:bodyPr wrap="square" lIns="0" tIns="0" rIns="0" bIns="0" rtlCol="0" anchor="t"/>
          <a:lstStyle/>
          <a:p>
            <a:pPr indent="0" marL="0">
              <a:lnSpc>
                <a:spcPct val="140000"/>
              </a:lnSpc>
              <a:buNone/>
            </a:pPr>
            <a:r>
              <a:rPr lang="en-US" sz="950" dirty="0">
                <a:solidFill>
                  <a:srgbClr val="5E574C"/>
                </a:solidFill>
                <a:latin typeface="Manrope" pitchFamily="34" charset="0"/>
                <a:ea typeface="Manrope" pitchFamily="34" charset="-122"/>
                <a:cs typeface="Manrope" pitchFamily="34" charset="-120"/>
              </a:rPr>
              <a:t>01  Do not rotate</a:t>
            </a:r>
            <a:endParaRPr lang="en-US" sz="950" dirty="0"/>
          </a:p>
          <a:p>
            <a:pPr indent="0" marL="0">
              <a:lnSpc>
                <a:spcPct val="140000"/>
              </a:lnSpc>
              <a:buNone/>
            </a:pPr>
            <a:r>
              <a:rPr lang="en-US" sz="950" dirty="0">
                <a:solidFill>
                  <a:srgbClr val="5E574C"/>
                </a:solidFill>
                <a:latin typeface="Manrope" pitchFamily="34" charset="0"/>
                <a:ea typeface="Manrope" pitchFamily="34" charset="-122"/>
                <a:cs typeface="Manrope" pitchFamily="34" charset="-120"/>
              </a:rPr>
              <a:t>02  Do not outline</a:t>
            </a:r>
            <a:endParaRPr lang="en-US" sz="950" dirty="0"/>
          </a:p>
          <a:p>
            <a:pPr indent="0" marL="0">
              <a:lnSpc>
                <a:spcPct val="140000"/>
              </a:lnSpc>
              <a:buNone/>
            </a:pPr>
            <a:r>
              <a:rPr lang="en-US" sz="950" dirty="0">
                <a:solidFill>
                  <a:srgbClr val="5E574C"/>
                </a:solidFill>
                <a:latin typeface="Manrope" pitchFamily="34" charset="0"/>
                <a:ea typeface="Manrope" pitchFamily="34" charset="-122"/>
                <a:cs typeface="Manrope" pitchFamily="34" charset="-120"/>
              </a:rPr>
              <a:t>03  Do not distort</a:t>
            </a:r>
            <a:endParaRPr lang="en-US" sz="950" dirty="0"/>
          </a:p>
          <a:p>
            <a:pPr indent="0" marL="0">
              <a:lnSpc>
                <a:spcPct val="140000"/>
              </a:lnSpc>
              <a:buNone/>
            </a:pPr>
            <a:r>
              <a:rPr lang="en-US" sz="950" dirty="0">
                <a:solidFill>
                  <a:srgbClr val="5E574C"/>
                </a:solidFill>
                <a:latin typeface="Manrope" pitchFamily="34" charset="0"/>
                <a:ea typeface="Manrope" pitchFamily="34" charset="-122"/>
                <a:cs typeface="Manrope" pitchFamily="34" charset="-120"/>
              </a:rPr>
              <a:t>04  Do not recolour off-palette</a:t>
            </a:r>
            <a:endParaRPr lang="en-US" sz="950" dirty="0"/>
          </a:p>
          <a:p>
            <a:pPr indent="0" marL="0">
              <a:lnSpc>
                <a:spcPct val="140000"/>
              </a:lnSpc>
              <a:buNone/>
            </a:pPr>
            <a:r>
              <a:rPr lang="en-US" sz="950" dirty="0">
                <a:solidFill>
                  <a:srgbClr val="5E574C"/>
                </a:solidFill>
                <a:latin typeface="Manrope" pitchFamily="34" charset="0"/>
                <a:ea typeface="Manrope" pitchFamily="34" charset="-122"/>
                <a:cs typeface="Manrope" pitchFamily="34" charset="-120"/>
              </a:rPr>
              <a:t>05  Do not add effects</a:t>
            </a:r>
            <a:endParaRPr lang="en-US" sz="950" dirty="0"/>
          </a:p>
          <a:p>
            <a:pPr indent="0" marL="0">
              <a:lnSpc>
                <a:spcPct val="140000"/>
              </a:lnSpc>
              <a:buNone/>
            </a:pPr>
            <a:r>
              <a:rPr lang="en-US" sz="950" dirty="0">
                <a:solidFill>
                  <a:srgbClr val="5E574C"/>
                </a:solidFill>
                <a:latin typeface="Manrope" pitchFamily="34" charset="0"/>
                <a:ea typeface="Manrope" pitchFamily="34" charset="-122"/>
                <a:cs typeface="Manrope" pitchFamily="34" charset="-120"/>
              </a:rPr>
              <a:t>06  Do not set the rosette below 20 px</a:t>
            </a:r>
            <a:endParaRPr lang="en-US" sz="950" dirty="0"/>
          </a:p>
        </p:txBody>
      </p:sp>
      <p:pic>
        <p:nvPicPr>
          <p:cNvPr id="9" name="Image 0" descr="plate-mark-misuse.png">    </p:cNvPr>
          <p:cNvPicPr>
            <a:picLocks noChangeAspect="1"/>
          </p:cNvPicPr>
          <p:nvPr/>
        </p:nvPicPr>
        <p:blipFill>
          <a:blip r:embed="rId1"/>
          <a:stretch>
            <a:fillRect/>
          </a:stretch>
        </p:blipFill>
        <p:spPr>
          <a:xfrm>
            <a:off x="3611880" y="1463040"/>
            <a:ext cx="8110728" cy="337947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566928" y="274320"/>
            <a:ext cx="0" cy="6309360"/>
          </a:xfrm>
          <a:prstGeom prst="line">
            <a:avLst/>
          </a:prstGeom>
          <a:noFill/>
          <a:ln w="9525">
            <a:solidFill>
              <a:srgbClr val="BDB4A2"/>
            </a:solidFill>
            <a:prstDash val="solid"/>
          </a:ln>
        </p:spPr>
      </p:sp>
      <p:sp>
        <p:nvSpPr>
          <p:cNvPr id="3" name="Text 1"/>
          <p:cNvSpPr txBox="1"/>
          <p:nvPr/>
        </p:nvSpPr>
        <p:spPr>
          <a:xfrm rot="16200000">
            <a:off x="9144" y="256032"/>
            <a:ext cx="457200" cy="274320"/>
          </a:xfrm>
          <a:prstGeom prst="rect">
            <a:avLst/>
          </a:prstGeom>
          <a:noFill/>
          <a:ln/>
        </p:spPr>
        <p:txBody>
          <a:bodyPr wrap="none" lIns="0" tIns="0" rIns="0" bIns="0" rtlCol="0" anchor="ctr"/>
          <a:lstStyle/>
          <a:p>
            <a:pPr algn="ctr" indent="0" marL="0">
              <a:buNone/>
            </a:pPr>
            <a:r>
              <a:rPr lang="en-US" sz="700" spc="160" kern="0" dirty="0">
                <a:solidFill>
                  <a:srgbClr val="7A7264"/>
                </a:solidFill>
                <a:latin typeface="Manrope" pitchFamily="34" charset="0"/>
                <a:ea typeface="Manrope" pitchFamily="34" charset="-122"/>
                <a:cs typeface="Manrope" pitchFamily="34" charset="-120"/>
              </a:rPr>
              <a:t>018</a:t>
            </a:r>
            <a:endParaRPr lang="en-US" sz="700" dirty="0"/>
          </a:p>
        </p:txBody>
      </p:sp>
      <p:sp>
        <p:nvSpPr>
          <p:cNvPr id="4" name="Text 2"/>
          <p:cNvSpPr txBox="1"/>
          <p:nvPr/>
        </p:nvSpPr>
        <p:spPr>
          <a:xfrm rot="16200000">
            <a:off x="-950976" y="5257800"/>
            <a:ext cx="2377440" cy="274320"/>
          </a:xfrm>
          <a:prstGeom prst="rect">
            <a:avLst/>
          </a:prstGeom>
          <a:noFill/>
          <a:ln/>
        </p:spPr>
        <p:txBody>
          <a:bodyPr wrap="none" lIns="0" tIns="0" rIns="0" bIns="0" rtlCol="0" anchor="ctr"/>
          <a:lstStyle/>
          <a:p>
            <a:pPr algn="l" indent="0" marL="0">
              <a:buNone/>
            </a:pPr>
            <a:r>
              <a:rPr lang="en-US" sz="700" spc="160" kern="0" dirty="0">
                <a:solidFill>
                  <a:srgbClr val="7A7264"/>
                </a:solidFill>
                <a:latin typeface="Manrope" pitchFamily="34" charset="0"/>
                <a:ea typeface="Manrope" pitchFamily="34" charset="-122"/>
                <a:cs typeface="Manrope" pitchFamily="34" charset="-120"/>
              </a:rPr>
              <a:t>THE IDENTITY BOOK</a:t>
            </a:r>
            <a:endParaRPr lang="en-US" sz="700" dirty="0"/>
          </a:p>
        </p:txBody>
      </p:sp>
      <p:sp>
        <p:nvSpPr>
          <p:cNvPr id="5" name="Text 3"/>
          <p:cNvSpPr txBox="1"/>
          <p:nvPr/>
        </p:nvSpPr>
        <p:spPr>
          <a:xfrm rot="16200000">
            <a:off x="-1586484" y="3337560"/>
            <a:ext cx="5623560" cy="868680"/>
          </a:xfrm>
          <a:prstGeom prst="rect">
            <a:avLst/>
          </a:prstGeom>
          <a:noFill/>
          <a:ln/>
        </p:spPr>
        <p:txBody>
          <a:bodyPr wrap="none" lIns="0" tIns="0" rIns="0" bIns="0" rtlCol="0" anchor="ctr"/>
          <a:lstStyle/>
          <a:p>
            <a:pPr algn="l" indent="0" marL="0">
              <a:buNone/>
            </a:pPr>
            <a:r>
              <a:rPr lang="en-US" sz="5000" dirty="0">
                <a:solidFill>
                  <a:srgbClr val="0F0F10"/>
                </a:solidFill>
                <a:latin typeface="Bookmania" pitchFamily="34" charset="0"/>
                <a:ea typeface="Bookmania" pitchFamily="34" charset="-122"/>
                <a:cs typeface="Bookmania" pitchFamily="34" charset="-120"/>
              </a:rPr>
              <a:t>COLOUR</a:t>
            </a:r>
            <a:endParaRPr lang="en-US" sz="5000" dirty="0"/>
          </a:p>
        </p:txBody>
      </p:sp>
      <p:sp>
        <p:nvSpPr>
          <p:cNvPr id="6" name="Shape 4"/>
          <p:cNvSpPr/>
          <p:nvPr/>
        </p:nvSpPr>
        <p:spPr>
          <a:xfrm>
            <a:off x="1700784" y="274320"/>
            <a:ext cx="0" cy="6309360"/>
          </a:xfrm>
          <a:prstGeom prst="line">
            <a:avLst/>
          </a:prstGeom>
          <a:noFill/>
          <a:ln w="9525">
            <a:solidFill>
              <a:srgbClr val="BDB4A2"/>
            </a:solidFill>
            <a:prstDash val="solid"/>
          </a:ln>
        </p:spPr>
      </p:sp>
      <p:sp>
        <p:nvSpPr>
          <p:cNvPr id="7" name="Text 5"/>
          <p:cNvSpPr txBox="1"/>
          <p:nvPr/>
        </p:nvSpPr>
        <p:spPr>
          <a:xfrm>
            <a:off x="1956816" y="292608"/>
            <a:ext cx="548640" cy="201168"/>
          </a:xfrm>
          <a:prstGeom prst="rect">
            <a:avLst/>
          </a:prstGeom>
          <a:noFill/>
          <a:ln/>
        </p:spPr>
        <p:txBody>
          <a:bodyPr wrap="square" lIns="0" tIns="0" rIns="0" bIns="0" rtlCol="0" anchor="t"/>
          <a:lstStyle/>
          <a:p>
            <a:pPr indent="0" marL="0">
              <a:buNone/>
            </a:pPr>
            <a:r>
              <a:rPr lang="en-US" sz="950" b="1" spc="180" kern="0" dirty="0">
                <a:solidFill>
                  <a:srgbClr val="0F0F10"/>
                </a:solidFill>
                <a:latin typeface="Manrope" pitchFamily="34" charset="0"/>
                <a:ea typeface="Manrope" pitchFamily="34" charset="-122"/>
                <a:cs typeface="Manrope" pitchFamily="34" charset="-120"/>
              </a:rPr>
              <a:t>3.0</a:t>
            </a:r>
            <a:endParaRPr lang="en-US" sz="950" dirty="0"/>
          </a:p>
        </p:txBody>
      </p:sp>
      <p:sp>
        <p:nvSpPr>
          <p:cNvPr id="8" name="Text 6"/>
          <p:cNvSpPr txBox="1"/>
          <p:nvPr/>
        </p:nvSpPr>
        <p:spPr>
          <a:xfrm>
            <a:off x="2615184" y="292608"/>
            <a:ext cx="2103120" cy="201168"/>
          </a:xfrm>
          <a:prstGeom prst="rect">
            <a:avLst/>
          </a:prstGeom>
          <a:noFill/>
          <a:ln/>
        </p:spPr>
        <p:txBody>
          <a:bodyPr wrap="square" lIns="0" tIns="0" rIns="0" bIns="0" rtlCol="0" anchor="t"/>
          <a:lstStyle/>
          <a:p>
            <a:pPr indent="0" marL="0">
              <a:buNone/>
            </a:pPr>
            <a:r>
              <a:rPr lang="en-US" sz="950" b="1" spc="180" kern="0" dirty="0">
                <a:solidFill>
                  <a:srgbClr val="0F0F10"/>
                </a:solidFill>
                <a:latin typeface="Manrope" pitchFamily="34" charset="0"/>
                <a:ea typeface="Manrope" pitchFamily="34" charset="-122"/>
                <a:cs typeface="Manrope" pitchFamily="34" charset="-120"/>
              </a:rPr>
              <a:t>COLOUR</a:t>
            </a:r>
            <a:endParaRPr lang="en-US" sz="950" dirty="0"/>
          </a:p>
        </p:txBody>
      </p:sp>
      <p:sp>
        <p:nvSpPr>
          <p:cNvPr id="9" name="Text 7"/>
          <p:cNvSpPr txBox="1"/>
          <p:nvPr/>
        </p:nvSpPr>
        <p:spPr>
          <a:xfrm>
            <a:off x="4608576" y="292608"/>
            <a:ext cx="457200" cy="201168"/>
          </a:xfrm>
          <a:prstGeom prst="rect">
            <a:avLst/>
          </a:prstGeom>
          <a:noFill/>
          <a:ln/>
        </p:spPr>
        <p:txBody>
          <a:bodyPr wrap="square" lIns="0" tIns="0" rIns="0" bIns="0" rtlCol="0" anchor="t"/>
          <a:lstStyle/>
          <a:p>
            <a:pPr algn="r" indent="0" marL="0">
              <a:buNone/>
            </a:pPr>
            <a:r>
              <a:rPr lang="en-US" sz="950" b="1" spc="180" kern="0" dirty="0">
                <a:solidFill>
                  <a:srgbClr val="0F0F10"/>
                </a:solidFill>
                <a:latin typeface="Manrope" pitchFamily="34" charset="0"/>
                <a:ea typeface="Manrope" pitchFamily="34" charset="-122"/>
                <a:cs typeface="Manrope" pitchFamily="34" charset="-120"/>
              </a:rPr>
              <a:t>18</a:t>
            </a:r>
            <a:endParaRPr lang="en-US" sz="950" dirty="0"/>
          </a:p>
        </p:txBody>
      </p:sp>
      <p:sp>
        <p:nvSpPr>
          <p:cNvPr id="10" name="Text 8"/>
          <p:cNvSpPr txBox="1"/>
          <p:nvPr/>
        </p:nvSpPr>
        <p:spPr>
          <a:xfrm>
            <a:off x="1956816" y="694944"/>
            <a:ext cx="548640" cy="219456"/>
          </a:xfrm>
          <a:prstGeom prst="rect">
            <a:avLst/>
          </a:prstGeom>
          <a:noFill/>
          <a:ln/>
        </p:spPr>
        <p:txBody>
          <a:bodyPr wrap="square" lIns="0" tIns="0" rIns="0" bIns="0" rtlCol="0" anchor="t"/>
          <a:lstStyle/>
          <a:p>
            <a:pPr indent="0" marL="0">
              <a:buNone/>
            </a:pPr>
            <a:r>
              <a:rPr lang="en-US" sz="1050" dirty="0">
                <a:solidFill>
                  <a:srgbClr val="5E574C"/>
                </a:solidFill>
                <a:latin typeface="Bookmania" pitchFamily="34" charset="0"/>
                <a:ea typeface="Bookmania" pitchFamily="34" charset="-122"/>
                <a:cs typeface="Bookmania" pitchFamily="34" charset="-120"/>
              </a:rPr>
              <a:t>3.1</a:t>
            </a:r>
            <a:endParaRPr lang="en-US" sz="1050" dirty="0"/>
          </a:p>
        </p:txBody>
      </p:sp>
      <p:sp>
        <p:nvSpPr>
          <p:cNvPr id="11" name="Text 9"/>
          <p:cNvSpPr txBox="1"/>
          <p:nvPr/>
        </p:nvSpPr>
        <p:spPr>
          <a:xfrm>
            <a:off x="2615184" y="694944"/>
            <a:ext cx="2103120" cy="219456"/>
          </a:xfrm>
          <a:prstGeom prst="rect">
            <a:avLst/>
          </a:prstGeom>
          <a:noFill/>
          <a:ln/>
        </p:spPr>
        <p:txBody>
          <a:bodyPr wrap="square" lIns="0" tIns="0" rIns="0" bIns="0" rtlCol="0" anchor="t"/>
          <a:lstStyle/>
          <a:p>
            <a:pPr indent="0" marL="0">
              <a:buNone/>
            </a:pPr>
            <a:r>
              <a:rPr lang="en-US" sz="1050" dirty="0">
                <a:solidFill>
                  <a:srgbClr val="1C1A17"/>
                </a:solidFill>
                <a:latin typeface="Bookmania" pitchFamily="34" charset="0"/>
                <a:ea typeface="Bookmania" pitchFamily="34" charset="-122"/>
                <a:cs typeface="Bookmania" pitchFamily="34" charset="-120"/>
              </a:rPr>
              <a:t>Primary Palette</a:t>
            </a:r>
            <a:endParaRPr lang="en-US" sz="1050" dirty="0"/>
          </a:p>
        </p:txBody>
      </p:sp>
      <p:sp>
        <p:nvSpPr>
          <p:cNvPr id="12" name="Text 10"/>
          <p:cNvSpPr txBox="1"/>
          <p:nvPr/>
        </p:nvSpPr>
        <p:spPr>
          <a:xfrm>
            <a:off x="4608576" y="694944"/>
            <a:ext cx="457200" cy="219456"/>
          </a:xfrm>
          <a:prstGeom prst="rect">
            <a:avLst/>
          </a:prstGeom>
          <a:noFill/>
          <a:ln/>
        </p:spPr>
        <p:txBody>
          <a:bodyPr wrap="square" lIns="0" tIns="0" rIns="0" bIns="0" rtlCol="0" anchor="t"/>
          <a:lstStyle/>
          <a:p>
            <a:pPr algn="r" indent="0" marL="0">
              <a:buNone/>
            </a:pPr>
            <a:r>
              <a:rPr lang="en-US" sz="1050" dirty="0">
                <a:solidFill>
                  <a:srgbClr val="5E574C"/>
                </a:solidFill>
                <a:latin typeface="Bookmania" pitchFamily="34" charset="0"/>
                <a:ea typeface="Bookmania" pitchFamily="34" charset="-122"/>
                <a:cs typeface="Bookmania" pitchFamily="34" charset="-120"/>
              </a:rPr>
              <a:t>19</a:t>
            </a:r>
            <a:endParaRPr lang="en-US" sz="1050" dirty="0"/>
          </a:p>
        </p:txBody>
      </p:sp>
      <p:sp>
        <p:nvSpPr>
          <p:cNvPr id="13" name="Text 11"/>
          <p:cNvSpPr txBox="1"/>
          <p:nvPr/>
        </p:nvSpPr>
        <p:spPr>
          <a:xfrm>
            <a:off x="1956816" y="941832"/>
            <a:ext cx="548640" cy="219456"/>
          </a:xfrm>
          <a:prstGeom prst="rect">
            <a:avLst/>
          </a:prstGeom>
          <a:noFill/>
          <a:ln/>
        </p:spPr>
        <p:txBody>
          <a:bodyPr wrap="square" lIns="0" tIns="0" rIns="0" bIns="0" rtlCol="0" anchor="t"/>
          <a:lstStyle/>
          <a:p>
            <a:pPr indent="0" marL="0">
              <a:buNone/>
            </a:pPr>
            <a:r>
              <a:rPr lang="en-US" sz="1050" dirty="0">
                <a:solidFill>
                  <a:srgbClr val="5E574C"/>
                </a:solidFill>
                <a:latin typeface="Bookmania" pitchFamily="34" charset="0"/>
                <a:ea typeface="Bookmania" pitchFamily="34" charset="-122"/>
                <a:cs typeface="Bookmania" pitchFamily="34" charset="-120"/>
              </a:rPr>
              <a:t>3.2</a:t>
            </a:r>
            <a:endParaRPr lang="en-US" sz="1050" dirty="0"/>
          </a:p>
        </p:txBody>
      </p:sp>
      <p:sp>
        <p:nvSpPr>
          <p:cNvPr id="14" name="Text 12"/>
          <p:cNvSpPr txBox="1"/>
          <p:nvPr/>
        </p:nvSpPr>
        <p:spPr>
          <a:xfrm>
            <a:off x="2615184" y="941832"/>
            <a:ext cx="2103120" cy="219456"/>
          </a:xfrm>
          <a:prstGeom prst="rect">
            <a:avLst/>
          </a:prstGeom>
          <a:noFill/>
          <a:ln/>
        </p:spPr>
        <p:txBody>
          <a:bodyPr wrap="square" lIns="0" tIns="0" rIns="0" bIns="0" rtlCol="0" anchor="t"/>
          <a:lstStyle/>
          <a:p>
            <a:pPr indent="0" marL="0">
              <a:buNone/>
            </a:pPr>
            <a:r>
              <a:rPr lang="en-US" sz="1050" dirty="0">
                <a:solidFill>
                  <a:srgbClr val="1C1A17"/>
                </a:solidFill>
                <a:latin typeface="Bookmania" pitchFamily="34" charset="0"/>
                <a:ea typeface="Bookmania" pitchFamily="34" charset="-122"/>
                <a:cs typeface="Bookmania" pitchFamily="34" charset="-120"/>
              </a:rPr>
              <a:t>Surface Tints</a:t>
            </a:r>
            <a:endParaRPr lang="en-US" sz="1050" dirty="0"/>
          </a:p>
        </p:txBody>
      </p:sp>
      <p:sp>
        <p:nvSpPr>
          <p:cNvPr id="15" name="Text 13"/>
          <p:cNvSpPr txBox="1"/>
          <p:nvPr/>
        </p:nvSpPr>
        <p:spPr>
          <a:xfrm>
            <a:off x="4608576" y="941832"/>
            <a:ext cx="457200" cy="219456"/>
          </a:xfrm>
          <a:prstGeom prst="rect">
            <a:avLst/>
          </a:prstGeom>
          <a:noFill/>
          <a:ln/>
        </p:spPr>
        <p:txBody>
          <a:bodyPr wrap="square" lIns="0" tIns="0" rIns="0" bIns="0" rtlCol="0" anchor="t"/>
          <a:lstStyle/>
          <a:p>
            <a:pPr algn="r" indent="0" marL="0">
              <a:buNone/>
            </a:pPr>
            <a:r>
              <a:rPr lang="en-US" sz="1050" dirty="0">
                <a:solidFill>
                  <a:srgbClr val="5E574C"/>
                </a:solidFill>
                <a:latin typeface="Bookmania" pitchFamily="34" charset="0"/>
                <a:ea typeface="Bookmania" pitchFamily="34" charset="-122"/>
                <a:cs typeface="Bookmania" pitchFamily="34" charset="-120"/>
              </a:rPr>
              <a:t>20</a:t>
            </a:r>
            <a:endParaRPr lang="en-US" sz="1050" dirty="0"/>
          </a:p>
        </p:txBody>
      </p:sp>
      <p:sp>
        <p:nvSpPr>
          <p:cNvPr id="16" name="Text 14"/>
          <p:cNvSpPr txBox="1"/>
          <p:nvPr/>
        </p:nvSpPr>
        <p:spPr>
          <a:xfrm>
            <a:off x="1956816" y="1188720"/>
            <a:ext cx="548640" cy="219456"/>
          </a:xfrm>
          <a:prstGeom prst="rect">
            <a:avLst/>
          </a:prstGeom>
          <a:noFill/>
          <a:ln/>
        </p:spPr>
        <p:txBody>
          <a:bodyPr wrap="square" lIns="0" tIns="0" rIns="0" bIns="0" rtlCol="0" anchor="t"/>
          <a:lstStyle/>
          <a:p>
            <a:pPr indent="0" marL="0">
              <a:buNone/>
            </a:pPr>
            <a:r>
              <a:rPr lang="en-US" sz="1050" dirty="0">
                <a:solidFill>
                  <a:srgbClr val="5E574C"/>
                </a:solidFill>
                <a:latin typeface="Bookmania" pitchFamily="34" charset="0"/>
                <a:ea typeface="Bookmania" pitchFamily="34" charset="-122"/>
                <a:cs typeface="Bookmania" pitchFamily="34" charset="-120"/>
              </a:rPr>
              <a:t>3.3</a:t>
            </a:r>
            <a:endParaRPr lang="en-US" sz="1050" dirty="0"/>
          </a:p>
        </p:txBody>
      </p:sp>
      <p:sp>
        <p:nvSpPr>
          <p:cNvPr id="17" name="Text 15"/>
          <p:cNvSpPr txBox="1"/>
          <p:nvPr/>
        </p:nvSpPr>
        <p:spPr>
          <a:xfrm>
            <a:off x="2615184" y="1188720"/>
            <a:ext cx="2103120" cy="219456"/>
          </a:xfrm>
          <a:prstGeom prst="rect">
            <a:avLst/>
          </a:prstGeom>
          <a:noFill/>
          <a:ln/>
        </p:spPr>
        <p:txBody>
          <a:bodyPr wrap="square" lIns="0" tIns="0" rIns="0" bIns="0" rtlCol="0" anchor="t"/>
          <a:lstStyle/>
          <a:p>
            <a:pPr indent="0" marL="0">
              <a:buNone/>
            </a:pPr>
            <a:r>
              <a:rPr lang="en-US" sz="1050" dirty="0">
                <a:solidFill>
                  <a:srgbClr val="1C1A17"/>
                </a:solidFill>
                <a:latin typeface="Bookmania" pitchFamily="34" charset="0"/>
                <a:ea typeface="Bookmania" pitchFamily="34" charset="-122"/>
                <a:cs typeface="Bookmania" pitchFamily="34" charset="-120"/>
              </a:rPr>
              <a:t>Colour Weighting</a:t>
            </a:r>
            <a:endParaRPr lang="en-US" sz="1050" dirty="0"/>
          </a:p>
        </p:txBody>
      </p:sp>
      <p:sp>
        <p:nvSpPr>
          <p:cNvPr id="18" name="Text 16"/>
          <p:cNvSpPr txBox="1"/>
          <p:nvPr/>
        </p:nvSpPr>
        <p:spPr>
          <a:xfrm>
            <a:off x="4608576" y="1188720"/>
            <a:ext cx="457200" cy="219456"/>
          </a:xfrm>
          <a:prstGeom prst="rect">
            <a:avLst/>
          </a:prstGeom>
          <a:noFill/>
          <a:ln/>
        </p:spPr>
        <p:txBody>
          <a:bodyPr wrap="square" lIns="0" tIns="0" rIns="0" bIns="0" rtlCol="0" anchor="t"/>
          <a:lstStyle/>
          <a:p>
            <a:pPr algn="r" indent="0" marL="0">
              <a:buNone/>
            </a:pPr>
            <a:r>
              <a:rPr lang="en-US" sz="1050" dirty="0">
                <a:solidFill>
                  <a:srgbClr val="5E574C"/>
                </a:solidFill>
                <a:latin typeface="Bookmania" pitchFamily="34" charset="0"/>
                <a:ea typeface="Bookmania" pitchFamily="34" charset="-122"/>
                <a:cs typeface="Bookmania" pitchFamily="34" charset="-120"/>
              </a:rPr>
              <a:t>21</a:t>
            </a:r>
            <a:endParaRPr lang="en-US" sz="1050" dirty="0"/>
          </a:p>
        </p:txBody>
      </p:sp>
      <p:sp>
        <p:nvSpPr>
          <p:cNvPr id="19" name="Text 17"/>
          <p:cNvSpPr txBox="1"/>
          <p:nvPr/>
        </p:nvSpPr>
        <p:spPr>
          <a:xfrm>
            <a:off x="1956816" y="1435608"/>
            <a:ext cx="548640" cy="219456"/>
          </a:xfrm>
          <a:prstGeom prst="rect">
            <a:avLst/>
          </a:prstGeom>
          <a:noFill/>
          <a:ln/>
        </p:spPr>
        <p:txBody>
          <a:bodyPr wrap="square" lIns="0" tIns="0" rIns="0" bIns="0" rtlCol="0" anchor="t"/>
          <a:lstStyle/>
          <a:p>
            <a:pPr indent="0" marL="0">
              <a:buNone/>
            </a:pPr>
            <a:r>
              <a:rPr lang="en-US" sz="1050" dirty="0">
                <a:solidFill>
                  <a:srgbClr val="5E574C"/>
                </a:solidFill>
                <a:latin typeface="Bookmania" pitchFamily="34" charset="0"/>
                <a:ea typeface="Bookmania" pitchFamily="34" charset="-122"/>
                <a:cs typeface="Bookmania" pitchFamily="34" charset="-120"/>
              </a:rPr>
              <a:t>3.4</a:t>
            </a:r>
            <a:endParaRPr lang="en-US" sz="1050" dirty="0"/>
          </a:p>
        </p:txBody>
      </p:sp>
      <p:sp>
        <p:nvSpPr>
          <p:cNvPr id="20" name="Text 18"/>
          <p:cNvSpPr txBox="1"/>
          <p:nvPr/>
        </p:nvSpPr>
        <p:spPr>
          <a:xfrm>
            <a:off x="2615184" y="1435608"/>
            <a:ext cx="2103120" cy="219456"/>
          </a:xfrm>
          <a:prstGeom prst="rect">
            <a:avLst/>
          </a:prstGeom>
          <a:noFill/>
          <a:ln/>
        </p:spPr>
        <p:txBody>
          <a:bodyPr wrap="square" lIns="0" tIns="0" rIns="0" bIns="0" rtlCol="0" anchor="t"/>
          <a:lstStyle/>
          <a:p>
            <a:pPr indent="0" marL="0">
              <a:buNone/>
            </a:pPr>
            <a:r>
              <a:rPr lang="en-US" sz="1050" dirty="0">
                <a:solidFill>
                  <a:srgbClr val="1C1A17"/>
                </a:solidFill>
                <a:latin typeface="Bookmania" pitchFamily="34" charset="0"/>
                <a:ea typeface="Bookmania" pitchFamily="34" charset="-122"/>
                <a:cs typeface="Bookmania" pitchFamily="34" charset="-120"/>
              </a:rPr>
              <a:t>Colour Combinations</a:t>
            </a:r>
            <a:endParaRPr lang="en-US" sz="1050" dirty="0"/>
          </a:p>
        </p:txBody>
      </p:sp>
      <p:sp>
        <p:nvSpPr>
          <p:cNvPr id="21" name="Text 19"/>
          <p:cNvSpPr txBox="1"/>
          <p:nvPr/>
        </p:nvSpPr>
        <p:spPr>
          <a:xfrm>
            <a:off x="4608576" y="1435608"/>
            <a:ext cx="457200" cy="219456"/>
          </a:xfrm>
          <a:prstGeom prst="rect">
            <a:avLst/>
          </a:prstGeom>
          <a:noFill/>
          <a:ln/>
        </p:spPr>
        <p:txBody>
          <a:bodyPr wrap="square" lIns="0" tIns="0" rIns="0" bIns="0" rtlCol="0" anchor="t"/>
          <a:lstStyle/>
          <a:p>
            <a:pPr algn="r" indent="0" marL="0">
              <a:buNone/>
            </a:pPr>
            <a:r>
              <a:rPr lang="en-US" sz="1050" dirty="0">
                <a:solidFill>
                  <a:srgbClr val="5E574C"/>
                </a:solidFill>
                <a:latin typeface="Bookmania" pitchFamily="34" charset="0"/>
                <a:ea typeface="Bookmania" pitchFamily="34" charset="-122"/>
                <a:cs typeface="Bookmania" pitchFamily="34" charset="-120"/>
              </a:rPr>
              <a:t>22</a:t>
            </a:r>
            <a:endParaRPr lang="en-US" sz="1050" dirty="0"/>
          </a:p>
        </p:txBody>
      </p:sp>
      <p:sp>
        <p:nvSpPr>
          <p:cNvPr id="22" name="Shape 20"/>
          <p:cNvSpPr/>
          <p:nvPr/>
        </p:nvSpPr>
        <p:spPr>
          <a:xfrm>
            <a:off x="5440680" y="274320"/>
            <a:ext cx="0" cy="6309360"/>
          </a:xfrm>
          <a:prstGeom prst="line">
            <a:avLst/>
          </a:prstGeom>
          <a:noFill/>
          <a:ln w="9525">
            <a:solidFill>
              <a:srgbClr val="BDB4A2"/>
            </a:solidFill>
            <a:prstDash val="solid"/>
          </a:ln>
        </p:spPr>
      </p:sp>
      <p:sp>
        <p:nvSpPr>
          <p:cNvPr id="23" name="Text 21"/>
          <p:cNvSpPr txBox="1"/>
          <p:nvPr/>
        </p:nvSpPr>
        <p:spPr>
          <a:xfrm>
            <a:off x="5943600" y="1417320"/>
            <a:ext cx="5669280" cy="4023360"/>
          </a:xfrm>
          <a:prstGeom prst="rect">
            <a:avLst/>
          </a:prstGeom>
          <a:noFill/>
          <a:ln/>
        </p:spPr>
        <p:txBody>
          <a:bodyPr wrap="square" lIns="0" tIns="0" rIns="0" bIns="0" rtlCol="0" anchor="ctr"/>
          <a:lstStyle/>
          <a:p>
            <a:pPr algn="ctr" indent="0" marL="0">
              <a:buNone/>
            </a:pPr>
            <a:r>
              <a:rPr lang="en-US" sz="19000" dirty="0">
                <a:solidFill>
                  <a:srgbClr val="0F0F10"/>
                </a:solidFill>
                <a:latin typeface="Bookmania" pitchFamily="34" charset="0"/>
                <a:ea typeface="Bookmania" pitchFamily="34" charset="-122"/>
                <a:cs typeface="Bookmania" pitchFamily="34" charset="-120"/>
              </a:rPr>
              <a:t>III</a:t>
            </a:r>
            <a:endParaRPr lang="en-US" sz="19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566928" y="274320"/>
            <a:ext cx="0" cy="6309360"/>
          </a:xfrm>
          <a:prstGeom prst="line">
            <a:avLst/>
          </a:prstGeom>
          <a:noFill/>
          <a:ln w="9525">
            <a:solidFill>
              <a:srgbClr val="BDB4A2"/>
            </a:solidFill>
            <a:prstDash val="solid"/>
          </a:ln>
        </p:spPr>
      </p:sp>
      <p:sp>
        <p:nvSpPr>
          <p:cNvPr id="3" name="Text 1"/>
          <p:cNvSpPr txBox="1"/>
          <p:nvPr/>
        </p:nvSpPr>
        <p:spPr>
          <a:xfrm rot="16200000">
            <a:off x="9144" y="256032"/>
            <a:ext cx="457200" cy="274320"/>
          </a:xfrm>
          <a:prstGeom prst="rect">
            <a:avLst/>
          </a:prstGeom>
          <a:noFill/>
          <a:ln/>
        </p:spPr>
        <p:txBody>
          <a:bodyPr wrap="none" lIns="0" tIns="0" rIns="0" bIns="0" rtlCol="0" anchor="ctr"/>
          <a:lstStyle/>
          <a:p>
            <a:pPr algn="ctr" indent="0" marL="0">
              <a:buNone/>
            </a:pPr>
            <a:r>
              <a:rPr lang="en-US" sz="700" spc="160" kern="0" dirty="0">
                <a:solidFill>
                  <a:srgbClr val="7A7264"/>
                </a:solidFill>
                <a:latin typeface="Manrope" pitchFamily="34" charset="0"/>
                <a:ea typeface="Manrope" pitchFamily="34" charset="-122"/>
                <a:cs typeface="Manrope" pitchFamily="34" charset="-120"/>
              </a:rPr>
              <a:t>019</a:t>
            </a:r>
            <a:endParaRPr lang="en-US" sz="700" dirty="0"/>
          </a:p>
        </p:txBody>
      </p:sp>
      <p:sp>
        <p:nvSpPr>
          <p:cNvPr id="4" name="Text 2"/>
          <p:cNvSpPr txBox="1"/>
          <p:nvPr/>
        </p:nvSpPr>
        <p:spPr>
          <a:xfrm rot="16200000">
            <a:off x="-950976" y="5257800"/>
            <a:ext cx="2377440" cy="274320"/>
          </a:xfrm>
          <a:prstGeom prst="rect">
            <a:avLst/>
          </a:prstGeom>
          <a:noFill/>
          <a:ln/>
        </p:spPr>
        <p:txBody>
          <a:bodyPr wrap="none" lIns="0" tIns="0" rIns="0" bIns="0" rtlCol="0" anchor="ctr"/>
          <a:lstStyle/>
          <a:p>
            <a:pPr algn="l" indent="0" marL="0">
              <a:buNone/>
            </a:pPr>
            <a:r>
              <a:rPr lang="en-US" sz="700" spc="160" kern="0" dirty="0">
                <a:solidFill>
                  <a:srgbClr val="7A7264"/>
                </a:solidFill>
                <a:latin typeface="Manrope" pitchFamily="34" charset="0"/>
                <a:ea typeface="Manrope" pitchFamily="34" charset="-122"/>
                <a:cs typeface="Manrope" pitchFamily="34" charset="-120"/>
              </a:rPr>
              <a:t>THE IDENTITY BOOK</a:t>
            </a:r>
            <a:endParaRPr lang="en-US" sz="700" dirty="0"/>
          </a:p>
        </p:txBody>
      </p:sp>
      <p:sp>
        <p:nvSpPr>
          <p:cNvPr id="5" name="Shape 3"/>
          <p:cNvSpPr/>
          <p:nvPr/>
        </p:nvSpPr>
        <p:spPr>
          <a:xfrm>
            <a:off x="3474720" y="274320"/>
            <a:ext cx="0" cy="6309360"/>
          </a:xfrm>
          <a:prstGeom prst="line">
            <a:avLst/>
          </a:prstGeom>
          <a:noFill/>
          <a:ln w="9525">
            <a:solidFill>
              <a:srgbClr val="BDB4A2"/>
            </a:solidFill>
            <a:prstDash val="solid"/>
          </a:ln>
        </p:spPr>
      </p:sp>
      <p:sp>
        <p:nvSpPr>
          <p:cNvPr id="6" name="Text 4"/>
          <p:cNvSpPr txBox="1"/>
          <p:nvPr/>
        </p:nvSpPr>
        <p:spPr>
          <a:xfrm>
            <a:off x="749808" y="292608"/>
            <a:ext cx="2619756" cy="201168"/>
          </a:xfrm>
          <a:prstGeom prst="rect">
            <a:avLst/>
          </a:prstGeom>
          <a:noFill/>
          <a:ln/>
        </p:spPr>
        <p:txBody>
          <a:bodyPr wrap="square" lIns="0" tIns="0" rIns="0" bIns="0" rtlCol="0" anchor="t"/>
          <a:lstStyle/>
          <a:p>
            <a:pPr indent="0" marL="0">
              <a:buNone/>
            </a:pPr>
            <a:r>
              <a:rPr lang="en-US" sz="900" b="1" spc="180" kern="0" dirty="0">
                <a:solidFill>
                  <a:srgbClr val="0F0F10"/>
                </a:solidFill>
                <a:latin typeface="Manrope" pitchFamily="34" charset="0"/>
                <a:ea typeface="Manrope" pitchFamily="34" charset="-122"/>
                <a:cs typeface="Manrope" pitchFamily="34" charset="-120"/>
              </a:rPr>
              <a:t>3.1  PRIMARY PALETTE</a:t>
            </a:r>
            <a:endParaRPr lang="en-US" sz="900" dirty="0"/>
          </a:p>
        </p:txBody>
      </p:sp>
      <p:sp>
        <p:nvSpPr>
          <p:cNvPr id="7" name="Text 5"/>
          <p:cNvSpPr txBox="1"/>
          <p:nvPr/>
        </p:nvSpPr>
        <p:spPr>
          <a:xfrm>
            <a:off x="749808" y="694944"/>
            <a:ext cx="2619756" cy="3840480"/>
          </a:xfrm>
          <a:prstGeom prst="rect">
            <a:avLst/>
          </a:prstGeom>
          <a:noFill/>
          <a:ln/>
        </p:spPr>
        <p:txBody>
          <a:bodyPr wrap="square" lIns="0" tIns="0" rIns="0" bIns="0" rtlCol="0" anchor="t"/>
          <a:lstStyle/>
          <a:p>
            <a:pPr indent="0" marL="0">
              <a:lnSpc>
                <a:spcPct val="142000"/>
              </a:lnSpc>
              <a:buNone/>
            </a:pPr>
            <a:r>
              <a:rPr lang="en-US" sz="1150" dirty="0">
                <a:solidFill>
                  <a:srgbClr val="1C1A17"/>
                </a:solidFill>
                <a:latin typeface="Bookmania" pitchFamily="34" charset="0"/>
                <a:ea typeface="Bookmania" pitchFamily="34" charset="-122"/>
                <a:cs typeface="Bookmania" pitchFamily="34" charset="-120"/>
              </a:rPr>
              <a:t>Bone and ink are the ground. The five voices are drawn from the original five-circle mark — one voice per surface, and all five meet only in the mark.</a:t>
            </a:r>
            <a:endParaRPr lang="en-US" sz="1150" dirty="0"/>
          </a:p>
          <a:p>
            <a:pPr indent="0" marL="0">
              <a:lnSpc>
                <a:spcPct val="142000"/>
              </a:lnSpc>
              <a:buNone/>
            </a:pPr>
            <a:endParaRPr lang="en-US" sz="1150" dirty="0"/>
          </a:p>
          <a:p>
            <a:pPr indent="0" marL="0">
              <a:lnSpc>
                <a:spcPct val="142000"/>
              </a:lnSpc>
              <a:buNone/>
            </a:pPr>
            <a:r>
              <a:rPr lang="en-US" sz="1150" dirty="0">
                <a:solidFill>
                  <a:srgbClr val="1C1A17"/>
                </a:solidFill>
                <a:latin typeface="Bookmania" pitchFamily="34" charset="0"/>
                <a:ea typeface="Bookmania" pitchFamily="34" charset="-122"/>
                <a:cs typeface="Bookmania" pitchFamily="34" charset="-120"/>
              </a:rPr>
              <a:t>Coral leads and does the work of an accent.</a:t>
            </a:r>
            <a:endParaRPr lang="en-US" sz="1150" dirty="0"/>
          </a:p>
        </p:txBody>
      </p:sp>
      <p:sp>
        <p:nvSpPr>
          <p:cNvPr id="8" name="Shape 6"/>
          <p:cNvSpPr/>
          <p:nvPr/>
        </p:nvSpPr>
        <p:spPr>
          <a:xfrm>
            <a:off x="3611880" y="274320"/>
            <a:ext cx="1080298" cy="4480560"/>
          </a:xfrm>
          <a:prstGeom prst="roundRect">
            <a:avLst>
              <a:gd name="adj" fmla="val 7618"/>
            </a:avLst>
          </a:prstGeom>
          <a:solidFill>
            <a:srgbClr val="0F0F10"/>
          </a:solidFill>
          <a:ln/>
        </p:spPr>
      </p:sp>
      <p:sp>
        <p:nvSpPr>
          <p:cNvPr id="9" name="Text 7"/>
          <p:cNvSpPr txBox="1"/>
          <p:nvPr/>
        </p:nvSpPr>
        <p:spPr>
          <a:xfrm>
            <a:off x="3758184" y="475488"/>
            <a:ext cx="805978" cy="201168"/>
          </a:xfrm>
          <a:prstGeom prst="rect">
            <a:avLst/>
          </a:prstGeom>
          <a:noFill/>
          <a:ln/>
        </p:spPr>
        <p:txBody>
          <a:bodyPr wrap="square" lIns="0" tIns="0" rIns="0" bIns="0" rtlCol="0" anchor="t"/>
          <a:lstStyle/>
          <a:p>
            <a:pPr indent="0" marL="0">
              <a:buNone/>
            </a:pPr>
            <a:r>
              <a:rPr lang="en-US" sz="700" b="1" spc="180" kern="0" dirty="0">
                <a:solidFill>
                  <a:srgbClr val="EAE0C8"/>
                </a:solidFill>
                <a:latin typeface="Manrope" pitchFamily="34" charset="0"/>
                <a:ea typeface="Manrope" pitchFamily="34" charset="-122"/>
                <a:cs typeface="Manrope" pitchFamily="34" charset="-120"/>
              </a:rPr>
              <a:t>INK</a:t>
            </a:r>
            <a:endParaRPr lang="en-US" sz="700" dirty="0"/>
          </a:p>
        </p:txBody>
      </p:sp>
      <p:sp>
        <p:nvSpPr>
          <p:cNvPr id="10" name="Text 8"/>
          <p:cNvSpPr txBox="1"/>
          <p:nvPr/>
        </p:nvSpPr>
        <p:spPr>
          <a:xfrm>
            <a:off x="3758184" y="3584448"/>
            <a:ext cx="805978" cy="146304"/>
          </a:xfrm>
          <a:prstGeom prst="rect">
            <a:avLst/>
          </a:prstGeom>
          <a:noFill/>
          <a:ln/>
        </p:spPr>
        <p:txBody>
          <a:bodyPr wrap="square" lIns="0" tIns="0" rIns="0" bIns="0" rtlCol="0" anchor="t"/>
          <a:lstStyle/>
          <a:p>
            <a:pPr indent="0" marL="0">
              <a:buNone/>
            </a:pPr>
            <a:r>
              <a:rPr lang="en-US" sz="600" spc="70" kern="0" dirty="0">
                <a:solidFill>
                  <a:srgbClr val="EAE0C8"/>
                </a:solidFill>
                <a:latin typeface="Manrope" pitchFamily="34" charset="0"/>
                <a:ea typeface="Manrope" pitchFamily="34" charset="-122"/>
                <a:cs typeface="Manrope" pitchFamily="34" charset="-120"/>
              </a:rPr>
              <a:t>HEX</a:t>
            </a:r>
            <a:endParaRPr lang="en-US" sz="600" dirty="0"/>
          </a:p>
        </p:txBody>
      </p:sp>
      <p:sp>
        <p:nvSpPr>
          <p:cNvPr id="11" name="Text 9"/>
          <p:cNvSpPr txBox="1"/>
          <p:nvPr/>
        </p:nvSpPr>
        <p:spPr>
          <a:xfrm>
            <a:off x="3758184" y="3739896"/>
            <a:ext cx="805978" cy="182880"/>
          </a:xfrm>
          <a:prstGeom prst="rect">
            <a:avLst/>
          </a:prstGeom>
          <a:noFill/>
          <a:ln/>
        </p:spPr>
        <p:txBody>
          <a:bodyPr wrap="square" lIns="0" tIns="0" rIns="0" bIns="0" rtlCol="0" anchor="t"/>
          <a:lstStyle/>
          <a:p>
            <a:pPr indent="0" marL="0">
              <a:buNone/>
            </a:pPr>
            <a:r>
              <a:rPr lang="en-US" sz="750" dirty="0">
                <a:solidFill>
                  <a:srgbClr val="EAE0C8"/>
                </a:solidFill>
                <a:latin typeface="Manrope" pitchFamily="34" charset="0"/>
                <a:ea typeface="Manrope" pitchFamily="34" charset="-122"/>
                <a:cs typeface="Manrope" pitchFamily="34" charset="-120"/>
              </a:rPr>
              <a:t>#0F0F10</a:t>
            </a:r>
            <a:endParaRPr lang="en-US" sz="750" dirty="0"/>
          </a:p>
        </p:txBody>
      </p:sp>
      <p:sp>
        <p:nvSpPr>
          <p:cNvPr id="12" name="Text 10"/>
          <p:cNvSpPr txBox="1"/>
          <p:nvPr/>
        </p:nvSpPr>
        <p:spPr>
          <a:xfrm>
            <a:off x="3758184" y="3968496"/>
            <a:ext cx="805978" cy="146304"/>
          </a:xfrm>
          <a:prstGeom prst="rect">
            <a:avLst/>
          </a:prstGeom>
          <a:noFill/>
          <a:ln/>
        </p:spPr>
        <p:txBody>
          <a:bodyPr wrap="square" lIns="0" tIns="0" rIns="0" bIns="0" rtlCol="0" anchor="t"/>
          <a:lstStyle/>
          <a:p>
            <a:pPr indent="0" marL="0">
              <a:buNone/>
            </a:pPr>
            <a:r>
              <a:rPr lang="en-US" sz="600" spc="70" kern="0" dirty="0">
                <a:solidFill>
                  <a:srgbClr val="EAE0C8"/>
                </a:solidFill>
                <a:latin typeface="Manrope" pitchFamily="34" charset="0"/>
                <a:ea typeface="Manrope" pitchFamily="34" charset="-122"/>
                <a:cs typeface="Manrope" pitchFamily="34" charset="-120"/>
              </a:rPr>
              <a:t>RGB</a:t>
            </a:r>
            <a:endParaRPr lang="en-US" sz="600" dirty="0"/>
          </a:p>
        </p:txBody>
      </p:sp>
      <p:sp>
        <p:nvSpPr>
          <p:cNvPr id="13" name="Text 11"/>
          <p:cNvSpPr txBox="1"/>
          <p:nvPr/>
        </p:nvSpPr>
        <p:spPr>
          <a:xfrm>
            <a:off x="3758184" y="4123944"/>
            <a:ext cx="805978" cy="182880"/>
          </a:xfrm>
          <a:prstGeom prst="rect">
            <a:avLst/>
          </a:prstGeom>
          <a:noFill/>
          <a:ln/>
        </p:spPr>
        <p:txBody>
          <a:bodyPr wrap="square" lIns="0" tIns="0" rIns="0" bIns="0" rtlCol="0" anchor="t"/>
          <a:lstStyle/>
          <a:p>
            <a:pPr indent="0" marL="0">
              <a:buNone/>
            </a:pPr>
            <a:r>
              <a:rPr lang="en-US" sz="750" dirty="0">
                <a:solidFill>
                  <a:srgbClr val="EAE0C8"/>
                </a:solidFill>
                <a:latin typeface="Manrope" pitchFamily="34" charset="0"/>
                <a:ea typeface="Manrope" pitchFamily="34" charset="-122"/>
                <a:cs typeface="Manrope" pitchFamily="34" charset="-120"/>
              </a:rPr>
              <a:t>15 / 15 / 16</a:t>
            </a:r>
            <a:endParaRPr lang="en-US" sz="750" dirty="0"/>
          </a:p>
        </p:txBody>
      </p:sp>
      <p:sp>
        <p:nvSpPr>
          <p:cNvPr id="14" name="Text 12"/>
          <p:cNvSpPr txBox="1"/>
          <p:nvPr/>
        </p:nvSpPr>
        <p:spPr>
          <a:xfrm>
            <a:off x="3758184" y="4352544"/>
            <a:ext cx="805978" cy="146304"/>
          </a:xfrm>
          <a:prstGeom prst="rect">
            <a:avLst/>
          </a:prstGeom>
          <a:noFill/>
          <a:ln/>
        </p:spPr>
        <p:txBody>
          <a:bodyPr wrap="square" lIns="0" tIns="0" rIns="0" bIns="0" rtlCol="0" anchor="t"/>
          <a:lstStyle/>
          <a:p>
            <a:pPr indent="0" marL="0">
              <a:buNone/>
            </a:pPr>
            <a:r>
              <a:rPr lang="en-US" sz="600" spc="70" kern="0" dirty="0">
                <a:solidFill>
                  <a:srgbClr val="EAE0C8"/>
                </a:solidFill>
                <a:latin typeface="Manrope" pitchFamily="34" charset="0"/>
                <a:ea typeface="Manrope" pitchFamily="34" charset="-122"/>
                <a:cs typeface="Manrope" pitchFamily="34" charset="-120"/>
              </a:rPr>
              <a:t>CMYK</a:t>
            </a:r>
            <a:endParaRPr lang="en-US" sz="600" dirty="0"/>
          </a:p>
        </p:txBody>
      </p:sp>
      <p:sp>
        <p:nvSpPr>
          <p:cNvPr id="15" name="Text 13"/>
          <p:cNvSpPr txBox="1"/>
          <p:nvPr/>
        </p:nvSpPr>
        <p:spPr>
          <a:xfrm>
            <a:off x="3758184" y="4507992"/>
            <a:ext cx="805978" cy="182880"/>
          </a:xfrm>
          <a:prstGeom prst="rect">
            <a:avLst/>
          </a:prstGeom>
          <a:noFill/>
          <a:ln/>
        </p:spPr>
        <p:txBody>
          <a:bodyPr wrap="square" lIns="0" tIns="0" rIns="0" bIns="0" rtlCol="0" anchor="t"/>
          <a:lstStyle/>
          <a:p>
            <a:pPr indent="0" marL="0">
              <a:buNone/>
            </a:pPr>
            <a:r>
              <a:rPr lang="en-US" sz="750" dirty="0">
                <a:solidFill>
                  <a:srgbClr val="EAE0C8"/>
                </a:solidFill>
                <a:latin typeface="Manrope" pitchFamily="34" charset="0"/>
                <a:ea typeface="Manrope" pitchFamily="34" charset="-122"/>
                <a:cs typeface="Manrope" pitchFamily="34" charset="-120"/>
              </a:rPr>
              <a:t>0 / 0 / 0 / 94</a:t>
            </a:r>
            <a:endParaRPr lang="en-US" sz="750" dirty="0"/>
          </a:p>
        </p:txBody>
      </p:sp>
      <p:sp>
        <p:nvSpPr>
          <p:cNvPr id="16" name="Shape 14"/>
          <p:cNvSpPr/>
          <p:nvPr/>
        </p:nvSpPr>
        <p:spPr>
          <a:xfrm>
            <a:off x="4783618" y="274320"/>
            <a:ext cx="1080298" cy="4480560"/>
          </a:xfrm>
          <a:prstGeom prst="roundRect">
            <a:avLst>
              <a:gd name="adj" fmla="val 7618"/>
            </a:avLst>
          </a:prstGeom>
          <a:solidFill>
            <a:srgbClr val="EAE0C8"/>
          </a:solidFill>
          <a:ln w="6350">
            <a:solidFill>
              <a:srgbClr val="BDB4A2"/>
            </a:solidFill>
            <a:prstDash val="solid"/>
          </a:ln>
        </p:spPr>
      </p:sp>
      <p:sp>
        <p:nvSpPr>
          <p:cNvPr id="17" name="Text 15"/>
          <p:cNvSpPr txBox="1"/>
          <p:nvPr/>
        </p:nvSpPr>
        <p:spPr>
          <a:xfrm>
            <a:off x="4929922" y="475488"/>
            <a:ext cx="805978" cy="201168"/>
          </a:xfrm>
          <a:prstGeom prst="rect">
            <a:avLst/>
          </a:prstGeom>
          <a:noFill/>
          <a:ln/>
        </p:spPr>
        <p:txBody>
          <a:bodyPr wrap="square" lIns="0" tIns="0" rIns="0" bIns="0" rtlCol="0" anchor="t"/>
          <a:lstStyle/>
          <a:p>
            <a:pPr indent="0" marL="0">
              <a:buNone/>
            </a:pPr>
            <a:r>
              <a:rPr lang="en-US" sz="700" b="1" spc="180" kern="0" dirty="0">
                <a:solidFill>
                  <a:srgbClr val="0F0F10"/>
                </a:solidFill>
                <a:latin typeface="Manrope" pitchFamily="34" charset="0"/>
                <a:ea typeface="Manrope" pitchFamily="34" charset="-122"/>
                <a:cs typeface="Manrope" pitchFamily="34" charset="-120"/>
              </a:rPr>
              <a:t>BONE</a:t>
            </a:r>
            <a:endParaRPr lang="en-US" sz="700" dirty="0"/>
          </a:p>
        </p:txBody>
      </p:sp>
      <p:sp>
        <p:nvSpPr>
          <p:cNvPr id="18" name="Text 16"/>
          <p:cNvSpPr txBox="1"/>
          <p:nvPr/>
        </p:nvSpPr>
        <p:spPr>
          <a:xfrm>
            <a:off x="4929922" y="3584448"/>
            <a:ext cx="805978" cy="146304"/>
          </a:xfrm>
          <a:prstGeom prst="rect">
            <a:avLst/>
          </a:prstGeom>
          <a:noFill/>
          <a:ln/>
        </p:spPr>
        <p:txBody>
          <a:bodyPr wrap="square" lIns="0" tIns="0" rIns="0" bIns="0" rtlCol="0" anchor="t"/>
          <a:lstStyle/>
          <a:p>
            <a:pPr indent="0" marL="0">
              <a:buNone/>
            </a:pPr>
            <a:r>
              <a:rPr lang="en-US" sz="600" spc="70" kern="0" dirty="0">
                <a:solidFill>
                  <a:srgbClr val="0F0F10"/>
                </a:solidFill>
                <a:latin typeface="Manrope" pitchFamily="34" charset="0"/>
                <a:ea typeface="Manrope" pitchFamily="34" charset="-122"/>
                <a:cs typeface="Manrope" pitchFamily="34" charset="-120"/>
              </a:rPr>
              <a:t>HEX</a:t>
            </a:r>
            <a:endParaRPr lang="en-US" sz="600" dirty="0"/>
          </a:p>
        </p:txBody>
      </p:sp>
      <p:sp>
        <p:nvSpPr>
          <p:cNvPr id="19" name="Text 17"/>
          <p:cNvSpPr txBox="1"/>
          <p:nvPr/>
        </p:nvSpPr>
        <p:spPr>
          <a:xfrm>
            <a:off x="4929922" y="3739896"/>
            <a:ext cx="805978" cy="182880"/>
          </a:xfrm>
          <a:prstGeom prst="rect">
            <a:avLst/>
          </a:prstGeom>
          <a:noFill/>
          <a:ln/>
        </p:spPr>
        <p:txBody>
          <a:bodyPr wrap="square" lIns="0" tIns="0" rIns="0" bIns="0" rtlCol="0" anchor="t"/>
          <a:lstStyle/>
          <a:p>
            <a:pPr indent="0" marL="0">
              <a:buNone/>
            </a:pPr>
            <a:r>
              <a:rPr lang="en-US" sz="750" dirty="0">
                <a:solidFill>
                  <a:srgbClr val="0F0F10"/>
                </a:solidFill>
                <a:latin typeface="Manrope" pitchFamily="34" charset="0"/>
                <a:ea typeface="Manrope" pitchFamily="34" charset="-122"/>
                <a:cs typeface="Manrope" pitchFamily="34" charset="-120"/>
              </a:rPr>
              <a:t>#EAE0C8</a:t>
            </a:r>
            <a:endParaRPr lang="en-US" sz="750" dirty="0"/>
          </a:p>
        </p:txBody>
      </p:sp>
      <p:sp>
        <p:nvSpPr>
          <p:cNvPr id="20" name="Text 18"/>
          <p:cNvSpPr txBox="1"/>
          <p:nvPr/>
        </p:nvSpPr>
        <p:spPr>
          <a:xfrm>
            <a:off x="4929922" y="3968496"/>
            <a:ext cx="805978" cy="146304"/>
          </a:xfrm>
          <a:prstGeom prst="rect">
            <a:avLst/>
          </a:prstGeom>
          <a:noFill/>
          <a:ln/>
        </p:spPr>
        <p:txBody>
          <a:bodyPr wrap="square" lIns="0" tIns="0" rIns="0" bIns="0" rtlCol="0" anchor="t"/>
          <a:lstStyle/>
          <a:p>
            <a:pPr indent="0" marL="0">
              <a:buNone/>
            </a:pPr>
            <a:r>
              <a:rPr lang="en-US" sz="600" spc="70" kern="0" dirty="0">
                <a:solidFill>
                  <a:srgbClr val="0F0F10"/>
                </a:solidFill>
                <a:latin typeface="Manrope" pitchFamily="34" charset="0"/>
                <a:ea typeface="Manrope" pitchFamily="34" charset="-122"/>
                <a:cs typeface="Manrope" pitchFamily="34" charset="-120"/>
              </a:rPr>
              <a:t>RGB</a:t>
            </a:r>
            <a:endParaRPr lang="en-US" sz="600" dirty="0"/>
          </a:p>
        </p:txBody>
      </p:sp>
      <p:sp>
        <p:nvSpPr>
          <p:cNvPr id="21" name="Text 19"/>
          <p:cNvSpPr txBox="1"/>
          <p:nvPr/>
        </p:nvSpPr>
        <p:spPr>
          <a:xfrm>
            <a:off x="4929922" y="4123944"/>
            <a:ext cx="805978" cy="182880"/>
          </a:xfrm>
          <a:prstGeom prst="rect">
            <a:avLst/>
          </a:prstGeom>
          <a:noFill/>
          <a:ln/>
        </p:spPr>
        <p:txBody>
          <a:bodyPr wrap="square" lIns="0" tIns="0" rIns="0" bIns="0" rtlCol="0" anchor="t"/>
          <a:lstStyle/>
          <a:p>
            <a:pPr indent="0" marL="0">
              <a:buNone/>
            </a:pPr>
            <a:r>
              <a:rPr lang="en-US" sz="750" dirty="0">
                <a:solidFill>
                  <a:srgbClr val="0F0F10"/>
                </a:solidFill>
                <a:latin typeface="Manrope" pitchFamily="34" charset="0"/>
                <a:ea typeface="Manrope" pitchFamily="34" charset="-122"/>
                <a:cs typeface="Manrope" pitchFamily="34" charset="-120"/>
              </a:rPr>
              <a:t>234 / 224 / 200</a:t>
            </a:r>
            <a:endParaRPr lang="en-US" sz="750" dirty="0"/>
          </a:p>
        </p:txBody>
      </p:sp>
      <p:sp>
        <p:nvSpPr>
          <p:cNvPr id="22" name="Text 20"/>
          <p:cNvSpPr txBox="1"/>
          <p:nvPr/>
        </p:nvSpPr>
        <p:spPr>
          <a:xfrm>
            <a:off x="4929922" y="4352544"/>
            <a:ext cx="805978" cy="146304"/>
          </a:xfrm>
          <a:prstGeom prst="rect">
            <a:avLst/>
          </a:prstGeom>
          <a:noFill/>
          <a:ln/>
        </p:spPr>
        <p:txBody>
          <a:bodyPr wrap="square" lIns="0" tIns="0" rIns="0" bIns="0" rtlCol="0" anchor="t"/>
          <a:lstStyle/>
          <a:p>
            <a:pPr indent="0" marL="0">
              <a:buNone/>
            </a:pPr>
            <a:r>
              <a:rPr lang="en-US" sz="600" spc="70" kern="0" dirty="0">
                <a:solidFill>
                  <a:srgbClr val="0F0F10"/>
                </a:solidFill>
                <a:latin typeface="Manrope" pitchFamily="34" charset="0"/>
                <a:ea typeface="Manrope" pitchFamily="34" charset="-122"/>
                <a:cs typeface="Manrope" pitchFamily="34" charset="-120"/>
              </a:rPr>
              <a:t>CMYK</a:t>
            </a:r>
            <a:endParaRPr lang="en-US" sz="600" dirty="0"/>
          </a:p>
        </p:txBody>
      </p:sp>
      <p:sp>
        <p:nvSpPr>
          <p:cNvPr id="23" name="Text 21"/>
          <p:cNvSpPr txBox="1"/>
          <p:nvPr/>
        </p:nvSpPr>
        <p:spPr>
          <a:xfrm>
            <a:off x="4929922" y="4507992"/>
            <a:ext cx="805978" cy="182880"/>
          </a:xfrm>
          <a:prstGeom prst="rect">
            <a:avLst/>
          </a:prstGeom>
          <a:noFill/>
          <a:ln/>
        </p:spPr>
        <p:txBody>
          <a:bodyPr wrap="square" lIns="0" tIns="0" rIns="0" bIns="0" rtlCol="0" anchor="t"/>
          <a:lstStyle/>
          <a:p>
            <a:pPr indent="0" marL="0">
              <a:buNone/>
            </a:pPr>
            <a:r>
              <a:rPr lang="en-US" sz="750" dirty="0">
                <a:solidFill>
                  <a:srgbClr val="0F0F10"/>
                </a:solidFill>
                <a:latin typeface="Manrope" pitchFamily="34" charset="0"/>
                <a:ea typeface="Manrope" pitchFamily="34" charset="-122"/>
                <a:cs typeface="Manrope" pitchFamily="34" charset="-120"/>
              </a:rPr>
              <a:t>8 / 10 / 22 / 0</a:t>
            </a:r>
            <a:endParaRPr lang="en-US" sz="750" dirty="0"/>
          </a:p>
        </p:txBody>
      </p:sp>
      <p:sp>
        <p:nvSpPr>
          <p:cNvPr id="24" name="Shape 22"/>
          <p:cNvSpPr/>
          <p:nvPr/>
        </p:nvSpPr>
        <p:spPr>
          <a:xfrm>
            <a:off x="5955357" y="274320"/>
            <a:ext cx="1080298" cy="4480560"/>
          </a:xfrm>
          <a:prstGeom prst="roundRect">
            <a:avLst>
              <a:gd name="adj" fmla="val 7618"/>
            </a:avLst>
          </a:prstGeom>
          <a:solidFill>
            <a:srgbClr val="D96E6E"/>
          </a:solidFill>
          <a:ln/>
        </p:spPr>
      </p:sp>
      <p:sp>
        <p:nvSpPr>
          <p:cNvPr id="25" name="Text 23"/>
          <p:cNvSpPr txBox="1"/>
          <p:nvPr/>
        </p:nvSpPr>
        <p:spPr>
          <a:xfrm>
            <a:off x="6101661" y="475488"/>
            <a:ext cx="805978" cy="201168"/>
          </a:xfrm>
          <a:prstGeom prst="rect">
            <a:avLst/>
          </a:prstGeom>
          <a:noFill/>
          <a:ln/>
        </p:spPr>
        <p:txBody>
          <a:bodyPr wrap="square" lIns="0" tIns="0" rIns="0" bIns="0" rtlCol="0" anchor="t"/>
          <a:lstStyle/>
          <a:p>
            <a:pPr indent="0" marL="0">
              <a:buNone/>
            </a:pPr>
            <a:r>
              <a:rPr lang="en-US" sz="700" b="1" spc="180" kern="0" dirty="0">
                <a:solidFill>
                  <a:srgbClr val="F8F8F8"/>
                </a:solidFill>
                <a:latin typeface="Manrope" pitchFamily="34" charset="0"/>
                <a:ea typeface="Manrope" pitchFamily="34" charset="-122"/>
                <a:cs typeface="Manrope" pitchFamily="34" charset="-120"/>
              </a:rPr>
              <a:t>CORAL</a:t>
            </a:r>
            <a:endParaRPr lang="en-US" sz="700" dirty="0"/>
          </a:p>
        </p:txBody>
      </p:sp>
      <p:sp>
        <p:nvSpPr>
          <p:cNvPr id="26" name="Text 24"/>
          <p:cNvSpPr txBox="1"/>
          <p:nvPr/>
        </p:nvSpPr>
        <p:spPr>
          <a:xfrm>
            <a:off x="6101661" y="3584448"/>
            <a:ext cx="805978" cy="146304"/>
          </a:xfrm>
          <a:prstGeom prst="rect">
            <a:avLst/>
          </a:prstGeom>
          <a:noFill/>
          <a:ln/>
        </p:spPr>
        <p:txBody>
          <a:bodyPr wrap="square" lIns="0" tIns="0" rIns="0" bIns="0" rtlCol="0" anchor="t"/>
          <a:lstStyle/>
          <a:p>
            <a:pPr indent="0" marL="0">
              <a:buNone/>
            </a:pPr>
            <a:r>
              <a:rPr lang="en-US" sz="600" spc="70" kern="0" dirty="0">
                <a:solidFill>
                  <a:srgbClr val="F8F8F8"/>
                </a:solidFill>
                <a:latin typeface="Manrope" pitchFamily="34" charset="0"/>
                <a:ea typeface="Manrope" pitchFamily="34" charset="-122"/>
                <a:cs typeface="Manrope" pitchFamily="34" charset="-120"/>
              </a:rPr>
              <a:t>HEX</a:t>
            </a:r>
            <a:endParaRPr lang="en-US" sz="600" dirty="0"/>
          </a:p>
        </p:txBody>
      </p:sp>
      <p:sp>
        <p:nvSpPr>
          <p:cNvPr id="27" name="Text 25"/>
          <p:cNvSpPr txBox="1"/>
          <p:nvPr/>
        </p:nvSpPr>
        <p:spPr>
          <a:xfrm>
            <a:off x="6101661" y="3739896"/>
            <a:ext cx="805978" cy="182880"/>
          </a:xfrm>
          <a:prstGeom prst="rect">
            <a:avLst/>
          </a:prstGeom>
          <a:noFill/>
          <a:ln/>
        </p:spPr>
        <p:txBody>
          <a:bodyPr wrap="square" lIns="0" tIns="0" rIns="0" bIns="0" rtlCol="0" anchor="t"/>
          <a:lstStyle/>
          <a:p>
            <a:pPr indent="0" marL="0">
              <a:buNone/>
            </a:pPr>
            <a:r>
              <a:rPr lang="en-US" sz="750" dirty="0">
                <a:solidFill>
                  <a:srgbClr val="F8F8F8"/>
                </a:solidFill>
                <a:latin typeface="Manrope" pitchFamily="34" charset="0"/>
                <a:ea typeface="Manrope" pitchFamily="34" charset="-122"/>
                <a:cs typeface="Manrope" pitchFamily="34" charset="-120"/>
              </a:rPr>
              <a:t>#D96E6E</a:t>
            </a:r>
            <a:endParaRPr lang="en-US" sz="750" dirty="0"/>
          </a:p>
        </p:txBody>
      </p:sp>
      <p:sp>
        <p:nvSpPr>
          <p:cNvPr id="28" name="Text 26"/>
          <p:cNvSpPr txBox="1"/>
          <p:nvPr/>
        </p:nvSpPr>
        <p:spPr>
          <a:xfrm>
            <a:off x="6101661" y="3968496"/>
            <a:ext cx="805978" cy="146304"/>
          </a:xfrm>
          <a:prstGeom prst="rect">
            <a:avLst/>
          </a:prstGeom>
          <a:noFill/>
          <a:ln/>
        </p:spPr>
        <p:txBody>
          <a:bodyPr wrap="square" lIns="0" tIns="0" rIns="0" bIns="0" rtlCol="0" anchor="t"/>
          <a:lstStyle/>
          <a:p>
            <a:pPr indent="0" marL="0">
              <a:buNone/>
            </a:pPr>
            <a:r>
              <a:rPr lang="en-US" sz="600" spc="70" kern="0" dirty="0">
                <a:solidFill>
                  <a:srgbClr val="F8F8F8"/>
                </a:solidFill>
                <a:latin typeface="Manrope" pitchFamily="34" charset="0"/>
                <a:ea typeface="Manrope" pitchFamily="34" charset="-122"/>
                <a:cs typeface="Manrope" pitchFamily="34" charset="-120"/>
              </a:rPr>
              <a:t>RGB</a:t>
            </a:r>
            <a:endParaRPr lang="en-US" sz="600" dirty="0"/>
          </a:p>
        </p:txBody>
      </p:sp>
      <p:sp>
        <p:nvSpPr>
          <p:cNvPr id="29" name="Text 27"/>
          <p:cNvSpPr txBox="1"/>
          <p:nvPr/>
        </p:nvSpPr>
        <p:spPr>
          <a:xfrm>
            <a:off x="6101661" y="4123944"/>
            <a:ext cx="805978" cy="182880"/>
          </a:xfrm>
          <a:prstGeom prst="rect">
            <a:avLst/>
          </a:prstGeom>
          <a:noFill/>
          <a:ln/>
        </p:spPr>
        <p:txBody>
          <a:bodyPr wrap="square" lIns="0" tIns="0" rIns="0" bIns="0" rtlCol="0" anchor="t"/>
          <a:lstStyle/>
          <a:p>
            <a:pPr indent="0" marL="0">
              <a:buNone/>
            </a:pPr>
            <a:r>
              <a:rPr lang="en-US" sz="750" dirty="0">
                <a:solidFill>
                  <a:srgbClr val="F8F8F8"/>
                </a:solidFill>
                <a:latin typeface="Manrope" pitchFamily="34" charset="0"/>
                <a:ea typeface="Manrope" pitchFamily="34" charset="-122"/>
                <a:cs typeface="Manrope" pitchFamily="34" charset="-120"/>
              </a:rPr>
              <a:t>217 / 110 / 110</a:t>
            </a:r>
            <a:endParaRPr lang="en-US" sz="750" dirty="0"/>
          </a:p>
        </p:txBody>
      </p:sp>
      <p:sp>
        <p:nvSpPr>
          <p:cNvPr id="30" name="Text 28"/>
          <p:cNvSpPr txBox="1"/>
          <p:nvPr/>
        </p:nvSpPr>
        <p:spPr>
          <a:xfrm>
            <a:off x="6101661" y="4352544"/>
            <a:ext cx="805978" cy="146304"/>
          </a:xfrm>
          <a:prstGeom prst="rect">
            <a:avLst/>
          </a:prstGeom>
          <a:noFill/>
          <a:ln/>
        </p:spPr>
        <p:txBody>
          <a:bodyPr wrap="square" lIns="0" tIns="0" rIns="0" bIns="0" rtlCol="0" anchor="t"/>
          <a:lstStyle/>
          <a:p>
            <a:pPr indent="0" marL="0">
              <a:buNone/>
            </a:pPr>
            <a:r>
              <a:rPr lang="en-US" sz="600" spc="70" kern="0" dirty="0">
                <a:solidFill>
                  <a:srgbClr val="F8F8F8"/>
                </a:solidFill>
                <a:latin typeface="Manrope" pitchFamily="34" charset="0"/>
                <a:ea typeface="Manrope" pitchFamily="34" charset="-122"/>
                <a:cs typeface="Manrope" pitchFamily="34" charset="-120"/>
              </a:rPr>
              <a:t>CMYK</a:t>
            </a:r>
            <a:endParaRPr lang="en-US" sz="600" dirty="0"/>
          </a:p>
        </p:txBody>
      </p:sp>
      <p:sp>
        <p:nvSpPr>
          <p:cNvPr id="31" name="Text 29"/>
          <p:cNvSpPr txBox="1"/>
          <p:nvPr/>
        </p:nvSpPr>
        <p:spPr>
          <a:xfrm>
            <a:off x="6101661" y="4507992"/>
            <a:ext cx="805978" cy="182880"/>
          </a:xfrm>
          <a:prstGeom prst="rect">
            <a:avLst/>
          </a:prstGeom>
          <a:noFill/>
          <a:ln/>
        </p:spPr>
        <p:txBody>
          <a:bodyPr wrap="square" lIns="0" tIns="0" rIns="0" bIns="0" rtlCol="0" anchor="t"/>
          <a:lstStyle/>
          <a:p>
            <a:pPr indent="0" marL="0">
              <a:buNone/>
            </a:pPr>
            <a:r>
              <a:rPr lang="en-US" sz="750" dirty="0">
                <a:solidFill>
                  <a:srgbClr val="F8F8F8"/>
                </a:solidFill>
                <a:latin typeface="Manrope" pitchFamily="34" charset="0"/>
                <a:ea typeface="Manrope" pitchFamily="34" charset="-122"/>
                <a:cs typeface="Manrope" pitchFamily="34" charset="-120"/>
              </a:rPr>
              <a:t>0 / 60 / 43 / 15</a:t>
            </a:r>
            <a:endParaRPr lang="en-US" sz="750" dirty="0"/>
          </a:p>
        </p:txBody>
      </p:sp>
      <p:sp>
        <p:nvSpPr>
          <p:cNvPr id="32" name="Shape 30"/>
          <p:cNvSpPr/>
          <p:nvPr/>
        </p:nvSpPr>
        <p:spPr>
          <a:xfrm>
            <a:off x="7127095" y="274320"/>
            <a:ext cx="1080298" cy="4480560"/>
          </a:xfrm>
          <a:prstGeom prst="roundRect">
            <a:avLst>
              <a:gd name="adj" fmla="val 7618"/>
            </a:avLst>
          </a:prstGeom>
          <a:solidFill>
            <a:srgbClr val="8AACD9"/>
          </a:solidFill>
          <a:ln/>
        </p:spPr>
      </p:sp>
      <p:sp>
        <p:nvSpPr>
          <p:cNvPr id="33" name="Text 31"/>
          <p:cNvSpPr txBox="1"/>
          <p:nvPr/>
        </p:nvSpPr>
        <p:spPr>
          <a:xfrm>
            <a:off x="7273399" y="475488"/>
            <a:ext cx="805978" cy="201168"/>
          </a:xfrm>
          <a:prstGeom prst="rect">
            <a:avLst/>
          </a:prstGeom>
          <a:noFill/>
          <a:ln/>
        </p:spPr>
        <p:txBody>
          <a:bodyPr wrap="square" lIns="0" tIns="0" rIns="0" bIns="0" rtlCol="0" anchor="t"/>
          <a:lstStyle/>
          <a:p>
            <a:pPr indent="0" marL="0">
              <a:buNone/>
            </a:pPr>
            <a:r>
              <a:rPr lang="en-US" sz="700" b="1" spc="180" kern="0" dirty="0">
                <a:solidFill>
                  <a:srgbClr val="0F0F10"/>
                </a:solidFill>
                <a:latin typeface="Manrope" pitchFamily="34" charset="0"/>
                <a:ea typeface="Manrope" pitchFamily="34" charset="-122"/>
                <a:cs typeface="Manrope" pitchFamily="34" charset="-120"/>
              </a:rPr>
              <a:t>PRISCILLA</a:t>
            </a:r>
            <a:endParaRPr lang="en-US" sz="700" dirty="0"/>
          </a:p>
        </p:txBody>
      </p:sp>
      <p:sp>
        <p:nvSpPr>
          <p:cNvPr id="34" name="Text 32"/>
          <p:cNvSpPr txBox="1"/>
          <p:nvPr/>
        </p:nvSpPr>
        <p:spPr>
          <a:xfrm>
            <a:off x="7273399" y="3584448"/>
            <a:ext cx="805978" cy="146304"/>
          </a:xfrm>
          <a:prstGeom prst="rect">
            <a:avLst/>
          </a:prstGeom>
          <a:noFill/>
          <a:ln/>
        </p:spPr>
        <p:txBody>
          <a:bodyPr wrap="square" lIns="0" tIns="0" rIns="0" bIns="0" rtlCol="0" anchor="t"/>
          <a:lstStyle/>
          <a:p>
            <a:pPr indent="0" marL="0">
              <a:buNone/>
            </a:pPr>
            <a:r>
              <a:rPr lang="en-US" sz="600" spc="70" kern="0" dirty="0">
                <a:solidFill>
                  <a:srgbClr val="0F0F10"/>
                </a:solidFill>
                <a:latin typeface="Manrope" pitchFamily="34" charset="0"/>
                <a:ea typeface="Manrope" pitchFamily="34" charset="-122"/>
                <a:cs typeface="Manrope" pitchFamily="34" charset="-120"/>
              </a:rPr>
              <a:t>HEX</a:t>
            </a:r>
            <a:endParaRPr lang="en-US" sz="600" dirty="0"/>
          </a:p>
        </p:txBody>
      </p:sp>
      <p:sp>
        <p:nvSpPr>
          <p:cNvPr id="35" name="Text 33"/>
          <p:cNvSpPr txBox="1"/>
          <p:nvPr/>
        </p:nvSpPr>
        <p:spPr>
          <a:xfrm>
            <a:off x="7273399" y="3739896"/>
            <a:ext cx="805978" cy="182880"/>
          </a:xfrm>
          <a:prstGeom prst="rect">
            <a:avLst/>
          </a:prstGeom>
          <a:noFill/>
          <a:ln/>
        </p:spPr>
        <p:txBody>
          <a:bodyPr wrap="square" lIns="0" tIns="0" rIns="0" bIns="0" rtlCol="0" anchor="t"/>
          <a:lstStyle/>
          <a:p>
            <a:pPr indent="0" marL="0">
              <a:buNone/>
            </a:pPr>
            <a:r>
              <a:rPr lang="en-US" sz="750" dirty="0">
                <a:solidFill>
                  <a:srgbClr val="0F0F10"/>
                </a:solidFill>
                <a:latin typeface="Manrope" pitchFamily="34" charset="0"/>
                <a:ea typeface="Manrope" pitchFamily="34" charset="-122"/>
                <a:cs typeface="Manrope" pitchFamily="34" charset="-120"/>
              </a:rPr>
              <a:t>#8AACD9</a:t>
            </a:r>
            <a:endParaRPr lang="en-US" sz="750" dirty="0"/>
          </a:p>
        </p:txBody>
      </p:sp>
      <p:sp>
        <p:nvSpPr>
          <p:cNvPr id="36" name="Text 34"/>
          <p:cNvSpPr txBox="1"/>
          <p:nvPr/>
        </p:nvSpPr>
        <p:spPr>
          <a:xfrm>
            <a:off x="7273399" y="3968496"/>
            <a:ext cx="805978" cy="146304"/>
          </a:xfrm>
          <a:prstGeom prst="rect">
            <a:avLst/>
          </a:prstGeom>
          <a:noFill/>
          <a:ln/>
        </p:spPr>
        <p:txBody>
          <a:bodyPr wrap="square" lIns="0" tIns="0" rIns="0" bIns="0" rtlCol="0" anchor="t"/>
          <a:lstStyle/>
          <a:p>
            <a:pPr indent="0" marL="0">
              <a:buNone/>
            </a:pPr>
            <a:r>
              <a:rPr lang="en-US" sz="600" spc="70" kern="0" dirty="0">
                <a:solidFill>
                  <a:srgbClr val="0F0F10"/>
                </a:solidFill>
                <a:latin typeface="Manrope" pitchFamily="34" charset="0"/>
                <a:ea typeface="Manrope" pitchFamily="34" charset="-122"/>
                <a:cs typeface="Manrope" pitchFamily="34" charset="-120"/>
              </a:rPr>
              <a:t>RGB</a:t>
            </a:r>
            <a:endParaRPr lang="en-US" sz="600" dirty="0"/>
          </a:p>
        </p:txBody>
      </p:sp>
      <p:sp>
        <p:nvSpPr>
          <p:cNvPr id="37" name="Text 35"/>
          <p:cNvSpPr txBox="1"/>
          <p:nvPr/>
        </p:nvSpPr>
        <p:spPr>
          <a:xfrm>
            <a:off x="7273399" y="4123944"/>
            <a:ext cx="805978" cy="182880"/>
          </a:xfrm>
          <a:prstGeom prst="rect">
            <a:avLst/>
          </a:prstGeom>
          <a:noFill/>
          <a:ln/>
        </p:spPr>
        <p:txBody>
          <a:bodyPr wrap="square" lIns="0" tIns="0" rIns="0" bIns="0" rtlCol="0" anchor="t"/>
          <a:lstStyle/>
          <a:p>
            <a:pPr indent="0" marL="0">
              <a:buNone/>
            </a:pPr>
            <a:r>
              <a:rPr lang="en-US" sz="750" dirty="0">
                <a:solidFill>
                  <a:srgbClr val="0F0F10"/>
                </a:solidFill>
                <a:latin typeface="Manrope" pitchFamily="34" charset="0"/>
                <a:ea typeface="Manrope" pitchFamily="34" charset="-122"/>
                <a:cs typeface="Manrope" pitchFamily="34" charset="-120"/>
              </a:rPr>
              <a:t>138 / 172 / 217</a:t>
            </a:r>
            <a:endParaRPr lang="en-US" sz="750" dirty="0"/>
          </a:p>
        </p:txBody>
      </p:sp>
      <p:sp>
        <p:nvSpPr>
          <p:cNvPr id="38" name="Text 36"/>
          <p:cNvSpPr txBox="1"/>
          <p:nvPr/>
        </p:nvSpPr>
        <p:spPr>
          <a:xfrm>
            <a:off x="7273399" y="4352544"/>
            <a:ext cx="805978" cy="146304"/>
          </a:xfrm>
          <a:prstGeom prst="rect">
            <a:avLst/>
          </a:prstGeom>
          <a:noFill/>
          <a:ln/>
        </p:spPr>
        <p:txBody>
          <a:bodyPr wrap="square" lIns="0" tIns="0" rIns="0" bIns="0" rtlCol="0" anchor="t"/>
          <a:lstStyle/>
          <a:p>
            <a:pPr indent="0" marL="0">
              <a:buNone/>
            </a:pPr>
            <a:r>
              <a:rPr lang="en-US" sz="600" spc="70" kern="0" dirty="0">
                <a:solidFill>
                  <a:srgbClr val="0F0F10"/>
                </a:solidFill>
                <a:latin typeface="Manrope" pitchFamily="34" charset="0"/>
                <a:ea typeface="Manrope" pitchFamily="34" charset="-122"/>
                <a:cs typeface="Manrope" pitchFamily="34" charset="-120"/>
              </a:rPr>
              <a:t>CMYK</a:t>
            </a:r>
            <a:endParaRPr lang="en-US" sz="600" dirty="0"/>
          </a:p>
        </p:txBody>
      </p:sp>
      <p:sp>
        <p:nvSpPr>
          <p:cNvPr id="39" name="Text 37"/>
          <p:cNvSpPr txBox="1"/>
          <p:nvPr/>
        </p:nvSpPr>
        <p:spPr>
          <a:xfrm>
            <a:off x="7273399" y="4507992"/>
            <a:ext cx="805978" cy="182880"/>
          </a:xfrm>
          <a:prstGeom prst="rect">
            <a:avLst/>
          </a:prstGeom>
          <a:noFill/>
          <a:ln/>
        </p:spPr>
        <p:txBody>
          <a:bodyPr wrap="square" lIns="0" tIns="0" rIns="0" bIns="0" rtlCol="0" anchor="t"/>
          <a:lstStyle/>
          <a:p>
            <a:pPr indent="0" marL="0">
              <a:buNone/>
            </a:pPr>
            <a:r>
              <a:rPr lang="en-US" sz="750" dirty="0">
                <a:solidFill>
                  <a:srgbClr val="0F0F10"/>
                </a:solidFill>
                <a:latin typeface="Manrope" pitchFamily="34" charset="0"/>
                <a:ea typeface="Manrope" pitchFamily="34" charset="-122"/>
                <a:cs typeface="Manrope" pitchFamily="34" charset="-120"/>
              </a:rPr>
              <a:t>36 / 17 / 0 / 15</a:t>
            </a:r>
            <a:endParaRPr lang="en-US" sz="750" dirty="0"/>
          </a:p>
        </p:txBody>
      </p:sp>
      <p:sp>
        <p:nvSpPr>
          <p:cNvPr id="40" name="Shape 38"/>
          <p:cNvSpPr/>
          <p:nvPr/>
        </p:nvSpPr>
        <p:spPr>
          <a:xfrm>
            <a:off x="8298833" y="274320"/>
            <a:ext cx="1080298" cy="4480560"/>
          </a:xfrm>
          <a:prstGeom prst="roundRect">
            <a:avLst>
              <a:gd name="adj" fmla="val 7618"/>
            </a:avLst>
          </a:prstGeom>
          <a:solidFill>
            <a:srgbClr val="F8DC55"/>
          </a:solidFill>
          <a:ln/>
        </p:spPr>
      </p:sp>
      <p:sp>
        <p:nvSpPr>
          <p:cNvPr id="41" name="Text 39"/>
          <p:cNvSpPr txBox="1"/>
          <p:nvPr/>
        </p:nvSpPr>
        <p:spPr>
          <a:xfrm>
            <a:off x="8445137" y="475488"/>
            <a:ext cx="805978" cy="201168"/>
          </a:xfrm>
          <a:prstGeom prst="rect">
            <a:avLst/>
          </a:prstGeom>
          <a:noFill/>
          <a:ln/>
        </p:spPr>
        <p:txBody>
          <a:bodyPr wrap="square" lIns="0" tIns="0" rIns="0" bIns="0" rtlCol="0" anchor="t"/>
          <a:lstStyle/>
          <a:p>
            <a:pPr indent="0" marL="0">
              <a:buNone/>
            </a:pPr>
            <a:r>
              <a:rPr lang="en-US" sz="700" b="1" spc="180" kern="0" dirty="0">
                <a:solidFill>
                  <a:srgbClr val="0F0F10"/>
                </a:solidFill>
                <a:latin typeface="Manrope" pitchFamily="34" charset="0"/>
                <a:ea typeface="Manrope" pitchFamily="34" charset="-122"/>
                <a:cs typeface="Manrope" pitchFamily="34" charset="-120"/>
              </a:rPr>
              <a:t>NAPLES</a:t>
            </a:r>
            <a:endParaRPr lang="en-US" sz="700" dirty="0"/>
          </a:p>
        </p:txBody>
      </p:sp>
      <p:sp>
        <p:nvSpPr>
          <p:cNvPr id="42" name="Text 40"/>
          <p:cNvSpPr txBox="1"/>
          <p:nvPr/>
        </p:nvSpPr>
        <p:spPr>
          <a:xfrm>
            <a:off x="8445137" y="3584448"/>
            <a:ext cx="805978" cy="146304"/>
          </a:xfrm>
          <a:prstGeom prst="rect">
            <a:avLst/>
          </a:prstGeom>
          <a:noFill/>
          <a:ln/>
        </p:spPr>
        <p:txBody>
          <a:bodyPr wrap="square" lIns="0" tIns="0" rIns="0" bIns="0" rtlCol="0" anchor="t"/>
          <a:lstStyle/>
          <a:p>
            <a:pPr indent="0" marL="0">
              <a:buNone/>
            </a:pPr>
            <a:r>
              <a:rPr lang="en-US" sz="600" spc="70" kern="0" dirty="0">
                <a:solidFill>
                  <a:srgbClr val="0F0F10"/>
                </a:solidFill>
                <a:latin typeface="Manrope" pitchFamily="34" charset="0"/>
                <a:ea typeface="Manrope" pitchFamily="34" charset="-122"/>
                <a:cs typeface="Manrope" pitchFamily="34" charset="-120"/>
              </a:rPr>
              <a:t>HEX</a:t>
            </a:r>
            <a:endParaRPr lang="en-US" sz="600" dirty="0"/>
          </a:p>
        </p:txBody>
      </p:sp>
      <p:sp>
        <p:nvSpPr>
          <p:cNvPr id="43" name="Text 41"/>
          <p:cNvSpPr txBox="1"/>
          <p:nvPr/>
        </p:nvSpPr>
        <p:spPr>
          <a:xfrm>
            <a:off x="8445137" y="3739896"/>
            <a:ext cx="805978" cy="182880"/>
          </a:xfrm>
          <a:prstGeom prst="rect">
            <a:avLst/>
          </a:prstGeom>
          <a:noFill/>
          <a:ln/>
        </p:spPr>
        <p:txBody>
          <a:bodyPr wrap="square" lIns="0" tIns="0" rIns="0" bIns="0" rtlCol="0" anchor="t"/>
          <a:lstStyle/>
          <a:p>
            <a:pPr indent="0" marL="0">
              <a:buNone/>
            </a:pPr>
            <a:r>
              <a:rPr lang="en-US" sz="750" dirty="0">
                <a:solidFill>
                  <a:srgbClr val="0F0F10"/>
                </a:solidFill>
                <a:latin typeface="Manrope" pitchFamily="34" charset="0"/>
                <a:ea typeface="Manrope" pitchFamily="34" charset="-122"/>
                <a:cs typeface="Manrope" pitchFamily="34" charset="-120"/>
              </a:rPr>
              <a:t>#F8DC55</a:t>
            </a:r>
            <a:endParaRPr lang="en-US" sz="750" dirty="0"/>
          </a:p>
        </p:txBody>
      </p:sp>
      <p:sp>
        <p:nvSpPr>
          <p:cNvPr id="44" name="Text 42"/>
          <p:cNvSpPr txBox="1"/>
          <p:nvPr/>
        </p:nvSpPr>
        <p:spPr>
          <a:xfrm>
            <a:off x="8445137" y="3968496"/>
            <a:ext cx="805978" cy="146304"/>
          </a:xfrm>
          <a:prstGeom prst="rect">
            <a:avLst/>
          </a:prstGeom>
          <a:noFill/>
          <a:ln/>
        </p:spPr>
        <p:txBody>
          <a:bodyPr wrap="square" lIns="0" tIns="0" rIns="0" bIns="0" rtlCol="0" anchor="t"/>
          <a:lstStyle/>
          <a:p>
            <a:pPr indent="0" marL="0">
              <a:buNone/>
            </a:pPr>
            <a:r>
              <a:rPr lang="en-US" sz="600" spc="70" kern="0" dirty="0">
                <a:solidFill>
                  <a:srgbClr val="0F0F10"/>
                </a:solidFill>
                <a:latin typeface="Manrope" pitchFamily="34" charset="0"/>
                <a:ea typeface="Manrope" pitchFamily="34" charset="-122"/>
                <a:cs typeface="Manrope" pitchFamily="34" charset="-120"/>
              </a:rPr>
              <a:t>RGB</a:t>
            </a:r>
            <a:endParaRPr lang="en-US" sz="600" dirty="0"/>
          </a:p>
        </p:txBody>
      </p:sp>
      <p:sp>
        <p:nvSpPr>
          <p:cNvPr id="45" name="Text 43"/>
          <p:cNvSpPr txBox="1"/>
          <p:nvPr/>
        </p:nvSpPr>
        <p:spPr>
          <a:xfrm>
            <a:off x="8445137" y="4123944"/>
            <a:ext cx="805978" cy="182880"/>
          </a:xfrm>
          <a:prstGeom prst="rect">
            <a:avLst/>
          </a:prstGeom>
          <a:noFill/>
          <a:ln/>
        </p:spPr>
        <p:txBody>
          <a:bodyPr wrap="square" lIns="0" tIns="0" rIns="0" bIns="0" rtlCol="0" anchor="t"/>
          <a:lstStyle/>
          <a:p>
            <a:pPr indent="0" marL="0">
              <a:buNone/>
            </a:pPr>
            <a:r>
              <a:rPr lang="en-US" sz="750" dirty="0">
                <a:solidFill>
                  <a:srgbClr val="0F0F10"/>
                </a:solidFill>
                <a:latin typeface="Manrope" pitchFamily="34" charset="0"/>
                <a:ea typeface="Manrope" pitchFamily="34" charset="-122"/>
                <a:cs typeface="Manrope" pitchFamily="34" charset="-120"/>
              </a:rPr>
              <a:t>248 / 220 / 85</a:t>
            </a:r>
            <a:endParaRPr lang="en-US" sz="750" dirty="0"/>
          </a:p>
        </p:txBody>
      </p:sp>
      <p:sp>
        <p:nvSpPr>
          <p:cNvPr id="46" name="Text 44"/>
          <p:cNvSpPr txBox="1"/>
          <p:nvPr/>
        </p:nvSpPr>
        <p:spPr>
          <a:xfrm>
            <a:off x="8445137" y="4352544"/>
            <a:ext cx="805978" cy="146304"/>
          </a:xfrm>
          <a:prstGeom prst="rect">
            <a:avLst/>
          </a:prstGeom>
          <a:noFill/>
          <a:ln/>
        </p:spPr>
        <p:txBody>
          <a:bodyPr wrap="square" lIns="0" tIns="0" rIns="0" bIns="0" rtlCol="0" anchor="t"/>
          <a:lstStyle/>
          <a:p>
            <a:pPr indent="0" marL="0">
              <a:buNone/>
            </a:pPr>
            <a:r>
              <a:rPr lang="en-US" sz="600" spc="70" kern="0" dirty="0">
                <a:solidFill>
                  <a:srgbClr val="0F0F10"/>
                </a:solidFill>
                <a:latin typeface="Manrope" pitchFamily="34" charset="0"/>
                <a:ea typeface="Manrope" pitchFamily="34" charset="-122"/>
                <a:cs typeface="Manrope" pitchFamily="34" charset="-120"/>
              </a:rPr>
              <a:t>CMYK</a:t>
            </a:r>
            <a:endParaRPr lang="en-US" sz="600" dirty="0"/>
          </a:p>
        </p:txBody>
      </p:sp>
      <p:sp>
        <p:nvSpPr>
          <p:cNvPr id="47" name="Text 45"/>
          <p:cNvSpPr txBox="1"/>
          <p:nvPr/>
        </p:nvSpPr>
        <p:spPr>
          <a:xfrm>
            <a:off x="8445137" y="4507992"/>
            <a:ext cx="805978" cy="182880"/>
          </a:xfrm>
          <a:prstGeom prst="rect">
            <a:avLst/>
          </a:prstGeom>
          <a:noFill/>
          <a:ln/>
        </p:spPr>
        <p:txBody>
          <a:bodyPr wrap="square" lIns="0" tIns="0" rIns="0" bIns="0" rtlCol="0" anchor="t"/>
          <a:lstStyle/>
          <a:p>
            <a:pPr indent="0" marL="0">
              <a:buNone/>
            </a:pPr>
            <a:r>
              <a:rPr lang="en-US" sz="750" dirty="0">
                <a:solidFill>
                  <a:srgbClr val="0F0F10"/>
                </a:solidFill>
                <a:latin typeface="Manrope" pitchFamily="34" charset="0"/>
                <a:ea typeface="Manrope" pitchFamily="34" charset="-122"/>
                <a:cs typeface="Manrope" pitchFamily="34" charset="-120"/>
              </a:rPr>
              <a:t>0 / 11 / 66 / 3</a:t>
            </a:r>
            <a:endParaRPr lang="en-US" sz="750" dirty="0"/>
          </a:p>
        </p:txBody>
      </p:sp>
      <p:sp>
        <p:nvSpPr>
          <p:cNvPr id="48" name="Shape 46"/>
          <p:cNvSpPr/>
          <p:nvPr/>
        </p:nvSpPr>
        <p:spPr>
          <a:xfrm>
            <a:off x="9470571" y="274320"/>
            <a:ext cx="1080298" cy="4480560"/>
          </a:xfrm>
          <a:prstGeom prst="roundRect">
            <a:avLst>
              <a:gd name="adj" fmla="val 7618"/>
            </a:avLst>
          </a:prstGeom>
          <a:solidFill>
            <a:srgbClr val="A491CD"/>
          </a:solidFill>
          <a:ln/>
        </p:spPr>
      </p:sp>
      <p:sp>
        <p:nvSpPr>
          <p:cNvPr id="49" name="Text 47"/>
          <p:cNvSpPr txBox="1"/>
          <p:nvPr/>
        </p:nvSpPr>
        <p:spPr>
          <a:xfrm>
            <a:off x="9616875" y="475488"/>
            <a:ext cx="805978" cy="201168"/>
          </a:xfrm>
          <a:prstGeom prst="rect">
            <a:avLst/>
          </a:prstGeom>
          <a:noFill/>
          <a:ln/>
        </p:spPr>
        <p:txBody>
          <a:bodyPr wrap="square" lIns="0" tIns="0" rIns="0" bIns="0" rtlCol="0" anchor="t"/>
          <a:lstStyle/>
          <a:p>
            <a:pPr indent="0" marL="0">
              <a:buNone/>
            </a:pPr>
            <a:r>
              <a:rPr lang="en-US" sz="700" b="1" spc="180" kern="0" dirty="0">
                <a:solidFill>
                  <a:srgbClr val="0F0F10"/>
                </a:solidFill>
                <a:latin typeface="Manrope" pitchFamily="34" charset="0"/>
                <a:ea typeface="Manrope" pitchFamily="34" charset="-122"/>
                <a:cs typeface="Manrope" pitchFamily="34" charset="-120"/>
              </a:rPr>
              <a:t>AFRICAN VIOLET</a:t>
            </a:r>
            <a:endParaRPr lang="en-US" sz="700" dirty="0"/>
          </a:p>
        </p:txBody>
      </p:sp>
      <p:sp>
        <p:nvSpPr>
          <p:cNvPr id="50" name="Text 48"/>
          <p:cNvSpPr txBox="1"/>
          <p:nvPr/>
        </p:nvSpPr>
        <p:spPr>
          <a:xfrm>
            <a:off x="9616875" y="3584448"/>
            <a:ext cx="805978" cy="146304"/>
          </a:xfrm>
          <a:prstGeom prst="rect">
            <a:avLst/>
          </a:prstGeom>
          <a:noFill/>
          <a:ln/>
        </p:spPr>
        <p:txBody>
          <a:bodyPr wrap="square" lIns="0" tIns="0" rIns="0" bIns="0" rtlCol="0" anchor="t"/>
          <a:lstStyle/>
          <a:p>
            <a:pPr indent="0" marL="0">
              <a:buNone/>
            </a:pPr>
            <a:r>
              <a:rPr lang="en-US" sz="600" spc="70" kern="0" dirty="0">
                <a:solidFill>
                  <a:srgbClr val="0F0F10"/>
                </a:solidFill>
                <a:latin typeface="Manrope" pitchFamily="34" charset="0"/>
                <a:ea typeface="Manrope" pitchFamily="34" charset="-122"/>
                <a:cs typeface="Manrope" pitchFamily="34" charset="-120"/>
              </a:rPr>
              <a:t>HEX</a:t>
            </a:r>
            <a:endParaRPr lang="en-US" sz="600" dirty="0"/>
          </a:p>
        </p:txBody>
      </p:sp>
      <p:sp>
        <p:nvSpPr>
          <p:cNvPr id="51" name="Text 49"/>
          <p:cNvSpPr txBox="1"/>
          <p:nvPr/>
        </p:nvSpPr>
        <p:spPr>
          <a:xfrm>
            <a:off x="9616875" y="3739896"/>
            <a:ext cx="805978" cy="182880"/>
          </a:xfrm>
          <a:prstGeom prst="rect">
            <a:avLst/>
          </a:prstGeom>
          <a:noFill/>
          <a:ln/>
        </p:spPr>
        <p:txBody>
          <a:bodyPr wrap="square" lIns="0" tIns="0" rIns="0" bIns="0" rtlCol="0" anchor="t"/>
          <a:lstStyle/>
          <a:p>
            <a:pPr indent="0" marL="0">
              <a:buNone/>
            </a:pPr>
            <a:r>
              <a:rPr lang="en-US" sz="750" dirty="0">
                <a:solidFill>
                  <a:srgbClr val="0F0F10"/>
                </a:solidFill>
                <a:latin typeface="Manrope" pitchFamily="34" charset="0"/>
                <a:ea typeface="Manrope" pitchFamily="34" charset="-122"/>
                <a:cs typeface="Manrope" pitchFamily="34" charset="-120"/>
              </a:rPr>
              <a:t>#A491CD</a:t>
            </a:r>
            <a:endParaRPr lang="en-US" sz="750" dirty="0"/>
          </a:p>
        </p:txBody>
      </p:sp>
      <p:sp>
        <p:nvSpPr>
          <p:cNvPr id="52" name="Text 50"/>
          <p:cNvSpPr txBox="1"/>
          <p:nvPr/>
        </p:nvSpPr>
        <p:spPr>
          <a:xfrm>
            <a:off x="9616875" y="3968496"/>
            <a:ext cx="805978" cy="146304"/>
          </a:xfrm>
          <a:prstGeom prst="rect">
            <a:avLst/>
          </a:prstGeom>
          <a:noFill/>
          <a:ln/>
        </p:spPr>
        <p:txBody>
          <a:bodyPr wrap="square" lIns="0" tIns="0" rIns="0" bIns="0" rtlCol="0" anchor="t"/>
          <a:lstStyle/>
          <a:p>
            <a:pPr indent="0" marL="0">
              <a:buNone/>
            </a:pPr>
            <a:r>
              <a:rPr lang="en-US" sz="600" spc="70" kern="0" dirty="0">
                <a:solidFill>
                  <a:srgbClr val="0F0F10"/>
                </a:solidFill>
                <a:latin typeface="Manrope" pitchFamily="34" charset="0"/>
                <a:ea typeface="Manrope" pitchFamily="34" charset="-122"/>
                <a:cs typeface="Manrope" pitchFamily="34" charset="-120"/>
              </a:rPr>
              <a:t>RGB</a:t>
            </a:r>
            <a:endParaRPr lang="en-US" sz="600" dirty="0"/>
          </a:p>
        </p:txBody>
      </p:sp>
      <p:sp>
        <p:nvSpPr>
          <p:cNvPr id="53" name="Text 51"/>
          <p:cNvSpPr txBox="1"/>
          <p:nvPr/>
        </p:nvSpPr>
        <p:spPr>
          <a:xfrm>
            <a:off x="9616875" y="4123944"/>
            <a:ext cx="805978" cy="182880"/>
          </a:xfrm>
          <a:prstGeom prst="rect">
            <a:avLst/>
          </a:prstGeom>
          <a:noFill/>
          <a:ln/>
        </p:spPr>
        <p:txBody>
          <a:bodyPr wrap="square" lIns="0" tIns="0" rIns="0" bIns="0" rtlCol="0" anchor="t"/>
          <a:lstStyle/>
          <a:p>
            <a:pPr indent="0" marL="0">
              <a:buNone/>
            </a:pPr>
            <a:r>
              <a:rPr lang="en-US" sz="750" dirty="0">
                <a:solidFill>
                  <a:srgbClr val="0F0F10"/>
                </a:solidFill>
                <a:latin typeface="Manrope" pitchFamily="34" charset="0"/>
                <a:ea typeface="Manrope" pitchFamily="34" charset="-122"/>
                <a:cs typeface="Manrope" pitchFamily="34" charset="-120"/>
              </a:rPr>
              <a:t>164 / 145 / 205</a:t>
            </a:r>
            <a:endParaRPr lang="en-US" sz="750" dirty="0"/>
          </a:p>
        </p:txBody>
      </p:sp>
      <p:sp>
        <p:nvSpPr>
          <p:cNvPr id="54" name="Text 52"/>
          <p:cNvSpPr txBox="1"/>
          <p:nvPr/>
        </p:nvSpPr>
        <p:spPr>
          <a:xfrm>
            <a:off x="9616875" y="4352544"/>
            <a:ext cx="805978" cy="146304"/>
          </a:xfrm>
          <a:prstGeom prst="rect">
            <a:avLst/>
          </a:prstGeom>
          <a:noFill/>
          <a:ln/>
        </p:spPr>
        <p:txBody>
          <a:bodyPr wrap="square" lIns="0" tIns="0" rIns="0" bIns="0" rtlCol="0" anchor="t"/>
          <a:lstStyle/>
          <a:p>
            <a:pPr indent="0" marL="0">
              <a:buNone/>
            </a:pPr>
            <a:r>
              <a:rPr lang="en-US" sz="600" spc="70" kern="0" dirty="0">
                <a:solidFill>
                  <a:srgbClr val="0F0F10"/>
                </a:solidFill>
                <a:latin typeface="Manrope" pitchFamily="34" charset="0"/>
                <a:ea typeface="Manrope" pitchFamily="34" charset="-122"/>
                <a:cs typeface="Manrope" pitchFamily="34" charset="-120"/>
              </a:rPr>
              <a:t>CMYK</a:t>
            </a:r>
            <a:endParaRPr lang="en-US" sz="600" dirty="0"/>
          </a:p>
        </p:txBody>
      </p:sp>
      <p:sp>
        <p:nvSpPr>
          <p:cNvPr id="55" name="Text 53"/>
          <p:cNvSpPr txBox="1"/>
          <p:nvPr/>
        </p:nvSpPr>
        <p:spPr>
          <a:xfrm>
            <a:off x="9616875" y="4507992"/>
            <a:ext cx="805978" cy="182880"/>
          </a:xfrm>
          <a:prstGeom prst="rect">
            <a:avLst/>
          </a:prstGeom>
          <a:noFill/>
          <a:ln/>
        </p:spPr>
        <p:txBody>
          <a:bodyPr wrap="square" lIns="0" tIns="0" rIns="0" bIns="0" rtlCol="0" anchor="t"/>
          <a:lstStyle/>
          <a:p>
            <a:pPr indent="0" marL="0">
              <a:buNone/>
            </a:pPr>
            <a:r>
              <a:rPr lang="en-US" sz="750" dirty="0">
                <a:solidFill>
                  <a:srgbClr val="0F0F10"/>
                </a:solidFill>
                <a:latin typeface="Manrope" pitchFamily="34" charset="0"/>
                <a:ea typeface="Manrope" pitchFamily="34" charset="-122"/>
                <a:cs typeface="Manrope" pitchFamily="34" charset="-120"/>
              </a:rPr>
              <a:t>20 / 29 / 0 / 20</a:t>
            </a:r>
            <a:endParaRPr lang="en-US" sz="750" dirty="0"/>
          </a:p>
        </p:txBody>
      </p:sp>
      <p:sp>
        <p:nvSpPr>
          <p:cNvPr id="56" name="Shape 54"/>
          <p:cNvSpPr/>
          <p:nvPr/>
        </p:nvSpPr>
        <p:spPr>
          <a:xfrm>
            <a:off x="10642310" y="274320"/>
            <a:ext cx="1080298" cy="4480560"/>
          </a:xfrm>
          <a:prstGeom prst="roundRect">
            <a:avLst>
              <a:gd name="adj" fmla="val 7618"/>
            </a:avLst>
          </a:prstGeom>
          <a:solidFill>
            <a:srgbClr val="8CBFA6"/>
          </a:solidFill>
          <a:ln/>
        </p:spPr>
      </p:sp>
      <p:sp>
        <p:nvSpPr>
          <p:cNvPr id="57" name="Text 55"/>
          <p:cNvSpPr txBox="1"/>
          <p:nvPr/>
        </p:nvSpPr>
        <p:spPr>
          <a:xfrm>
            <a:off x="10788614" y="475488"/>
            <a:ext cx="805978" cy="201168"/>
          </a:xfrm>
          <a:prstGeom prst="rect">
            <a:avLst/>
          </a:prstGeom>
          <a:noFill/>
          <a:ln/>
        </p:spPr>
        <p:txBody>
          <a:bodyPr wrap="square" lIns="0" tIns="0" rIns="0" bIns="0" rtlCol="0" anchor="t"/>
          <a:lstStyle/>
          <a:p>
            <a:pPr indent="0" marL="0">
              <a:buNone/>
            </a:pPr>
            <a:r>
              <a:rPr lang="en-US" sz="700" b="1" spc="180" kern="0" dirty="0">
                <a:solidFill>
                  <a:srgbClr val="0F0F10"/>
                </a:solidFill>
                <a:latin typeface="Manrope" pitchFamily="34" charset="0"/>
                <a:ea typeface="Manrope" pitchFamily="34" charset="-122"/>
                <a:cs typeface="Manrope" pitchFamily="34" charset="-120"/>
              </a:rPr>
              <a:t>ASH GREEN</a:t>
            </a:r>
            <a:endParaRPr lang="en-US" sz="700" dirty="0"/>
          </a:p>
        </p:txBody>
      </p:sp>
      <p:sp>
        <p:nvSpPr>
          <p:cNvPr id="58" name="Text 56"/>
          <p:cNvSpPr txBox="1"/>
          <p:nvPr/>
        </p:nvSpPr>
        <p:spPr>
          <a:xfrm>
            <a:off x="10788614" y="3584448"/>
            <a:ext cx="805978" cy="146304"/>
          </a:xfrm>
          <a:prstGeom prst="rect">
            <a:avLst/>
          </a:prstGeom>
          <a:noFill/>
          <a:ln/>
        </p:spPr>
        <p:txBody>
          <a:bodyPr wrap="square" lIns="0" tIns="0" rIns="0" bIns="0" rtlCol="0" anchor="t"/>
          <a:lstStyle/>
          <a:p>
            <a:pPr indent="0" marL="0">
              <a:buNone/>
            </a:pPr>
            <a:r>
              <a:rPr lang="en-US" sz="600" spc="70" kern="0" dirty="0">
                <a:solidFill>
                  <a:srgbClr val="0F0F10"/>
                </a:solidFill>
                <a:latin typeface="Manrope" pitchFamily="34" charset="0"/>
                <a:ea typeface="Manrope" pitchFamily="34" charset="-122"/>
                <a:cs typeface="Manrope" pitchFamily="34" charset="-120"/>
              </a:rPr>
              <a:t>HEX</a:t>
            </a:r>
            <a:endParaRPr lang="en-US" sz="600" dirty="0"/>
          </a:p>
        </p:txBody>
      </p:sp>
      <p:sp>
        <p:nvSpPr>
          <p:cNvPr id="59" name="Text 57"/>
          <p:cNvSpPr txBox="1"/>
          <p:nvPr/>
        </p:nvSpPr>
        <p:spPr>
          <a:xfrm>
            <a:off x="10788614" y="3739896"/>
            <a:ext cx="805978" cy="182880"/>
          </a:xfrm>
          <a:prstGeom prst="rect">
            <a:avLst/>
          </a:prstGeom>
          <a:noFill/>
          <a:ln/>
        </p:spPr>
        <p:txBody>
          <a:bodyPr wrap="square" lIns="0" tIns="0" rIns="0" bIns="0" rtlCol="0" anchor="t"/>
          <a:lstStyle/>
          <a:p>
            <a:pPr indent="0" marL="0">
              <a:buNone/>
            </a:pPr>
            <a:r>
              <a:rPr lang="en-US" sz="750" dirty="0">
                <a:solidFill>
                  <a:srgbClr val="0F0F10"/>
                </a:solidFill>
                <a:latin typeface="Manrope" pitchFamily="34" charset="0"/>
                <a:ea typeface="Manrope" pitchFamily="34" charset="-122"/>
                <a:cs typeface="Manrope" pitchFamily="34" charset="-120"/>
              </a:rPr>
              <a:t>#8CBFA6</a:t>
            </a:r>
            <a:endParaRPr lang="en-US" sz="750" dirty="0"/>
          </a:p>
        </p:txBody>
      </p:sp>
      <p:sp>
        <p:nvSpPr>
          <p:cNvPr id="60" name="Text 58"/>
          <p:cNvSpPr txBox="1"/>
          <p:nvPr/>
        </p:nvSpPr>
        <p:spPr>
          <a:xfrm>
            <a:off x="10788614" y="3968496"/>
            <a:ext cx="805978" cy="146304"/>
          </a:xfrm>
          <a:prstGeom prst="rect">
            <a:avLst/>
          </a:prstGeom>
          <a:noFill/>
          <a:ln/>
        </p:spPr>
        <p:txBody>
          <a:bodyPr wrap="square" lIns="0" tIns="0" rIns="0" bIns="0" rtlCol="0" anchor="t"/>
          <a:lstStyle/>
          <a:p>
            <a:pPr indent="0" marL="0">
              <a:buNone/>
            </a:pPr>
            <a:r>
              <a:rPr lang="en-US" sz="600" spc="70" kern="0" dirty="0">
                <a:solidFill>
                  <a:srgbClr val="0F0F10"/>
                </a:solidFill>
                <a:latin typeface="Manrope" pitchFamily="34" charset="0"/>
                <a:ea typeface="Manrope" pitchFamily="34" charset="-122"/>
                <a:cs typeface="Manrope" pitchFamily="34" charset="-120"/>
              </a:rPr>
              <a:t>RGB</a:t>
            </a:r>
            <a:endParaRPr lang="en-US" sz="600" dirty="0"/>
          </a:p>
        </p:txBody>
      </p:sp>
      <p:sp>
        <p:nvSpPr>
          <p:cNvPr id="61" name="Text 59"/>
          <p:cNvSpPr txBox="1"/>
          <p:nvPr/>
        </p:nvSpPr>
        <p:spPr>
          <a:xfrm>
            <a:off x="10788614" y="4123944"/>
            <a:ext cx="805978" cy="182880"/>
          </a:xfrm>
          <a:prstGeom prst="rect">
            <a:avLst/>
          </a:prstGeom>
          <a:noFill/>
          <a:ln/>
        </p:spPr>
        <p:txBody>
          <a:bodyPr wrap="square" lIns="0" tIns="0" rIns="0" bIns="0" rtlCol="0" anchor="t"/>
          <a:lstStyle/>
          <a:p>
            <a:pPr indent="0" marL="0">
              <a:buNone/>
            </a:pPr>
            <a:r>
              <a:rPr lang="en-US" sz="750" dirty="0">
                <a:solidFill>
                  <a:srgbClr val="0F0F10"/>
                </a:solidFill>
                <a:latin typeface="Manrope" pitchFamily="34" charset="0"/>
                <a:ea typeface="Manrope" pitchFamily="34" charset="-122"/>
                <a:cs typeface="Manrope" pitchFamily="34" charset="-120"/>
              </a:rPr>
              <a:t>140 / 191 / 166</a:t>
            </a:r>
            <a:endParaRPr lang="en-US" sz="750" dirty="0"/>
          </a:p>
        </p:txBody>
      </p:sp>
      <p:sp>
        <p:nvSpPr>
          <p:cNvPr id="62" name="Text 60"/>
          <p:cNvSpPr txBox="1"/>
          <p:nvPr/>
        </p:nvSpPr>
        <p:spPr>
          <a:xfrm>
            <a:off x="10788614" y="4352544"/>
            <a:ext cx="805978" cy="146304"/>
          </a:xfrm>
          <a:prstGeom prst="rect">
            <a:avLst/>
          </a:prstGeom>
          <a:noFill/>
          <a:ln/>
        </p:spPr>
        <p:txBody>
          <a:bodyPr wrap="square" lIns="0" tIns="0" rIns="0" bIns="0" rtlCol="0" anchor="t"/>
          <a:lstStyle/>
          <a:p>
            <a:pPr indent="0" marL="0">
              <a:buNone/>
            </a:pPr>
            <a:r>
              <a:rPr lang="en-US" sz="600" spc="70" kern="0" dirty="0">
                <a:solidFill>
                  <a:srgbClr val="0F0F10"/>
                </a:solidFill>
                <a:latin typeface="Manrope" pitchFamily="34" charset="0"/>
                <a:ea typeface="Manrope" pitchFamily="34" charset="-122"/>
                <a:cs typeface="Manrope" pitchFamily="34" charset="-120"/>
              </a:rPr>
              <a:t>CMYK</a:t>
            </a:r>
            <a:endParaRPr lang="en-US" sz="600" dirty="0"/>
          </a:p>
        </p:txBody>
      </p:sp>
      <p:sp>
        <p:nvSpPr>
          <p:cNvPr id="63" name="Text 61"/>
          <p:cNvSpPr txBox="1"/>
          <p:nvPr/>
        </p:nvSpPr>
        <p:spPr>
          <a:xfrm>
            <a:off x="10788614" y="4507992"/>
            <a:ext cx="805978" cy="182880"/>
          </a:xfrm>
          <a:prstGeom prst="rect">
            <a:avLst/>
          </a:prstGeom>
          <a:noFill/>
          <a:ln/>
        </p:spPr>
        <p:txBody>
          <a:bodyPr wrap="square" lIns="0" tIns="0" rIns="0" bIns="0" rtlCol="0" anchor="t"/>
          <a:lstStyle/>
          <a:p>
            <a:pPr indent="0" marL="0">
              <a:buNone/>
            </a:pPr>
            <a:r>
              <a:rPr lang="en-US" sz="750" dirty="0">
                <a:solidFill>
                  <a:srgbClr val="0F0F10"/>
                </a:solidFill>
                <a:latin typeface="Manrope" pitchFamily="34" charset="0"/>
                <a:ea typeface="Manrope" pitchFamily="34" charset="-122"/>
                <a:cs typeface="Manrope" pitchFamily="34" charset="-120"/>
              </a:rPr>
              <a:t>27 / 0 / 13 / 25</a:t>
            </a:r>
            <a:endParaRPr lang="en-US" sz="750" dirty="0"/>
          </a:p>
        </p:txBody>
      </p:sp>
      <p:sp>
        <p:nvSpPr>
          <p:cNvPr id="64" name="Text 62"/>
          <p:cNvSpPr txBox="1"/>
          <p:nvPr/>
        </p:nvSpPr>
        <p:spPr>
          <a:xfrm>
            <a:off x="3611880" y="4992624"/>
            <a:ext cx="8110728" cy="201168"/>
          </a:xfrm>
          <a:prstGeom prst="rect">
            <a:avLst/>
          </a:prstGeom>
          <a:noFill/>
          <a:ln/>
        </p:spPr>
        <p:txBody>
          <a:bodyPr wrap="square" lIns="0" tIns="0" rIns="0" bIns="0" rtlCol="0" anchor="t"/>
          <a:lstStyle/>
          <a:p>
            <a:pPr indent="0" marL="0">
              <a:buNone/>
            </a:pPr>
            <a:r>
              <a:rPr lang="en-US" sz="900" spc="180" kern="0" dirty="0">
                <a:solidFill>
                  <a:srgbClr val="7A7264"/>
                </a:solidFill>
                <a:latin typeface="Manrope" pitchFamily="34" charset="0"/>
                <a:ea typeface="Manrope" pitchFamily="34" charset="-122"/>
                <a:cs typeface="Manrope" pitchFamily="34" charset="-120"/>
              </a:rPr>
              <a:t>EMERALD AND BURNT ORANGE ARE RETIRED. PINEWOOD AND GILT SURVIVE ON SEALS AND CERTIFICATES ONLY.</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566928" y="274320"/>
            <a:ext cx="0" cy="6309360"/>
          </a:xfrm>
          <a:prstGeom prst="line">
            <a:avLst/>
          </a:prstGeom>
          <a:noFill/>
          <a:ln w="9525">
            <a:solidFill>
              <a:srgbClr val="BDB4A2"/>
            </a:solidFill>
            <a:prstDash val="solid"/>
          </a:ln>
        </p:spPr>
      </p:sp>
      <p:sp>
        <p:nvSpPr>
          <p:cNvPr id="3" name="Text 1"/>
          <p:cNvSpPr txBox="1"/>
          <p:nvPr/>
        </p:nvSpPr>
        <p:spPr>
          <a:xfrm rot="16200000">
            <a:off x="9144" y="256032"/>
            <a:ext cx="457200" cy="274320"/>
          </a:xfrm>
          <a:prstGeom prst="rect">
            <a:avLst/>
          </a:prstGeom>
          <a:noFill/>
          <a:ln/>
        </p:spPr>
        <p:txBody>
          <a:bodyPr wrap="none" lIns="0" tIns="0" rIns="0" bIns="0" rtlCol="0" anchor="ctr"/>
          <a:lstStyle/>
          <a:p>
            <a:pPr algn="ctr" indent="0" marL="0">
              <a:buNone/>
            </a:pPr>
            <a:r>
              <a:rPr lang="en-US" sz="700" spc="160" kern="0" dirty="0">
                <a:solidFill>
                  <a:srgbClr val="7A7264"/>
                </a:solidFill>
                <a:latin typeface="Manrope" pitchFamily="34" charset="0"/>
                <a:ea typeface="Manrope" pitchFamily="34" charset="-122"/>
                <a:cs typeface="Manrope" pitchFamily="34" charset="-120"/>
              </a:rPr>
              <a:t>020</a:t>
            </a:r>
            <a:endParaRPr lang="en-US" sz="700" dirty="0"/>
          </a:p>
        </p:txBody>
      </p:sp>
      <p:sp>
        <p:nvSpPr>
          <p:cNvPr id="4" name="Text 2"/>
          <p:cNvSpPr txBox="1"/>
          <p:nvPr/>
        </p:nvSpPr>
        <p:spPr>
          <a:xfrm rot="16200000">
            <a:off x="-950976" y="5257800"/>
            <a:ext cx="2377440" cy="274320"/>
          </a:xfrm>
          <a:prstGeom prst="rect">
            <a:avLst/>
          </a:prstGeom>
          <a:noFill/>
          <a:ln/>
        </p:spPr>
        <p:txBody>
          <a:bodyPr wrap="none" lIns="0" tIns="0" rIns="0" bIns="0" rtlCol="0" anchor="ctr"/>
          <a:lstStyle/>
          <a:p>
            <a:pPr algn="l" indent="0" marL="0">
              <a:buNone/>
            </a:pPr>
            <a:r>
              <a:rPr lang="en-US" sz="700" spc="160" kern="0" dirty="0">
                <a:solidFill>
                  <a:srgbClr val="7A7264"/>
                </a:solidFill>
                <a:latin typeface="Manrope" pitchFamily="34" charset="0"/>
                <a:ea typeface="Manrope" pitchFamily="34" charset="-122"/>
                <a:cs typeface="Manrope" pitchFamily="34" charset="-120"/>
              </a:rPr>
              <a:t>THE IDENTITY BOOK</a:t>
            </a:r>
            <a:endParaRPr lang="en-US" sz="700" dirty="0"/>
          </a:p>
        </p:txBody>
      </p:sp>
      <p:sp>
        <p:nvSpPr>
          <p:cNvPr id="5" name="Shape 3"/>
          <p:cNvSpPr/>
          <p:nvPr/>
        </p:nvSpPr>
        <p:spPr>
          <a:xfrm>
            <a:off x="3474720" y="274320"/>
            <a:ext cx="0" cy="6309360"/>
          </a:xfrm>
          <a:prstGeom prst="line">
            <a:avLst/>
          </a:prstGeom>
          <a:noFill/>
          <a:ln w="9525">
            <a:solidFill>
              <a:srgbClr val="BDB4A2"/>
            </a:solidFill>
            <a:prstDash val="solid"/>
          </a:ln>
        </p:spPr>
      </p:sp>
      <p:sp>
        <p:nvSpPr>
          <p:cNvPr id="6" name="Text 4"/>
          <p:cNvSpPr txBox="1"/>
          <p:nvPr/>
        </p:nvSpPr>
        <p:spPr>
          <a:xfrm>
            <a:off x="749808" y="292608"/>
            <a:ext cx="2619756" cy="201168"/>
          </a:xfrm>
          <a:prstGeom prst="rect">
            <a:avLst/>
          </a:prstGeom>
          <a:noFill/>
          <a:ln/>
        </p:spPr>
        <p:txBody>
          <a:bodyPr wrap="square" lIns="0" tIns="0" rIns="0" bIns="0" rtlCol="0" anchor="t"/>
          <a:lstStyle/>
          <a:p>
            <a:pPr indent="0" marL="0">
              <a:buNone/>
            </a:pPr>
            <a:r>
              <a:rPr lang="en-US" sz="900" b="1" spc="180" kern="0" dirty="0">
                <a:solidFill>
                  <a:srgbClr val="0F0F10"/>
                </a:solidFill>
                <a:latin typeface="Manrope" pitchFamily="34" charset="0"/>
                <a:ea typeface="Manrope" pitchFamily="34" charset="-122"/>
                <a:cs typeface="Manrope" pitchFamily="34" charset="-120"/>
              </a:rPr>
              <a:t>3.2  SURFACE TINTS</a:t>
            </a:r>
            <a:endParaRPr lang="en-US" sz="900" dirty="0"/>
          </a:p>
        </p:txBody>
      </p:sp>
      <p:sp>
        <p:nvSpPr>
          <p:cNvPr id="7" name="Text 5"/>
          <p:cNvSpPr txBox="1"/>
          <p:nvPr/>
        </p:nvSpPr>
        <p:spPr>
          <a:xfrm>
            <a:off x="749808" y="694944"/>
            <a:ext cx="2619756" cy="3840480"/>
          </a:xfrm>
          <a:prstGeom prst="rect">
            <a:avLst/>
          </a:prstGeom>
          <a:noFill/>
          <a:ln/>
        </p:spPr>
        <p:txBody>
          <a:bodyPr wrap="square" lIns="0" tIns="0" rIns="0" bIns="0" rtlCol="0" anchor="t"/>
          <a:lstStyle/>
          <a:p>
            <a:pPr indent="0" marL="0">
              <a:lnSpc>
                <a:spcPct val="142000"/>
              </a:lnSpc>
              <a:buNone/>
            </a:pPr>
            <a:r>
              <a:rPr lang="en-US" sz="1150" dirty="0">
                <a:solidFill>
                  <a:srgbClr val="1C1A17"/>
                </a:solidFill>
                <a:latin typeface="Bookmania" pitchFamily="34" charset="0"/>
                <a:ea typeface="Bookmania" pitchFamily="34" charset="-122"/>
                <a:cs typeface="Bookmania" pitchFamily="34" charset="-120"/>
              </a:rPr>
              <a:t>Five paper tones carried forward from the 2025 book. They give a surface warmth without adding colour — porch light on paper.</a:t>
            </a:r>
            <a:endParaRPr lang="en-US" sz="1150" dirty="0"/>
          </a:p>
        </p:txBody>
      </p:sp>
      <p:sp>
        <p:nvSpPr>
          <p:cNvPr id="8" name="Text 6"/>
          <p:cNvSpPr txBox="1"/>
          <p:nvPr/>
        </p:nvSpPr>
        <p:spPr>
          <a:xfrm>
            <a:off x="749808" y="5166360"/>
            <a:ext cx="2619756" cy="1417320"/>
          </a:xfrm>
          <a:prstGeom prst="rect">
            <a:avLst/>
          </a:prstGeom>
          <a:noFill/>
          <a:ln/>
        </p:spPr>
        <p:txBody>
          <a:bodyPr wrap="square" lIns="0" tIns="0" rIns="0" bIns="0" rtlCol="0" anchor="t"/>
          <a:lstStyle/>
          <a:p>
            <a:pPr indent="0" marL="0">
              <a:lnSpc>
                <a:spcPct val="140000"/>
              </a:lnSpc>
              <a:buNone/>
            </a:pPr>
            <a:r>
              <a:rPr lang="en-US" sz="950" dirty="0">
                <a:solidFill>
                  <a:srgbClr val="5E574C"/>
                </a:solidFill>
                <a:latin typeface="Manrope" pitchFamily="34" charset="0"/>
                <a:ea typeface="Manrope" pitchFamily="34" charset="-122"/>
                <a:cs typeface="Manrope" pitchFamily="34" charset="-120"/>
              </a:rPr>
              <a:t>Tints are grounds, never type. Body copy never sets in a tint and a tint never carries the mark.</a:t>
            </a:r>
            <a:endParaRPr lang="en-US" sz="950" dirty="0"/>
          </a:p>
        </p:txBody>
      </p:sp>
      <p:sp>
        <p:nvSpPr>
          <p:cNvPr id="9" name="Shape 7"/>
          <p:cNvSpPr/>
          <p:nvPr/>
        </p:nvSpPr>
        <p:spPr>
          <a:xfrm>
            <a:off x="3611880" y="274320"/>
            <a:ext cx="1512418" cy="3291840"/>
          </a:xfrm>
          <a:prstGeom prst="roundRect">
            <a:avLst>
              <a:gd name="adj" fmla="val 5441"/>
            </a:avLst>
          </a:prstGeom>
          <a:solidFill>
            <a:srgbClr val="FFFAE7"/>
          </a:solidFill>
          <a:ln w="6350">
            <a:solidFill>
              <a:srgbClr val="D8D2C4"/>
            </a:solidFill>
            <a:prstDash val="solid"/>
          </a:ln>
        </p:spPr>
      </p:sp>
      <p:sp>
        <p:nvSpPr>
          <p:cNvPr id="10" name="Text 8"/>
          <p:cNvSpPr txBox="1"/>
          <p:nvPr/>
        </p:nvSpPr>
        <p:spPr>
          <a:xfrm>
            <a:off x="3794760" y="512064"/>
            <a:ext cx="1146658" cy="201168"/>
          </a:xfrm>
          <a:prstGeom prst="rect">
            <a:avLst/>
          </a:prstGeom>
          <a:noFill/>
          <a:ln/>
        </p:spPr>
        <p:txBody>
          <a:bodyPr wrap="square" lIns="0" tIns="0" rIns="0" bIns="0" rtlCol="0" anchor="t"/>
          <a:lstStyle/>
          <a:p>
            <a:pPr indent="0" marL="0">
              <a:buNone/>
            </a:pPr>
            <a:r>
              <a:rPr lang="en-US" sz="700" b="1" spc="180" kern="0" dirty="0">
                <a:solidFill>
                  <a:srgbClr val="5E574C"/>
                </a:solidFill>
                <a:latin typeface="Manrope" pitchFamily="34" charset="0"/>
                <a:ea typeface="Manrope" pitchFamily="34" charset="-122"/>
                <a:cs typeface="Manrope" pitchFamily="34" charset="-120"/>
              </a:rPr>
              <a:t>EARLY DAWN</a:t>
            </a:r>
            <a:endParaRPr lang="en-US" sz="700" dirty="0"/>
          </a:p>
        </p:txBody>
      </p:sp>
      <p:sp>
        <p:nvSpPr>
          <p:cNvPr id="11" name="Text 9"/>
          <p:cNvSpPr txBox="1"/>
          <p:nvPr/>
        </p:nvSpPr>
        <p:spPr>
          <a:xfrm>
            <a:off x="3794760" y="3054096"/>
            <a:ext cx="1146658" cy="219456"/>
          </a:xfrm>
          <a:prstGeom prst="rect">
            <a:avLst/>
          </a:prstGeom>
          <a:noFill/>
          <a:ln/>
        </p:spPr>
        <p:txBody>
          <a:bodyPr wrap="square" lIns="0" tIns="0" rIns="0" bIns="0" rtlCol="0" anchor="t"/>
          <a:lstStyle/>
          <a:p>
            <a:pPr indent="0" marL="0">
              <a:buNone/>
            </a:pPr>
            <a:r>
              <a:rPr lang="en-US" sz="750" dirty="0">
                <a:solidFill>
                  <a:srgbClr val="5E574C"/>
                </a:solidFill>
                <a:latin typeface="Manrope" pitchFamily="34" charset="0"/>
                <a:ea typeface="Manrope" pitchFamily="34" charset="-122"/>
                <a:cs typeface="Manrope" pitchFamily="34" charset="-120"/>
              </a:rPr>
              <a:t>#FFFAE7</a:t>
            </a:r>
            <a:endParaRPr lang="en-US" sz="750" dirty="0"/>
          </a:p>
        </p:txBody>
      </p:sp>
      <p:sp>
        <p:nvSpPr>
          <p:cNvPr id="12" name="Shape 10"/>
          <p:cNvSpPr/>
          <p:nvPr/>
        </p:nvSpPr>
        <p:spPr>
          <a:xfrm>
            <a:off x="5261458" y="274320"/>
            <a:ext cx="1512418" cy="3291840"/>
          </a:xfrm>
          <a:prstGeom prst="roundRect">
            <a:avLst>
              <a:gd name="adj" fmla="val 5441"/>
            </a:avLst>
          </a:prstGeom>
          <a:solidFill>
            <a:srgbClr val="F8EDE3"/>
          </a:solidFill>
          <a:ln w="6350">
            <a:solidFill>
              <a:srgbClr val="D8D2C4"/>
            </a:solidFill>
            <a:prstDash val="solid"/>
          </a:ln>
        </p:spPr>
      </p:sp>
      <p:sp>
        <p:nvSpPr>
          <p:cNvPr id="13" name="Text 11"/>
          <p:cNvSpPr txBox="1"/>
          <p:nvPr/>
        </p:nvSpPr>
        <p:spPr>
          <a:xfrm>
            <a:off x="5444338" y="512064"/>
            <a:ext cx="1146658" cy="201168"/>
          </a:xfrm>
          <a:prstGeom prst="rect">
            <a:avLst/>
          </a:prstGeom>
          <a:noFill/>
          <a:ln/>
        </p:spPr>
        <p:txBody>
          <a:bodyPr wrap="square" lIns="0" tIns="0" rIns="0" bIns="0" rtlCol="0" anchor="t"/>
          <a:lstStyle/>
          <a:p>
            <a:pPr indent="0" marL="0">
              <a:buNone/>
            </a:pPr>
            <a:r>
              <a:rPr lang="en-US" sz="700" b="1" spc="180" kern="0" dirty="0">
                <a:solidFill>
                  <a:srgbClr val="5E574C"/>
                </a:solidFill>
                <a:latin typeface="Manrope" pitchFamily="34" charset="0"/>
                <a:ea typeface="Manrope" pitchFamily="34" charset="-122"/>
                <a:cs typeface="Manrope" pitchFamily="34" charset="-120"/>
              </a:rPr>
              <a:t>QUARTER SPANISH</a:t>
            </a:r>
            <a:endParaRPr lang="en-US" sz="700" dirty="0"/>
          </a:p>
        </p:txBody>
      </p:sp>
      <p:sp>
        <p:nvSpPr>
          <p:cNvPr id="14" name="Text 12"/>
          <p:cNvSpPr txBox="1"/>
          <p:nvPr/>
        </p:nvSpPr>
        <p:spPr>
          <a:xfrm>
            <a:off x="5444338" y="3054096"/>
            <a:ext cx="1146658" cy="219456"/>
          </a:xfrm>
          <a:prstGeom prst="rect">
            <a:avLst/>
          </a:prstGeom>
          <a:noFill/>
          <a:ln/>
        </p:spPr>
        <p:txBody>
          <a:bodyPr wrap="square" lIns="0" tIns="0" rIns="0" bIns="0" rtlCol="0" anchor="t"/>
          <a:lstStyle/>
          <a:p>
            <a:pPr indent="0" marL="0">
              <a:buNone/>
            </a:pPr>
            <a:r>
              <a:rPr lang="en-US" sz="750" dirty="0">
                <a:solidFill>
                  <a:srgbClr val="5E574C"/>
                </a:solidFill>
                <a:latin typeface="Manrope" pitchFamily="34" charset="0"/>
                <a:ea typeface="Manrope" pitchFamily="34" charset="-122"/>
                <a:cs typeface="Manrope" pitchFamily="34" charset="-120"/>
              </a:rPr>
              <a:t>#F8EDE3</a:t>
            </a:r>
            <a:endParaRPr lang="en-US" sz="750" dirty="0"/>
          </a:p>
        </p:txBody>
      </p:sp>
      <p:sp>
        <p:nvSpPr>
          <p:cNvPr id="15" name="Shape 13"/>
          <p:cNvSpPr/>
          <p:nvPr/>
        </p:nvSpPr>
        <p:spPr>
          <a:xfrm>
            <a:off x="6911035" y="274320"/>
            <a:ext cx="1512418" cy="3291840"/>
          </a:xfrm>
          <a:prstGeom prst="roundRect">
            <a:avLst>
              <a:gd name="adj" fmla="val 5441"/>
            </a:avLst>
          </a:prstGeom>
          <a:solidFill>
            <a:srgbClr val="F1F6F5"/>
          </a:solidFill>
          <a:ln w="6350">
            <a:solidFill>
              <a:srgbClr val="D8D2C4"/>
            </a:solidFill>
            <a:prstDash val="solid"/>
          </a:ln>
        </p:spPr>
      </p:sp>
      <p:sp>
        <p:nvSpPr>
          <p:cNvPr id="16" name="Text 14"/>
          <p:cNvSpPr txBox="1"/>
          <p:nvPr/>
        </p:nvSpPr>
        <p:spPr>
          <a:xfrm>
            <a:off x="7093915" y="512064"/>
            <a:ext cx="1146658" cy="201168"/>
          </a:xfrm>
          <a:prstGeom prst="rect">
            <a:avLst/>
          </a:prstGeom>
          <a:noFill/>
          <a:ln/>
        </p:spPr>
        <p:txBody>
          <a:bodyPr wrap="square" lIns="0" tIns="0" rIns="0" bIns="0" rtlCol="0" anchor="t"/>
          <a:lstStyle/>
          <a:p>
            <a:pPr indent="0" marL="0">
              <a:buNone/>
            </a:pPr>
            <a:r>
              <a:rPr lang="en-US" sz="700" b="1" spc="180" kern="0" dirty="0">
                <a:solidFill>
                  <a:srgbClr val="5E574C"/>
                </a:solidFill>
                <a:latin typeface="Manrope" pitchFamily="34" charset="0"/>
                <a:ea typeface="Manrope" pitchFamily="34" charset="-122"/>
                <a:cs typeface="Manrope" pitchFamily="34" charset="-120"/>
              </a:rPr>
              <a:t>HAZE</a:t>
            </a:r>
            <a:endParaRPr lang="en-US" sz="700" dirty="0"/>
          </a:p>
        </p:txBody>
      </p:sp>
      <p:sp>
        <p:nvSpPr>
          <p:cNvPr id="17" name="Text 15"/>
          <p:cNvSpPr txBox="1"/>
          <p:nvPr/>
        </p:nvSpPr>
        <p:spPr>
          <a:xfrm>
            <a:off x="7093915" y="3054096"/>
            <a:ext cx="1146658" cy="219456"/>
          </a:xfrm>
          <a:prstGeom prst="rect">
            <a:avLst/>
          </a:prstGeom>
          <a:noFill/>
          <a:ln/>
        </p:spPr>
        <p:txBody>
          <a:bodyPr wrap="square" lIns="0" tIns="0" rIns="0" bIns="0" rtlCol="0" anchor="t"/>
          <a:lstStyle/>
          <a:p>
            <a:pPr indent="0" marL="0">
              <a:buNone/>
            </a:pPr>
            <a:r>
              <a:rPr lang="en-US" sz="750" dirty="0">
                <a:solidFill>
                  <a:srgbClr val="5E574C"/>
                </a:solidFill>
                <a:latin typeface="Manrope" pitchFamily="34" charset="0"/>
                <a:ea typeface="Manrope" pitchFamily="34" charset="-122"/>
                <a:cs typeface="Manrope" pitchFamily="34" charset="-120"/>
              </a:rPr>
              <a:t>#F1F6F5</a:t>
            </a:r>
            <a:endParaRPr lang="en-US" sz="750" dirty="0"/>
          </a:p>
        </p:txBody>
      </p:sp>
      <p:sp>
        <p:nvSpPr>
          <p:cNvPr id="18" name="Shape 16"/>
          <p:cNvSpPr/>
          <p:nvPr/>
        </p:nvSpPr>
        <p:spPr>
          <a:xfrm>
            <a:off x="8560613" y="274320"/>
            <a:ext cx="1512418" cy="3291840"/>
          </a:xfrm>
          <a:prstGeom prst="roundRect">
            <a:avLst>
              <a:gd name="adj" fmla="val 5441"/>
            </a:avLst>
          </a:prstGeom>
          <a:solidFill>
            <a:srgbClr val="F1F5F9"/>
          </a:solidFill>
          <a:ln w="6350">
            <a:solidFill>
              <a:srgbClr val="D8D2C4"/>
            </a:solidFill>
            <a:prstDash val="solid"/>
          </a:ln>
        </p:spPr>
      </p:sp>
      <p:sp>
        <p:nvSpPr>
          <p:cNvPr id="19" name="Text 17"/>
          <p:cNvSpPr txBox="1"/>
          <p:nvPr/>
        </p:nvSpPr>
        <p:spPr>
          <a:xfrm>
            <a:off x="8743493" y="512064"/>
            <a:ext cx="1146658" cy="201168"/>
          </a:xfrm>
          <a:prstGeom prst="rect">
            <a:avLst/>
          </a:prstGeom>
          <a:noFill/>
          <a:ln/>
        </p:spPr>
        <p:txBody>
          <a:bodyPr wrap="square" lIns="0" tIns="0" rIns="0" bIns="0" rtlCol="0" anchor="t"/>
          <a:lstStyle/>
          <a:p>
            <a:pPr indent="0" marL="0">
              <a:buNone/>
            </a:pPr>
            <a:r>
              <a:rPr lang="en-US" sz="700" b="1" spc="180" kern="0" dirty="0">
                <a:solidFill>
                  <a:srgbClr val="5E574C"/>
                </a:solidFill>
                <a:latin typeface="Manrope" pitchFamily="34" charset="0"/>
                <a:ea typeface="Manrope" pitchFamily="34" charset="-122"/>
                <a:cs typeface="Manrope" pitchFamily="34" charset="-120"/>
              </a:rPr>
              <a:t>CATSKILL</a:t>
            </a:r>
            <a:endParaRPr lang="en-US" sz="700" dirty="0"/>
          </a:p>
        </p:txBody>
      </p:sp>
      <p:sp>
        <p:nvSpPr>
          <p:cNvPr id="20" name="Text 18"/>
          <p:cNvSpPr txBox="1"/>
          <p:nvPr/>
        </p:nvSpPr>
        <p:spPr>
          <a:xfrm>
            <a:off x="8743493" y="3054096"/>
            <a:ext cx="1146658" cy="219456"/>
          </a:xfrm>
          <a:prstGeom prst="rect">
            <a:avLst/>
          </a:prstGeom>
          <a:noFill/>
          <a:ln/>
        </p:spPr>
        <p:txBody>
          <a:bodyPr wrap="square" lIns="0" tIns="0" rIns="0" bIns="0" rtlCol="0" anchor="t"/>
          <a:lstStyle/>
          <a:p>
            <a:pPr indent="0" marL="0">
              <a:buNone/>
            </a:pPr>
            <a:r>
              <a:rPr lang="en-US" sz="750" dirty="0">
                <a:solidFill>
                  <a:srgbClr val="5E574C"/>
                </a:solidFill>
                <a:latin typeface="Manrope" pitchFamily="34" charset="0"/>
                <a:ea typeface="Manrope" pitchFamily="34" charset="-122"/>
                <a:cs typeface="Manrope" pitchFamily="34" charset="-120"/>
              </a:rPr>
              <a:t>#F1F5F9</a:t>
            </a:r>
            <a:endParaRPr lang="en-US" sz="750" dirty="0"/>
          </a:p>
        </p:txBody>
      </p:sp>
      <p:sp>
        <p:nvSpPr>
          <p:cNvPr id="21" name="Shape 19"/>
          <p:cNvSpPr/>
          <p:nvPr/>
        </p:nvSpPr>
        <p:spPr>
          <a:xfrm>
            <a:off x="10210190" y="274320"/>
            <a:ext cx="1512418" cy="3291840"/>
          </a:xfrm>
          <a:prstGeom prst="roundRect">
            <a:avLst>
              <a:gd name="adj" fmla="val 5441"/>
            </a:avLst>
          </a:prstGeom>
          <a:solidFill>
            <a:srgbClr val="F8F8F8"/>
          </a:solidFill>
          <a:ln w="6350">
            <a:solidFill>
              <a:srgbClr val="D8D2C4"/>
            </a:solidFill>
            <a:prstDash val="solid"/>
          </a:ln>
        </p:spPr>
      </p:sp>
      <p:sp>
        <p:nvSpPr>
          <p:cNvPr id="22" name="Text 20"/>
          <p:cNvSpPr txBox="1"/>
          <p:nvPr/>
        </p:nvSpPr>
        <p:spPr>
          <a:xfrm>
            <a:off x="10393070" y="512064"/>
            <a:ext cx="1146658" cy="201168"/>
          </a:xfrm>
          <a:prstGeom prst="rect">
            <a:avLst/>
          </a:prstGeom>
          <a:noFill/>
          <a:ln/>
        </p:spPr>
        <p:txBody>
          <a:bodyPr wrap="square" lIns="0" tIns="0" rIns="0" bIns="0" rtlCol="0" anchor="t"/>
          <a:lstStyle/>
          <a:p>
            <a:pPr indent="0" marL="0">
              <a:buNone/>
            </a:pPr>
            <a:r>
              <a:rPr lang="en-US" sz="700" b="1" spc="180" kern="0" dirty="0">
                <a:solidFill>
                  <a:srgbClr val="5E574C"/>
                </a:solidFill>
                <a:latin typeface="Manrope" pitchFamily="34" charset="0"/>
                <a:ea typeface="Manrope" pitchFamily="34" charset="-122"/>
                <a:cs typeface="Manrope" pitchFamily="34" charset="-120"/>
              </a:rPr>
              <a:t>SEASALT</a:t>
            </a:r>
            <a:endParaRPr lang="en-US" sz="700" dirty="0"/>
          </a:p>
        </p:txBody>
      </p:sp>
      <p:sp>
        <p:nvSpPr>
          <p:cNvPr id="23" name="Text 21"/>
          <p:cNvSpPr txBox="1"/>
          <p:nvPr/>
        </p:nvSpPr>
        <p:spPr>
          <a:xfrm>
            <a:off x="10393070" y="3054096"/>
            <a:ext cx="1146658" cy="219456"/>
          </a:xfrm>
          <a:prstGeom prst="rect">
            <a:avLst/>
          </a:prstGeom>
          <a:noFill/>
          <a:ln/>
        </p:spPr>
        <p:txBody>
          <a:bodyPr wrap="square" lIns="0" tIns="0" rIns="0" bIns="0" rtlCol="0" anchor="t"/>
          <a:lstStyle/>
          <a:p>
            <a:pPr indent="0" marL="0">
              <a:buNone/>
            </a:pPr>
            <a:r>
              <a:rPr lang="en-US" sz="750" dirty="0">
                <a:solidFill>
                  <a:srgbClr val="5E574C"/>
                </a:solidFill>
                <a:latin typeface="Manrope" pitchFamily="34" charset="0"/>
                <a:ea typeface="Manrope" pitchFamily="34" charset="-122"/>
                <a:cs typeface="Manrope" pitchFamily="34" charset="-120"/>
              </a:rPr>
              <a:t>#F8F8F8</a:t>
            </a:r>
            <a:endParaRPr lang="en-US" sz="750" dirty="0"/>
          </a:p>
        </p:txBody>
      </p:sp>
      <p:sp>
        <p:nvSpPr>
          <p:cNvPr id="24" name="Text 22"/>
          <p:cNvSpPr txBox="1"/>
          <p:nvPr/>
        </p:nvSpPr>
        <p:spPr>
          <a:xfrm>
            <a:off x="3611880" y="3931920"/>
            <a:ext cx="8110728" cy="201168"/>
          </a:xfrm>
          <a:prstGeom prst="rect">
            <a:avLst/>
          </a:prstGeom>
          <a:noFill/>
          <a:ln/>
        </p:spPr>
        <p:txBody>
          <a:bodyPr wrap="square" lIns="0" tIns="0" rIns="0" bIns="0" rtlCol="0" anchor="t"/>
          <a:lstStyle/>
          <a:p>
            <a:pPr indent="0" marL="0">
              <a:buNone/>
            </a:pPr>
            <a:r>
              <a:rPr lang="en-US" sz="700" b="1" spc="180" kern="0" dirty="0">
                <a:solidFill>
                  <a:srgbClr val="0F0F10"/>
                </a:solidFill>
                <a:latin typeface="Manrope" pitchFamily="34" charset="0"/>
                <a:ea typeface="Manrope" pitchFamily="34" charset="-122"/>
                <a:cs typeface="Manrope" pitchFamily="34" charset="-120"/>
              </a:rPr>
              <a:t>GOLDEN SECTION</a:t>
            </a:r>
            <a:endParaRPr lang="en-US" sz="700" dirty="0"/>
          </a:p>
        </p:txBody>
      </p:sp>
      <p:sp>
        <p:nvSpPr>
          <p:cNvPr id="25" name="Text 23"/>
          <p:cNvSpPr txBox="1"/>
          <p:nvPr/>
        </p:nvSpPr>
        <p:spPr>
          <a:xfrm>
            <a:off x="3611880" y="4224528"/>
            <a:ext cx="5376672" cy="1280160"/>
          </a:xfrm>
          <a:prstGeom prst="rect">
            <a:avLst/>
          </a:prstGeom>
          <a:noFill/>
          <a:ln/>
        </p:spPr>
        <p:txBody>
          <a:bodyPr wrap="square" lIns="0" tIns="0" rIns="0" bIns="0" rtlCol="0" anchor="t"/>
          <a:lstStyle/>
          <a:p>
            <a:pPr indent="0" marL="0">
              <a:lnSpc>
                <a:spcPct val="150000"/>
              </a:lnSpc>
              <a:buNone/>
            </a:pPr>
            <a:r>
              <a:rPr lang="en-US" sz="1100" dirty="0">
                <a:solidFill>
                  <a:srgbClr val="1C1A17"/>
                </a:solidFill>
                <a:latin typeface="Manrope" pitchFamily="34" charset="0"/>
                <a:ea typeface="Manrope" pitchFamily="34" charset="-122"/>
                <a:cs typeface="Manrope" pitchFamily="34" charset="-120"/>
              </a:rPr>
              <a:t>The page band is 6.90 inches. Its golden section falls at 4.264 — the depth of the image well on a standard study page, and the line a full-bleed field is cut to. Where the ratio does not serve, the modular grid does: twelve columns, a 0.15 gutter and a scale on the square root of phi.</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566928" y="274320"/>
            <a:ext cx="0" cy="6309360"/>
          </a:xfrm>
          <a:prstGeom prst="line">
            <a:avLst/>
          </a:prstGeom>
          <a:noFill/>
          <a:ln w="9525">
            <a:solidFill>
              <a:srgbClr val="BDB4A2"/>
            </a:solidFill>
            <a:prstDash val="solid"/>
          </a:ln>
        </p:spPr>
      </p:sp>
      <p:sp>
        <p:nvSpPr>
          <p:cNvPr id="3" name="Text 1"/>
          <p:cNvSpPr txBox="1"/>
          <p:nvPr/>
        </p:nvSpPr>
        <p:spPr>
          <a:xfrm rot="16200000">
            <a:off x="9144" y="256032"/>
            <a:ext cx="457200" cy="274320"/>
          </a:xfrm>
          <a:prstGeom prst="rect">
            <a:avLst/>
          </a:prstGeom>
          <a:noFill/>
          <a:ln/>
        </p:spPr>
        <p:txBody>
          <a:bodyPr wrap="none" lIns="0" tIns="0" rIns="0" bIns="0" rtlCol="0" anchor="ctr"/>
          <a:lstStyle/>
          <a:p>
            <a:pPr algn="ctr" indent="0" marL="0">
              <a:buNone/>
            </a:pPr>
            <a:r>
              <a:rPr lang="en-US" sz="700" spc="160" kern="0" dirty="0">
                <a:solidFill>
                  <a:srgbClr val="7A7264"/>
                </a:solidFill>
                <a:latin typeface="Manrope" pitchFamily="34" charset="0"/>
                <a:ea typeface="Manrope" pitchFamily="34" charset="-122"/>
                <a:cs typeface="Manrope" pitchFamily="34" charset="-120"/>
              </a:rPr>
              <a:t>021</a:t>
            </a:r>
            <a:endParaRPr lang="en-US" sz="700" dirty="0"/>
          </a:p>
        </p:txBody>
      </p:sp>
      <p:sp>
        <p:nvSpPr>
          <p:cNvPr id="4" name="Text 2"/>
          <p:cNvSpPr txBox="1"/>
          <p:nvPr/>
        </p:nvSpPr>
        <p:spPr>
          <a:xfrm rot="16200000">
            <a:off x="-950976" y="5257800"/>
            <a:ext cx="2377440" cy="274320"/>
          </a:xfrm>
          <a:prstGeom prst="rect">
            <a:avLst/>
          </a:prstGeom>
          <a:noFill/>
          <a:ln/>
        </p:spPr>
        <p:txBody>
          <a:bodyPr wrap="none" lIns="0" tIns="0" rIns="0" bIns="0" rtlCol="0" anchor="ctr"/>
          <a:lstStyle/>
          <a:p>
            <a:pPr algn="l" indent="0" marL="0">
              <a:buNone/>
            </a:pPr>
            <a:r>
              <a:rPr lang="en-US" sz="700" spc="160" kern="0" dirty="0">
                <a:solidFill>
                  <a:srgbClr val="7A7264"/>
                </a:solidFill>
                <a:latin typeface="Manrope" pitchFamily="34" charset="0"/>
                <a:ea typeface="Manrope" pitchFamily="34" charset="-122"/>
                <a:cs typeface="Manrope" pitchFamily="34" charset="-120"/>
              </a:rPr>
              <a:t>THE IDENTITY BOOK</a:t>
            </a:r>
            <a:endParaRPr lang="en-US" sz="700" dirty="0"/>
          </a:p>
        </p:txBody>
      </p:sp>
      <p:sp>
        <p:nvSpPr>
          <p:cNvPr id="5" name="Shape 3"/>
          <p:cNvSpPr/>
          <p:nvPr/>
        </p:nvSpPr>
        <p:spPr>
          <a:xfrm>
            <a:off x="3474720" y="274320"/>
            <a:ext cx="0" cy="6309360"/>
          </a:xfrm>
          <a:prstGeom prst="line">
            <a:avLst/>
          </a:prstGeom>
          <a:noFill/>
          <a:ln w="9525">
            <a:solidFill>
              <a:srgbClr val="BDB4A2"/>
            </a:solidFill>
            <a:prstDash val="solid"/>
          </a:ln>
        </p:spPr>
      </p:sp>
      <p:sp>
        <p:nvSpPr>
          <p:cNvPr id="6" name="Text 4"/>
          <p:cNvSpPr txBox="1"/>
          <p:nvPr/>
        </p:nvSpPr>
        <p:spPr>
          <a:xfrm>
            <a:off x="749808" y="292608"/>
            <a:ext cx="2619756" cy="201168"/>
          </a:xfrm>
          <a:prstGeom prst="rect">
            <a:avLst/>
          </a:prstGeom>
          <a:noFill/>
          <a:ln/>
        </p:spPr>
        <p:txBody>
          <a:bodyPr wrap="square" lIns="0" tIns="0" rIns="0" bIns="0" rtlCol="0" anchor="t"/>
          <a:lstStyle/>
          <a:p>
            <a:pPr indent="0" marL="0">
              <a:buNone/>
            </a:pPr>
            <a:r>
              <a:rPr lang="en-US" sz="900" b="1" spc="180" kern="0" dirty="0">
                <a:solidFill>
                  <a:srgbClr val="0F0F10"/>
                </a:solidFill>
                <a:latin typeface="Manrope" pitchFamily="34" charset="0"/>
                <a:ea typeface="Manrope" pitchFamily="34" charset="-122"/>
                <a:cs typeface="Manrope" pitchFamily="34" charset="-120"/>
              </a:rPr>
              <a:t>3.3  COLOUR WEIGHTING</a:t>
            </a:r>
            <a:endParaRPr lang="en-US" sz="900" dirty="0"/>
          </a:p>
        </p:txBody>
      </p:sp>
      <p:sp>
        <p:nvSpPr>
          <p:cNvPr id="7" name="Text 5"/>
          <p:cNvSpPr txBox="1"/>
          <p:nvPr/>
        </p:nvSpPr>
        <p:spPr>
          <a:xfrm>
            <a:off x="749808" y="694944"/>
            <a:ext cx="2619756" cy="3840480"/>
          </a:xfrm>
          <a:prstGeom prst="rect">
            <a:avLst/>
          </a:prstGeom>
          <a:noFill/>
          <a:ln/>
        </p:spPr>
        <p:txBody>
          <a:bodyPr wrap="square" lIns="0" tIns="0" rIns="0" bIns="0" rtlCol="0" anchor="t"/>
          <a:lstStyle/>
          <a:p>
            <a:pPr indent="0" marL="0">
              <a:lnSpc>
                <a:spcPct val="142000"/>
              </a:lnSpc>
              <a:buNone/>
            </a:pPr>
            <a:r>
              <a:rPr lang="en-US" sz="1150" dirty="0">
                <a:solidFill>
                  <a:srgbClr val="1C1A17"/>
                </a:solidFill>
                <a:latin typeface="Bookmania" pitchFamily="34" charset="0"/>
                <a:ea typeface="Bookmania" pitchFamily="34" charset="-122"/>
                <a:cs typeface="Bookmania" pitchFamily="34" charset="-120"/>
              </a:rPr>
              <a:t>Bone and ink carry four fifths of any surface. Coral leads the voices. The remaining four are accents and never compete.</a:t>
            </a:r>
            <a:endParaRPr lang="en-US" sz="1150" dirty="0"/>
          </a:p>
        </p:txBody>
      </p:sp>
      <p:sp>
        <p:nvSpPr>
          <p:cNvPr id="8" name="Text 6"/>
          <p:cNvSpPr txBox="1"/>
          <p:nvPr/>
        </p:nvSpPr>
        <p:spPr>
          <a:xfrm>
            <a:off x="749808" y="5166360"/>
            <a:ext cx="2619756" cy="1417320"/>
          </a:xfrm>
          <a:prstGeom prst="rect">
            <a:avLst/>
          </a:prstGeom>
          <a:noFill/>
          <a:ln/>
        </p:spPr>
        <p:txBody>
          <a:bodyPr wrap="square" lIns="0" tIns="0" rIns="0" bIns="0" rtlCol="0" anchor="t"/>
          <a:lstStyle/>
          <a:p>
            <a:pPr indent="0" marL="0">
              <a:lnSpc>
                <a:spcPct val="140000"/>
              </a:lnSpc>
              <a:buNone/>
            </a:pPr>
            <a:r>
              <a:rPr lang="en-US" sz="950" dirty="0">
                <a:solidFill>
                  <a:srgbClr val="5E574C"/>
                </a:solidFill>
                <a:latin typeface="Manrope" pitchFamily="34" charset="0"/>
                <a:ea typeface="Manrope" pitchFamily="34" charset="-122"/>
                <a:cs typeface="Manrope" pitchFamily="34" charset="-120"/>
              </a:rPr>
              <a:t>One voice per surface is the law. A page that reaches for a second voice has lost its argument.</a:t>
            </a:r>
            <a:endParaRPr lang="en-US" sz="950" dirty="0"/>
          </a:p>
        </p:txBody>
      </p:sp>
      <p:sp>
        <p:nvSpPr>
          <p:cNvPr id="9" name="Shape 7"/>
          <p:cNvSpPr/>
          <p:nvPr/>
        </p:nvSpPr>
        <p:spPr>
          <a:xfrm>
            <a:off x="3611880" y="640080"/>
            <a:ext cx="4217579" cy="1737360"/>
          </a:xfrm>
          <a:prstGeom prst="rect">
            <a:avLst/>
          </a:prstGeom>
          <a:solidFill>
            <a:srgbClr val="EAE0C8"/>
          </a:solidFill>
          <a:ln w="6350">
            <a:solidFill>
              <a:srgbClr val="BDB4A2"/>
            </a:solidFill>
            <a:prstDash val="solid"/>
          </a:ln>
        </p:spPr>
      </p:sp>
      <p:sp>
        <p:nvSpPr>
          <p:cNvPr id="10" name="Text 8"/>
          <p:cNvSpPr txBox="1"/>
          <p:nvPr/>
        </p:nvSpPr>
        <p:spPr>
          <a:xfrm>
            <a:off x="3758184" y="841248"/>
            <a:ext cx="3943259" cy="201168"/>
          </a:xfrm>
          <a:prstGeom prst="rect">
            <a:avLst/>
          </a:prstGeom>
          <a:noFill/>
          <a:ln/>
        </p:spPr>
        <p:txBody>
          <a:bodyPr wrap="square" lIns="0" tIns="0" rIns="0" bIns="0" rtlCol="0" anchor="t"/>
          <a:lstStyle/>
          <a:p>
            <a:pPr indent="0" marL="0">
              <a:buNone/>
            </a:pPr>
            <a:r>
              <a:rPr lang="en-US" sz="700" b="1" spc="180" kern="0" dirty="0">
                <a:solidFill>
                  <a:srgbClr val="0F0F10"/>
                </a:solidFill>
                <a:latin typeface="Manrope" pitchFamily="34" charset="0"/>
                <a:ea typeface="Manrope" pitchFamily="34" charset="-122"/>
                <a:cs typeface="Manrope" pitchFamily="34" charset="-120"/>
              </a:rPr>
              <a:t>52%</a:t>
            </a:r>
            <a:endParaRPr lang="en-US" sz="700" dirty="0"/>
          </a:p>
        </p:txBody>
      </p:sp>
      <p:sp>
        <p:nvSpPr>
          <p:cNvPr id="11" name="Text 9"/>
          <p:cNvSpPr txBox="1"/>
          <p:nvPr/>
        </p:nvSpPr>
        <p:spPr>
          <a:xfrm>
            <a:off x="3758184" y="1975104"/>
            <a:ext cx="3943259" cy="274320"/>
          </a:xfrm>
          <a:prstGeom prst="rect">
            <a:avLst/>
          </a:prstGeom>
          <a:noFill/>
          <a:ln/>
        </p:spPr>
        <p:txBody>
          <a:bodyPr wrap="square" lIns="0" tIns="0" rIns="0" bIns="0" rtlCol="0" anchor="t"/>
          <a:lstStyle/>
          <a:p>
            <a:pPr indent="0" marL="0">
              <a:buNone/>
            </a:pPr>
            <a:r>
              <a:rPr lang="en-US" sz="750" dirty="0">
                <a:solidFill>
                  <a:srgbClr val="0F0F10"/>
                </a:solidFill>
                <a:latin typeface="Manrope" pitchFamily="34" charset="0"/>
                <a:ea typeface="Manrope" pitchFamily="34" charset="-122"/>
                <a:cs typeface="Manrope" pitchFamily="34" charset="-120"/>
              </a:rPr>
              <a:t>Bone</a:t>
            </a:r>
            <a:endParaRPr lang="en-US" sz="750" dirty="0"/>
          </a:p>
        </p:txBody>
      </p:sp>
      <p:sp>
        <p:nvSpPr>
          <p:cNvPr id="12" name="Shape 10"/>
          <p:cNvSpPr/>
          <p:nvPr/>
        </p:nvSpPr>
        <p:spPr>
          <a:xfrm>
            <a:off x="7829459" y="640080"/>
            <a:ext cx="2108789" cy="1737360"/>
          </a:xfrm>
          <a:prstGeom prst="rect">
            <a:avLst/>
          </a:prstGeom>
          <a:solidFill>
            <a:srgbClr val="0F0F10"/>
          </a:solidFill>
          <a:ln/>
        </p:spPr>
      </p:sp>
      <p:sp>
        <p:nvSpPr>
          <p:cNvPr id="13" name="Text 11"/>
          <p:cNvSpPr txBox="1"/>
          <p:nvPr/>
        </p:nvSpPr>
        <p:spPr>
          <a:xfrm>
            <a:off x="7975763" y="841248"/>
            <a:ext cx="1834469" cy="201168"/>
          </a:xfrm>
          <a:prstGeom prst="rect">
            <a:avLst/>
          </a:prstGeom>
          <a:noFill/>
          <a:ln/>
        </p:spPr>
        <p:txBody>
          <a:bodyPr wrap="square" lIns="0" tIns="0" rIns="0" bIns="0" rtlCol="0" anchor="t"/>
          <a:lstStyle/>
          <a:p>
            <a:pPr indent="0" marL="0">
              <a:buNone/>
            </a:pPr>
            <a:r>
              <a:rPr lang="en-US" sz="700" b="1" spc="180" kern="0" dirty="0">
                <a:solidFill>
                  <a:srgbClr val="EAE0C8"/>
                </a:solidFill>
                <a:latin typeface="Manrope" pitchFamily="34" charset="0"/>
                <a:ea typeface="Manrope" pitchFamily="34" charset="-122"/>
                <a:cs typeface="Manrope" pitchFamily="34" charset="-120"/>
              </a:rPr>
              <a:t>26%</a:t>
            </a:r>
            <a:endParaRPr lang="en-US" sz="700" dirty="0"/>
          </a:p>
        </p:txBody>
      </p:sp>
      <p:sp>
        <p:nvSpPr>
          <p:cNvPr id="14" name="Text 12"/>
          <p:cNvSpPr txBox="1"/>
          <p:nvPr/>
        </p:nvSpPr>
        <p:spPr>
          <a:xfrm>
            <a:off x="7975763" y="1975104"/>
            <a:ext cx="1834469" cy="274320"/>
          </a:xfrm>
          <a:prstGeom prst="rect">
            <a:avLst/>
          </a:prstGeom>
          <a:noFill/>
          <a:ln/>
        </p:spPr>
        <p:txBody>
          <a:bodyPr wrap="square" lIns="0" tIns="0" rIns="0" bIns="0" rtlCol="0" anchor="t"/>
          <a:lstStyle/>
          <a:p>
            <a:pPr indent="0" marL="0">
              <a:buNone/>
            </a:pPr>
            <a:r>
              <a:rPr lang="en-US" sz="750" dirty="0">
                <a:solidFill>
                  <a:srgbClr val="EAE0C8"/>
                </a:solidFill>
                <a:latin typeface="Manrope" pitchFamily="34" charset="0"/>
                <a:ea typeface="Manrope" pitchFamily="34" charset="-122"/>
                <a:cs typeface="Manrope" pitchFamily="34" charset="-120"/>
              </a:rPr>
              <a:t>Ink</a:t>
            </a:r>
            <a:endParaRPr lang="en-US" sz="750" dirty="0"/>
          </a:p>
        </p:txBody>
      </p:sp>
      <p:sp>
        <p:nvSpPr>
          <p:cNvPr id="15" name="Shape 13"/>
          <p:cNvSpPr/>
          <p:nvPr/>
        </p:nvSpPr>
        <p:spPr>
          <a:xfrm>
            <a:off x="9938248" y="640080"/>
            <a:ext cx="811073" cy="1737360"/>
          </a:xfrm>
          <a:prstGeom prst="rect">
            <a:avLst/>
          </a:prstGeom>
          <a:solidFill>
            <a:srgbClr val="D96E6E"/>
          </a:solidFill>
          <a:ln/>
        </p:spPr>
      </p:sp>
      <p:sp>
        <p:nvSpPr>
          <p:cNvPr id="16" name="Text 14"/>
          <p:cNvSpPr txBox="1"/>
          <p:nvPr/>
        </p:nvSpPr>
        <p:spPr>
          <a:xfrm>
            <a:off x="10084552" y="841248"/>
            <a:ext cx="536753" cy="201168"/>
          </a:xfrm>
          <a:prstGeom prst="rect">
            <a:avLst/>
          </a:prstGeom>
          <a:noFill/>
          <a:ln/>
        </p:spPr>
        <p:txBody>
          <a:bodyPr wrap="square" lIns="0" tIns="0" rIns="0" bIns="0" rtlCol="0" anchor="t"/>
          <a:lstStyle/>
          <a:p>
            <a:pPr indent="0" marL="0">
              <a:buNone/>
            </a:pPr>
            <a:r>
              <a:rPr lang="en-US" sz="700" b="1" spc="180" kern="0" dirty="0">
                <a:solidFill>
                  <a:srgbClr val="0F0F10"/>
                </a:solidFill>
                <a:latin typeface="Manrope" pitchFamily="34" charset="0"/>
                <a:ea typeface="Manrope" pitchFamily="34" charset="-122"/>
                <a:cs typeface="Manrope" pitchFamily="34" charset="-120"/>
              </a:rPr>
              <a:t>10%</a:t>
            </a:r>
            <a:endParaRPr lang="en-US" sz="700" dirty="0"/>
          </a:p>
        </p:txBody>
      </p:sp>
      <p:sp>
        <p:nvSpPr>
          <p:cNvPr id="17" name="Text 15"/>
          <p:cNvSpPr txBox="1"/>
          <p:nvPr/>
        </p:nvSpPr>
        <p:spPr>
          <a:xfrm>
            <a:off x="10084552" y="1975104"/>
            <a:ext cx="536753" cy="274320"/>
          </a:xfrm>
          <a:prstGeom prst="rect">
            <a:avLst/>
          </a:prstGeom>
          <a:noFill/>
          <a:ln/>
        </p:spPr>
        <p:txBody>
          <a:bodyPr wrap="square" lIns="0" tIns="0" rIns="0" bIns="0" rtlCol="0" anchor="t"/>
          <a:lstStyle/>
          <a:p>
            <a:pPr indent="0" marL="0">
              <a:buNone/>
            </a:pPr>
            <a:r>
              <a:rPr lang="en-US" sz="750" dirty="0">
                <a:solidFill>
                  <a:srgbClr val="0F0F10"/>
                </a:solidFill>
                <a:latin typeface="Manrope" pitchFamily="34" charset="0"/>
                <a:ea typeface="Manrope" pitchFamily="34" charset="-122"/>
                <a:cs typeface="Manrope" pitchFamily="34" charset="-120"/>
              </a:rPr>
              <a:t>Coral</a:t>
            </a:r>
            <a:endParaRPr lang="en-US" sz="750" dirty="0"/>
          </a:p>
        </p:txBody>
      </p:sp>
      <p:sp>
        <p:nvSpPr>
          <p:cNvPr id="18" name="Shape 16"/>
          <p:cNvSpPr/>
          <p:nvPr/>
        </p:nvSpPr>
        <p:spPr>
          <a:xfrm>
            <a:off x="10749321" y="640080"/>
            <a:ext cx="324429" cy="1737360"/>
          </a:xfrm>
          <a:prstGeom prst="rect">
            <a:avLst/>
          </a:prstGeom>
          <a:solidFill>
            <a:srgbClr val="8AACD9"/>
          </a:solidFill>
          <a:ln/>
        </p:spPr>
      </p:sp>
      <p:sp>
        <p:nvSpPr>
          <p:cNvPr id="19" name="Shape 17"/>
          <p:cNvSpPr/>
          <p:nvPr/>
        </p:nvSpPr>
        <p:spPr>
          <a:xfrm>
            <a:off x="11073750" y="640080"/>
            <a:ext cx="243322" cy="1737360"/>
          </a:xfrm>
          <a:prstGeom prst="rect">
            <a:avLst/>
          </a:prstGeom>
          <a:solidFill>
            <a:srgbClr val="F8DC55"/>
          </a:solidFill>
          <a:ln/>
        </p:spPr>
      </p:sp>
      <p:sp>
        <p:nvSpPr>
          <p:cNvPr id="20" name="Shape 18"/>
          <p:cNvSpPr/>
          <p:nvPr/>
        </p:nvSpPr>
        <p:spPr>
          <a:xfrm>
            <a:off x="11317072" y="640080"/>
            <a:ext cx="243322" cy="1737360"/>
          </a:xfrm>
          <a:prstGeom prst="rect">
            <a:avLst/>
          </a:prstGeom>
          <a:solidFill>
            <a:srgbClr val="A491CD"/>
          </a:solidFill>
          <a:ln/>
        </p:spPr>
      </p:sp>
      <p:sp>
        <p:nvSpPr>
          <p:cNvPr id="21" name="Shape 19"/>
          <p:cNvSpPr/>
          <p:nvPr/>
        </p:nvSpPr>
        <p:spPr>
          <a:xfrm>
            <a:off x="11560393" y="640080"/>
            <a:ext cx="162215" cy="1737360"/>
          </a:xfrm>
          <a:prstGeom prst="rect">
            <a:avLst/>
          </a:prstGeom>
          <a:solidFill>
            <a:srgbClr val="8CBFA6"/>
          </a:solidFill>
          <a:ln/>
        </p:spPr>
      </p:sp>
      <p:sp>
        <p:nvSpPr>
          <p:cNvPr id="22" name="Shape 20"/>
          <p:cNvSpPr/>
          <p:nvPr/>
        </p:nvSpPr>
        <p:spPr>
          <a:xfrm>
            <a:off x="3611880" y="2560320"/>
            <a:ext cx="137160" cy="137160"/>
          </a:xfrm>
          <a:prstGeom prst="roundRect">
            <a:avLst>
              <a:gd name="adj" fmla="val 33333"/>
            </a:avLst>
          </a:prstGeom>
          <a:solidFill>
            <a:srgbClr val="8AACD9"/>
          </a:solidFill>
          <a:ln/>
        </p:spPr>
      </p:sp>
      <p:sp>
        <p:nvSpPr>
          <p:cNvPr id="23" name="Text 21"/>
          <p:cNvSpPr txBox="1"/>
          <p:nvPr/>
        </p:nvSpPr>
        <p:spPr>
          <a:xfrm>
            <a:off x="3831336" y="2532888"/>
            <a:ext cx="1133856" cy="201168"/>
          </a:xfrm>
          <a:prstGeom prst="rect">
            <a:avLst/>
          </a:prstGeom>
          <a:noFill/>
          <a:ln/>
        </p:spPr>
        <p:txBody>
          <a:bodyPr wrap="square" lIns="0" tIns="0" rIns="0" bIns="0" rtlCol="0" anchor="t"/>
          <a:lstStyle/>
          <a:p>
            <a:pPr indent="0" marL="0">
              <a:buNone/>
            </a:pPr>
            <a:r>
              <a:rPr lang="en-US" sz="750" dirty="0">
                <a:solidFill>
                  <a:srgbClr val="5E574C"/>
                </a:solidFill>
                <a:latin typeface="Manrope" pitchFamily="34" charset="0"/>
                <a:ea typeface="Manrope" pitchFamily="34" charset="-122"/>
                <a:cs typeface="Manrope" pitchFamily="34" charset="-120"/>
              </a:rPr>
              <a:t>Priscilla  ·  4%</a:t>
            </a:r>
            <a:endParaRPr lang="en-US" sz="750" dirty="0"/>
          </a:p>
        </p:txBody>
      </p:sp>
      <p:sp>
        <p:nvSpPr>
          <p:cNvPr id="24" name="Shape 22"/>
          <p:cNvSpPr/>
          <p:nvPr/>
        </p:nvSpPr>
        <p:spPr>
          <a:xfrm>
            <a:off x="4983480" y="2560320"/>
            <a:ext cx="137160" cy="137160"/>
          </a:xfrm>
          <a:prstGeom prst="roundRect">
            <a:avLst>
              <a:gd name="adj" fmla="val 33333"/>
            </a:avLst>
          </a:prstGeom>
          <a:solidFill>
            <a:srgbClr val="F8DC55"/>
          </a:solidFill>
          <a:ln/>
        </p:spPr>
      </p:sp>
      <p:sp>
        <p:nvSpPr>
          <p:cNvPr id="25" name="Text 23"/>
          <p:cNvSpPr txBox="1"/>
          <p:nvPr/>
        </p:nvSpPr>
        <p:spPr>
          <a:xfrm>
            <a:off x="5202936" y="2532888"/>
            <a:ext cx="1133856" cy="201168"/>
          </a:xfrm>
          <a:prstGeom prst="rect">
            <a:avLst/>
          </a:prstGeom>
          <a:noFill/>
          <a:ln/>
        </p:spPr>
        <p:txBody>
          <a:bodyPr wrap="square" lIns="0" tIns="0" rIns="0" bIns="0" rtlCol="0" anchor="t"/>
          <a:lstStyle/>
          <a:p>
            <a:pPr indent="0" marL="0">
              <a:buNone/>
            </a:pPr>
            <a:r>
              <a:rPr lang="en-US" sz="750" dirty="0">
                <a:solidFill>
                  <a:srgbClr val="5E574C"/>
                </a:solidFill>
                <a:latin typeface="Manrope" pitchFamily="34" charset="0"/>
                <a:ea typeface="Manrope" pitchFamily="34" charset="-122"/>
                <a:cs typeface="Manrope" pitchFamily="34" charset="-120"/>
              </a:rPr>
              <a:t>Naples  ·  3%</a:t>
            </a:r>
            <a:endParaRPr lang="en-US" sz="750" dirty="0"/>
          </a:p>
        </p:txBody>
      </p:sp>
      <p:sp>
        <p:nvSpPr>
          <p:cNvPr id="26" name="Shape 24"/>
          <p:cNvSpPr/>
          <p:nvPr/>
        </p:nvSpPr>
        <p:spPr>
          <a:xfrm>
            <a:off x="6355080" y="2560320"/>
            <a:ext cx="137160" cy="137160"/>
          </a:xfrm>
          <a:prstGeom prst="roundRect">
            <a:avLst>
              <a:gd name="adj" fmla="val 33333"/>
            </a:avLst>
          </a:prstGeom>
          <a:solidFill>
            <a:srgbClr val="A491CD"/>
          </a:solidFill>
          <a:ln/>
        </p:spPr>
      </p:sp>
      <p:sp>
        <p:nvSpPr>
          <p:cNvPr id="27" name="Text 25"/>
          <p:cNvSpPr txBox="1"/>
          <p:nvPr/>
        </p:nvSpPr>
        <p:spPr>
          <a:xfrm>
            <a:off x="6574536" y="2532888"/>
            <a:ext cx="1133856" cy="201168"/>
          </a:xfrm>
          <a:prstGeom prst="rect">
            <a:avLst/>
          </a:prstGeom>
          <a:noFill/>
          <a:ln/>
        </p:spPr>
        <p:txBody>
          <a:bodyPr wrap="square" lIns="0" tIns="0" rIns="0" bIns="0" rtlCol="0" anchor="t"/>
          <a:lstStyle/>
          <a:p>
            <a:pPr indent="0" marL="0">
              <a:buNone/>
            </a:pPr>
            <a:r>
              <a:rPr lang="en-US" sz="750" dirty="0">
                <a:solidFill>
                  <a:srgbClr val="5E574C"/>
                </a:solidFill>
                <a:latin typeface="Manrope" pitchFamily="34" charset="0"/>
                <a:ea typeface="Manrope" pitchFamily="34" charset="-122"/>
                <a:cs typeface="Manrope" pitchFamily="34" charset="-120"/>
              </a:rPr>
              <a:t>African Violet  ·  3%</a:t>
            </a:r>
            <a:endParaRPr lang="en-US" sz="750" dirty="0"/>
          </a:p>
        </p:txBody>
      </p:sp>
      <p:sp>
        <p:nvSpPr>
          <p:cNvPr id="28" name="Shape 26"/>
          <p:cNvSpPr/>
          <p:nvPr/>
        </p:nvSpPr>
        <p:spPr>
          <a:xfrm>
            <a:off x="7726680" y="2560320"/>
            <a:ext cx="137160" cy="137160"/>
          </a:xfrm>
          <a:prstGeom prst="roundRect">
            <a:avLst>
              <a:gd name="adj" fmla="val 33333"/>
            </a:avLst>
          </a:prstGeom>
          <a:solidFill>
            <a:srgbClr val="8CBFA6"/>
          </a:solidFill>
          <a:ln/>
        </p:spPr>
      </p:sp>
      <p:sp>
        <p:nvSpPr>
          <p:cNvPr id="29" name="Text 27"/>
          <p:cNvSpPr txBox="1"/>
          <p:nvPr/>
        </p:nvSpPr>
        <p:spPr>
          <a:xfrm>
            <a:off x="7946136" y="2532888"/>
            <a:ext cx="1133856" cy="201168"/>
          </a:xfrm>
          <a:prstGeom prst="rect">
            <a:avLst/>
          </a:prstGeom>
          <a:noFill/>
          <a:ln/>
        </p:spPr>
        <p:txBody>
          <a:bodyPr wrap="square" lIns="0" tIns="0" rIns="0" bIns="0" rtlCol="0" anchor="t"/>
          <a:lstStyle/>
          <a:p>
            <a:pPr indent="0" marL="0">
              <a:buNone/>
            </a:pPr>
            <a:r>
              <a:rPr lang="en-US" sz="750" dirty="0">
                <a:solidFill>
                  <a:srgbClr val="5E574C"/>
                </a:solidFill>
                <a:latin typeface="Manrope" pitchFamily="34" charset="0"/>
                <a:ea typeface="Manrope" pitchFamily="34" charset="-122"/>
                <a:cs typeface="Manrope" pitchFamily="34" charset="-120"/>
              </a:rPr>
              <a:t>Ash Green  ·  2%</a:t>
            </a:r>
            <a:endParaRPr lang="en-US" sz="750" dirty="0"/>
          </a:p>
        </p:txBody>
      </p:sp>
      <p:sp>
        <p:nvSpPr>
          <p:cNvPr id="30" name="Text 28"/>
          <p:cNvSpPr txBox="1"/>
          <p:nvPr/>
        </p:nvSpPr>
        <p:spPr>
          <a:xfrm>
            <a:off x="9098280" y="2542032"/>
            <a:ext cx="2624328" cy="201168"/>
          </a:xfrm>
          <a:prstGeom prst="rect">
            <a:avLst/>
          </a:prstGeom>
          <a:noFill/>
          <a:ln/>
        </p:spPr>
        <p:txBody>
          <a:bodyPr wrap="square" lIns="0" tIns="0" rIns="0" bIns="0" rtlCol="0" anchor="t"/>
          <a:lstStyle/>
          <a:p>
            <a:pPr algn="r" indent="0" marL="0">
              <a:buNone/>
            </a:pPr>
            <a:r>
              <a:rPr lang="en-US" sz="700" spc="180" kern="0" dirty="0">
                <a:solidFill>
                  <a:srgbClr val="7A7264"/>
                </a:solidFill>
                <a:latin typeface="Manrope" pitchFamily="34" charset="0"/>
                <a:ea typeface="Manrope" pitchFamily="34" charset="-122"/>
                <a:cs typeface="Manrope" pitchFamily="34" charset="-120"/>
              </a:rPr>
              <a:t>WEIGHTING ACROSS ANY SINGLE PIECE</a:t>
            </a:r>
            <a:endParaRPr lang="en-US" sz="700" dirty="0"/>
          </a:p>
        </p:txBody>
      </p:sp>
      <p:sp>
        <p:nvSpPr>
          <p:cNvPr id="31" name="Shape 29"/>
          <p:cNvSpPr/>
          <p:nvPr/>
        </p:nvSpPr>
        <p:spPr>
          <a:xfrm>
            <a:off x="3611880" y="3108960"/>
            <a:ext cx="2520696" cy="2194560"/>
          </a:xfrm>
          <a:prstGeom prst="roundRect">
            <a:avLst>
              <a:gd name="adj" fmla="val 3750"/>
            </a:avLst>
          </a:prstGeom>
          <a:solidFill>
            <a:srgbClr val="F8F8F8"/>
          </a:solidFill>
          <a:ln w="6350">
            <a:solidFill>
              <a:srgbClr val="BDB4A2"/>
            </a:solidFill>
            <a:prstDash val="solid"/>
          </a:ln>
        </p:spPr>
      </p:sp>
      <p:sp>
        <p:nvSpPr>
          <p:cNvPr id="32" name="Text 30"/>
          <p:cNvSpPr txBox="1"/>
          <p:nvPr/>
        </p:nvSpPr>
        <p:spPr>
          <a:xfrm>
            <a:off x="3831336" y="3328416"/>
            <a:ext cx="2081784" cy="201168"/>
          </a:xfrm>
          <a:prstGeom prst="rect">
            <a:avLst/>
          </a:prstGeom>
          <a:noFill/>
          <a:ln/>
        </p:spPr>
        <p:txBody>
          <a:bodyPr wrap="square" lIns="0" tIns="0" rIns="0" bIns="0" rtlCol="0" anchor="t"/>
          <a:lstStyle/>
          <a:p>
            <a:pPr indent="0" marL="0">
              <a:buNone/>
            </a:pPr>
            <a:r>
              <a:rPr lang="en-US" sz="700" b="1" spc="180" kern="0" dirty="0">
                <a:solidFill>
                  <a:srgbClr val="0F0F10"/>
                </a:solidFill>
                <a:latin typeface="Manrope" pitchFamily="34" charset="0"/>
                <a:ea typeface="Manrope" pitchFamily="34" charset="-122"/>
                <a:cs typeface="Manrope" pitchFamily="34" charset="-120"/>
              </a:rPr>
              <a:t>A STUDY PAGE</a:t>
            </a:r>
            <a:endParaRPr lang="en-US" sz="700" dirty="0"/>
          </a:p>
        </p:txBody>
      </p:sp>
      <p:sp>
        <p:nvSpPr>
          <p:cNvPr id="33" name="Text 31"/>
          <p:cNvSpPr txBox="1"/>
          <p:nvPr/>
        </p:nvSpPr>
        <p:spPr>
          <a:xfrm>
            <a:off x="3831336" y="3657600"/>
            <a:ext cx="2081784" cy="1005840"/>
          </a:xfrm>
          <a:prstGeom prst="rect">
            <a:avLst/>
          </a:prstGeom>
          <a:noFill/>
          <a:ln/>
        </p:spPr>
        <p:txBody>
          <a:bodyPr wrap="square" lIns="0" tIns="0" rIns="0" bIns="0" rtlCol="0" anchor="t"/>
          <a:lstStyle/>
          <a:p>
            <a:pPr indent="0" marL="0">
              <a:lnSpc>
                <a:spcPct val="112000"/>
              </a:lnSpc>
              <a:buNone/>
            </a:pPr>
            <a:r>
              <a:rPr lang="en-US" sz="1800" dirty="0">
                <a:solidFill>
                  <a:srgbClr val="0F0F10"/>
                </a:solidFill>
                <a:latin typeface="Bookmania" pitchFamily="34" charset="0"/>
                <a:ea typeface="Bookmania" pitchFamily="34" charset="-122"/>
                <a:cs typeface="Bookmania" pitchFamily="34" charset="-120"/>
              </a:rPr>
              <a:t>We bring the</a:t>
            </a:r>
            <a:endParaRPr lang="en-US" sz="1800" dirty="0"/>
          </a:p>
          <a:p>
            <a:pPr indent="0" marL="0">
              <a:lnSpc>
                <a:spcPct val="112000"/>
              </a:lnSpc>
              <a:buNone/>
            </a:pPr>
            <a:r>
              <a:rPr lang="en-US" sz="1800" dirty="0">
                <a:solidFill>
                  <a:srgbClr val="0F0F10"/>
                </a:solidFill>
                <a:latin typeface="Bookmania" pitchFamily="34" charset="0"/>
                <a:ea typeface="Bookmania" pitchFamily="34" charset="-122"/>
                <a:cs typeface="Bookmania" pitchFamily="34" charset="-120"/>
              </a:rPr>
              <a:t>city to your door.</a:t>
            </a:r>
            <a:endParaRPr lang="en-US" sz="1800" dirty="0"/>
          </a:p>
        </p:txBody>
      </p:sp>
      <p:sp>
        <p:nvSpPr>
          <p:cNvPr id="34" name="Shape 32"/>
          <p:cNvSpPr/>
          <p:nvPr/>
        </p:nvSpPr>
        <p:spPr>
          <a:xfrm>
            <a:off x="6406896" y="3108960"/>
            <a:ext cx="2520696" cy="2194560"/>
          </a:xfrm>
          <a:prstGeom prst="roundRect">
            <a:avLst>
              <a:gd name="adj" fmla="val 3750"/>
            </a:avLst>
          </a:prstGeom>
          <a:solidFill>
            <a:srgbClr val="F6DDDD"/>
          </a:solidFill>
          <a:ln/>
        </p:spPr>
      </p:sp>
      <p:sp>
        <p:nvSpPr>
          <p:cNvPr id="35" name="Text 33"/>
          <p:cNvSpPr txBox="1"/>
          <p:nvPr/>
        </p:nvSpPr>
        <p:spPr>
          <a:xfrm>
            <a:off x="6626352" y="3328416"/>
            <a:ext cx="2081784" cy="201168"/>
          </a:xfrm>
          <a:prstGeom prst="rect">
            <a:avLst/>
          </a:prstGeom>
          <a:noFill/>
          <a:ln/>
        </p:spPr>
        <p:txBody>
          <a:bodyPr wrap="square" lIns="0" tIns="0" rIns="0" bIns="0" rtlCol="0" anchor="t"/>
          <a:lstStyle/>
          <a:p>
            <a:pPr indent="0" marL="0">
              <a:buNone/>
            </a:pPr>
            <a:r>
              <a:rPr lang="en-US" sz="700" b="1" spc="180" kern="0" dirty="0">
                <a:solidFill>
                  <a:srgbClr val="A72C2C"/>
                </a:solidFill>
                <a:latin typeface="Manrope" pitchFamily="34" charset="0"/>
                <a:ea typeface="Manrope" pitchFamily="34" charset="-122"/>
                <a:cs typeface="Manrope" pitchFamily="34" charset="-120"/>
              </a:rPr>
              <a:t>A VOICE SURFACE</a:t>
            </a:r>
            <a:endParaRPr lang="en-US" sz="700" dirty="0"/>
          </a:p>
        </p:txBody>
      </p:sp>
      <p:sp>
        <p:nvSpPr>
          <p:cNvPr id="36" name="Text 34"/>
          <p:cNvSpPr txBox="1"/>
          <p:nvPr/>
        </p:nvSpPr>
        <p:spPr>
          <a:xfrm>
            <a:off x="6626352" y="3657600"/>
            <a:ext cx="2081784" cy="1005840"/>
          </a:xfrm>
          <a:prstGeom prst="rect">
            <a:avLst/>
          </a:prstGeom>
          <a:noFill/>
          <a:ln/>
        </p:spPr>
        <p:txBody>
          <a:bodyPr wrap="square" lIns="0" tIns="0" rIns="0" bIns="0" rtlCol="0" anchor="t"/>
          <a:lstStyle/>
          <a:p>
            <a:pPr indent="0" marL="0">
              <a:lnSpc>
                <a:spcPct val="112000"/>
              </a:lnSpc>
              <a:buNone/>
            </a:pPr>
            <a:r>
              <a:rPr lang="en-US" sz="1800" dirty="0">
                <a:solidFill>
                  <a:srgbClr val="A72C2C"/>
                </a:solidFill>
                <a:latin typeface="Bookmania" pitchFamily="34" charset="0"/>
                <a:ea typeface="Bookmania" pitchFamily="34" charset="-122"/>
                <a:cs typeface="Bookmania" pitchFamily="34" charset="-120"/>
              </a:rPr>
              <a:t>We bring the</a:t>
            </a:r>
            <a:endParaRPr lang="en-US" sz="1800" dirty="0"/>
          </a:p>
          <a:p>
            <a:pPr indent="0" marL="0">
              <a:lnSpc>
                <a:spcPct val="112000"/>
              </a:lnSpc>
              <a:buNone/>
            </a:pPr>
            <a:r>
              <a:rPr lang="en-US" sz="1800" dirty="0">
                <a:solidFill>
                  <a:srgbClr val="A72C2C"/>
                </a:solidFill>
                <a:latin typeface="Bookmania" pitchFamily="34" charset="0"/>
                <a:ea typeface="Bookmania" pitchFamily="34" charset="-122"/>
                <a:cs typeface="Bookmania" pitchFamily="34" charset="-120"/>
              </a:rPr>
              <a:t>city to your door.</a:t>
            </a:r>
            <a:endParaRPr lang="en-US" sz="1800" dirty="0"/>
          </a:p>
        </p:txBody>
      </p:sp>
      <p:sp>
        <p:nvSpPr>
          <p:cNvPr id="37" name="Shape 35"/>
          <p:cNvSpPr/>
          <p:nvPr/>
        </p:nvSpPr>
        <p:spPr>
          <a:xfrm>
            <a:off x="9201912" y="3108960"/>
            <a:ext cx="2520696" cy="2194560"/>
          </a:xfrm>
          <a:prstGeom prst="roundRect">
            <a:avLst>
              <a:gd name="adj" fmla="val 3750"/>
            </a:avLst>
          </a:prstGeom>
          <a:solidFill>
            <a:srgbClr val="0F0F10"/>
          </a:solidFill>
          <a:ln/>
        </p:spPr>
      </p:sp>
      <p:sp>
        <p:nvSpPr>
          <p:cNvPr id="38" name="Text 36"/>
          <p:cNvSpPr txBox="1"/>
          <p:nvPr/>
        </p:nvSpPr>
        <p:spPr>
          <a:xfrm>
            <a:off x="9421368" y="3328416"/>
            <a:ext cx="2081784" cy="201168"/>
          </a:xfrm>
          <a:prstGeom prst="rect">
            <a:avLst/>
          </a:prstGeom>
          <a:noFill/>
          <a:ln/>
        </p:spPr>
        <p:txBody>
          <a:bodyPr wrap="square" lIns="0" tIns="0" rIns="0" bIns="0" rtlCol="0" anchor="t"/>
          <a:lstStyle/>
          <a:p>
            <a:pPr indent="0" marL="0">
              <a:buNone/>
            </a:pPr>
            <a:r>
              <a:rPr lang="en-US" sz="700" b="1" spc="180" kern="0" dirty="0">
                <a:solidFill>
                  <a:srgbClr val="EAE0C8"/>
                </a:solidFill>
                <a:latin typeface="Manrope" pitchFamily="34" charset="0"/>
                <a:ea typeface="Manrope" pitchFamily="34" charset="-122"/>
                <a:cs typeface="Manrope" pitchFamily="34" charset="-120"/>
              </a:rPr>
              <a:t>A CEREMONIAL SURFACE</a:t>
            </a:r>
            <a:endParaRPr lang="en-US" sz="700" dirty="0"/>
          </a:p>
        </p:txBody>
      </p:sp>
      <p:sp>
        <p:nvSpPr>
          <p:cNvPr id="39" name="Text 37"/>
          <p:cNvSpPr txBox="1"/>
          <p:nvPr/>
        </p:nvSpPr>
        <p:spPr>
          <a:xfrm>
            <a:off x="9421368" y="3657600"/>
            <a:ext cx="2081784" cy="1005840"/>
          </a:xfrm>
          <a:prstGeom prst="rect">
            <a:avLst/>
          </a:prstGeom>
          <a:noFill/>
          <a:ln/>
        </p:spPr>
        <p:txBody>
          <a:bodyPr wrap="square" lIns="0" tIns="0" rIns="0" bIns="0" rtlCol="0" anchor="t"/>
          <a:lstStyle/>
          <a:p>
            <a:pPr indent="0" marL="0">
              <a:lnSpc>
                <a:spcPct val="112000"/>
              </a:lnSpc>
              <a:buNone/>
            </a:pPr>
            <a:r>
              <a:rPr lang="en-US" sz="1800" dirty="0">
                <a:solidFill>
                  <a:srgbClr val="EAE0C8"/>
                </a:solidFill>
                <a:latin typeface="Bookmania" pitchFamily="34" charset="0"/>
                <a:ea typeface="Bookmania" pitchFamily="34" charset="-122"/>
                <a:cs typeface="Bookmania" pitchFamily="34" charset="-120"/>
              </a:rPr>
              <a:t>We bring the</a:t>
            </a:r>
            <a:endParaRPr lang="en-US" sz="1800" dirty="0"/>
          </a:p>
          <a:p>
            <a:pPr indent="0" marL="0">
              <a:lnSpc>
                <a:spcPct val="112000"/>
              </a:lnSpc>
              <a:buNone/>
            </a:pPr>
            <a:r>
              <a:rPr lang="en-US" sz="1800" dirty="0">
                <a:solidFill>
                  <a:srgbClr val="EAE0C8"/>
                </a:solidFill>
                <a:latin typeface="Bookmania" pitchFamily="34" charset="0"/>
                <a:ea typeface="Bookmania" pitchFamily="34" charset="-122"/>
                <a:cs typeface="Bookmania" pitchFamily="34" charset="-120"/>
              </a:rPr>
              <a:t>city to your door.</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566928" y="274320"/>
            <a:ext cx="0" cy="6309360"/>
          </a:xfrm>
          <a:prstGeom prst="line">
            <a:avLst/>
          </a:prstGeom>
          <a:noFill/>
          <a:ln w="9525">
            <a:solidFill>
              <a:srgbClr val="BDB4A2"/>
            </a:solidFill>
            <a:prstDash val="solid"/>
          </a:ln>
        </p:spPr>
      </p:sp>
      <p:sp>
        <p:nvSpPr>
          <p:cNvPr id="3" name="Text 1"/>
          <p:cNvSpPr txBox="1"/>
          <p:nvPr/>
        </p:nvSpPr>
        <p:spPr>
          <a:xfrm rot="16200000">
            <a:off x="9144" y="256032"/>
            <a:ext cx="457200" cy="274320"/>
          </a:xfrm>
          <a:prstGeom prst="rect">
            <a:avLst/>
          </a:prstGeom>
          <a:noFill/>
          <a:ln/>
        </p:spPr>
        <p:txBody>
          <a:bodyPr wrap="none" lIns="0" tIns="0" rIns="0" bIns="0" rtlCol="0" anchor="ctr"/>
          <a:lstStyle/>
          <a:p>
            <a:pPr algn="ctr" indent="0" marL="0">
              <a:buNone/>
            </a:pPr>
            <a:r>
              <a:rPr lang="en-US" sz="700" spc="160" kern="0" dirty="0">
                <a:solidFill>
                  <a:srgbClr val="7A7264"/>
                </a:solidFill>
                <a:latin typeface="Manrope" pitchFamily="34" charset="0"/>
                <a:ea typeface="Manrope" pitchFamily="34" charset="-122"/>
                <a:cs typeface="Manrope" pitchFamily="34" charset="-120"/>
              </a:rPr>
              <a:t>022</a:t>
            </a:r>
            <a:endParaRPr lang="en-US" sz="700" dirty="0"/>
          </a:p>
        </p:txBody>
      </p:sp>
      <p:sp>
        <p:nvSpPr>
          <p:cNvPr id="4" name="Text 2"/>
          <p:cNvSpPr txBox="1"/>
          <p:nvPr/>
        </p:nvSpPr>
        <p:spPr>
          <a:xfrm rot="16200000">
            <a:off x="-950976" y="5257800"/>
            <a:ext cx="2377440" cy="274320"/>
          </a:xfrm>
          <a:prstGeom prst="rect">
            <a:avLst/>
          </a:prstGeom>
          <a:noFill/>
          <a:ln/>
        </p:spPr>
        <p:txBody>
          <a:bodyPr wrap="none" lIns="0" tIns="0" rIns="0" bIns="0" rtlCol="0" anchor="ctr"/>
          <a:lstStyle/>
          <a:p>
            <a:pPr algn="l" indent="0" marL="0">
              <a:buNone/>
            </a:pPr>
            <a:r>
              <a:rPr lang="en-US" sz="700" spc="160" kern="0" dirty="0">
                <a:solidFill>
                  <a:srgbClr val="7A7264"/>
                </a:solidFill>
                <a:latin typeface="Manrope" pitchFamily="34" charset="0"/>
                <a:ea typeface="Manrope" pitchFamily="34" charset="-122"/>
                <a:cs typeface="Manrope" pitchFamily="34" charset="-120"/>
              </a:rPr>
              <a:t>THE IDENTITY BOOK</a:t>
            </a:r>
            <a:endParaRPr lang="en-US" sz="700" dirty="0"/>
          </a:p>
        </p:txBody>
      </p:sp>
      <p:sp>
        <p:nvSpPr>
          <p:cNvPr id="5" name="Shape 3"/>
          <p:cNvSpPr/>
          <p:nvPr/>
        </p:nvSpPr>
        <p:spPr>
          <a:xfrm>
            <a:off x="3474720" y="274320"/>
            <a:ext cx="0" cy="6309360"/>
          </a:xfrm>
          <a:prstGeom prst="line">
            <a:avLst/>
          </a:prstGeom>
          <a:noFill/>
          <a:ln w="9525">
            <a:solidFill>
              <a:srgbClr val="BDB4A2"/>
            </a:solidFill>
            <a:prstDash val="solid"/>
          </a:ln>
        </p:spPr>
      </p:sp>
      <p:sp>
        <p:nvSpPr>
          <p:cNvPr id="6" name="Text 4"/>
          <p:cNvSpPr txBox="1"/>
          <p:nvPr/>
        </p:nvSpPr>
        <p:spPr>
          <a:xfrm>
            <a:off x="749808" y="292608"/>
            <a:ext cx="2619756" cy="201168"/>
          </a:xfrm>
          <a:prstGeom prst="rect">
            <a:avLst/>
          </a:prstGeom>
          <a:noFill/>
          <a:ln/>
        </p:spPr>
        <p:txBody>
          <a:bodyPr wrap="square" lIns="0" tIns="0" rIns="0" bIns="0" rtlCol="0" anchor="t"/>
          <a:lstStyle/>
          <a:p>
            <a:pPr indent="0" marL="0">
              <a:buNone/>
            </a:pPr>
            <a:r>
              <a:rPr lang="en-US" sz="900" b="1" spc="180" kern="0" dirty="0">
                <a:solidFill>
                  <a:srgbClr val="0F0F10"/>
                </a:solidFill>
                <a:latin typeface="Manrope" pitchFamily="34" charset="0"/>
                <a:ea typeface="Manrope" pitchFamily="34" charset="-122"/>
                <a:cs typeface="Manrope" pitchFamily="34" charset="-120"/>
              </a:rPr>
              <a:t>3.4  COLOUR COMBINATIONS</a:t>
            </a:r>
            <a:endParaRPr lang="en-US" sz="900" dirty="0"/>
          </a:p>
        </p:txBody>
      </p:sp>
      <p:sp>
        <p:nvSpPr>
          <p:cNvPr id="7" name="Text 5"/>
          <p:cNvSpPr txBox="1"/>
          <p:nvPr/>
        </p:nvSpPr>
        <p:spPr>
          <a:xfrm>
            <a:off x="749808" y="694944"/>
            <a:ext cx="2619756" cy="3840480"/>
          </a:xfrm>
          <a:prstGeom prst="rect">
            <a:avLst/>
          </a:prstGeom>
          <a:noFill/>
          <a:ln/>
        </p:spPr>
        <p:txBody>
          <a:bodyPr wrap="square" lIns="0" tIns="0" rIns="0" bIns="0" rtlCol="0" anchor="t"/>
          <a:lstStyle/>
          <a:p>
            <a:pPr indent="0" marL="0">
              <a:lnSpc>
                <a:spcPct val="142000"/>
              </a:lnSpc>
              <a:buNone/>
            </a:pPr>
            <a:r>
              <a:rPr lang="en-US" sz="1150" dirty="0">
                <a:solidFill>
                  <a:srgbClr val="1C1A17"/>
                </a:solidFill>
                <a:latin typeface="Bookmania" pitchFamily="34" charset="0"/>
                <a:ea typeface="Bookmania" pitchFamily="34" charset="-122"/>
                <a:cs typeface="Bookmania" pitchFamily="34" charset="-120"/>
              </a:rPr>
              <a:t>Shown here are the pairings that hold. Always lead with bone and ink and use a voice as the accent — that is how the volume goes up or down.</a:t>
            </a:r>
            <a:endParaRPr lang="en-US" sz="1150" dirty="0"/>
          </a:p>
        </p:txBody>
      </p:sp>
      <p:sp>
        <p:nvSpPr>
          <p:cNvPr id="8" name="Text 6"/>
          <p:cNvSpPr txBox="1"/>
          <p:nvPr/>
        </p:nvSpPr>
        <p:spPr>
          <a:xfrm>
            <a:off x="749808" y="5166360"/>
            <a:ext cx="2619756" cy="1417320"/>
          </a:xfrm>
          <a:prstGeom prst="rect">
            <a:avLst/>
          </a:prstGeom>
          <a:noFill/>
          <a:ln/>
        </p:spPr>
        <p:txBody>
          <a:bodyPr wrap="square" lIns="0" tIns="0" rIns="0" bIns="0" rtlCol="0" anchor="t"/>
          <a:lstStyle/>
          <a:p>
            <a:pPr indent="0" marL="0">
              <a:lnSpc>
                <a:spcPct val="140000"/>
              </a:lnSpc>
              <a:buNone/>
            </a:pPr>
            <a:r>
              <a:rPr lang="en-US" sz="950" dirty="0">
                <a:solidFill>
                  <a:srgbClr val="5E574C"/>
                </a:solidFill>
                <a:latin typeface="Manrope" pitchFamily="34" charset="0"/>
                <a:ea typeface="Manrope" pitchFamily="34" charset="-122"/>
                <a:cs typeface="Manrope" pitchFamily="34" charset="-120"/>
              </a:rPr>
              <a:t>Never pair two voices. Never set small text in Naples or Coral on bone: both fail contrast below 14 point, where the ink tones take over.</a:t>
            </a:r>
            <a:endParaRPr lang="en-US" sz="950" dirty="0"/>
          </a:p>
        </p:txBody>
      </p:sp>
      <p:sp>
        <p:nvSpPr>
          <p:cNvPr id="9" name="Shape 7"/>
          <p:cNvSpPr/>
          <p:nvPr/>
        </p:nvSpPr>
        <p:spPr>
          <a:xfrm>
            <a:off x="3611880" y="274320"/>
            <a:ext cx="2557272" cy="2139696"/>
          </a:xfrm>
          <a:prstGeom prst="roundRect">
            <a:avLst>
              <a:gd name="adj" fmla="val 3846"/>
            </a:avLst>
          </a:prstGeom>
          <a:solidFill>
            <a:srgbClr val="0F0F10"/>
          </a:solidFill>
          <a:ln/>
        </p:spPr>
      </p:sp>
      <p:sp>
        <p:nvSpPr>
          <p:cNvPr id="10" name="Text 8"/>
          <p:cNvSpPr txBox="1"/>
          <p:nvPr/>
        </p:nvSpPr>
        <p:spPr>
          <a:xfrm>
            <a:off x="3831336" y="493776"/>
            <a:ext cx="2118360" cy="201168"/>
          </a:xfrm>
          <a:prstGeom prst="rect">
            <a:avLst/>
          </a:prstGeom>
          <a:noFill/>
          <a:ln/>
        </p:spPr>
        <p:txBody>
          <a:bodyPr wrap="square" lIns="0" tIns="0" rIns="0" bIns="0" rtlCol="0" anchor="t"/>
          <a:lstStyle/>
          <a:p>
            <a:pPr indent="0" marL="0">
              <a:buNone/>
            </a:pPr>
            <a:r>
              <a:rPr lang="en-US" sz="700" b="1" spc="180" kern="0" dirty="0">
                <a:solidFill>
                  <a:srgbClr val="EAE0C8"/>
                </a:solidFill>
                <a:latin typeface="Manrope" pitchFamily="34" charset="0"/>
                <a:ea typeface="Manrope" pitchFamily="34" charset="-122"/>
                <a:cs typeface="Manrope" pitchFamily="34" charset="-120"/>
              </a:rPr>
              <a:t>BONE ON INK</a:t>
            </a:r>
            <a:endParaRPr lang="en-US" sz="700" dirty="0"/>
          </a:p>
        </p:txBody>
      </p:sp>
      <p:sp>
        <p:nvSpPr>
          <p:cNvPr id="11" name="Text 9"/>
          <p:cNvSpPr txBox="1"/>
          <p:nvPr/>
        </p:nvSpPr>
        <p:spPr>
          <a:xfrm>
            <a:off x="3831336" y="932688"/>
            <a:ext cx="2118360" cy="1188720"/>
          </a:xfrm>
          <a:prstGeom prst="rect">
            <a:avLst/>
          </a:prstGeom>
          <a:noFill/>
          <a:ln/>
        </p:spPr>
        <p:txBody>
          <a:bodyPr wrap="square" lIns="0" tIns="0" rIns="0" bIns="0" rtlCol="0" anchor="t"/>
          <a:lstStyle/>
          <a:p>
            <a:pPr indent="0" marL="0">
              <a:buNone/>
            </a:pPr>
            <a:r>
              <a:rPr lang="en-US" sz="4600" dirty="0">
                <a:solidFill>
                  <a:srgbClr val="EAE0C8"/>
                </a:solidFill>
                <a:latin typeface="Bookmania" pitchFamily="34" charset="0"/>
                <a:ea typeface="Bookmania" pitchFamily="34" charset="-122"/>
                <a:cs typeface="Bookmania" pitchFamily="34" charset="-120"/>
              </a:rPr>
              <a:t>Aa</a:t>
            </a:r>
            <a:endParaRPr lang="en-US" sz="4600" dirty="0"/>
          </a:p>
        </p:txBody>
      </p:sp>
      <p:sp>
        <p:nvSpPr>
          <p:cNvPr id="12" name="Shape 10"/>
          <p:cNvSpPr/>
          <p:nvPr/>
        </p:nvSpPr>
        <p:spPr>
          <a:xfrm>
            <a:off x="6388608" y="274320"/>
            <a:ext cx="2557272" cy="2139696"/>
          </a:xfrm>
          <a:prstGeom prst="roundRect">
            <a:avLst>
              <a:gd name="adj" fmla="val 3846"/>
            </a:avLst>
          </a:prstGeom>
          <a:solidFill>
            <a:srgbClr val="EAE0C8"/>
          </a:solidFill>
          <a:ln w="6350">
            <a:solidFill>
              <a:srgbClr val="BDB4A2"/>
            </a:solidFill>
            <a:prstDash val="solid"/>
          </a:ln>
        </p:spPr>
      </p:sp>
      <p:sp>
        <p:nvSpPr>
          <p:cNvPr id="13" name="Text 11"/>
          <p:cNvSpPr txBox="1"/>
          <p:nvPr/>
        </p:nvSpPr>
        <p:spPr>
          <a:xfrm>
            <a:off x="6608064" y="493776"/>
            <a:ext cx="2118360" cy="201168"/>
          </a:xfrm>
          <a:prstGeom prst="rect">
            <a:avLst/>
          </a:prstGeom>
          <a:noFill/>
          <a:ln/>
        </p:spPr>
        <p:txBody>
          <a:bodyPr wrap="square" lIns="0" tIns="0" rIns="0" bIns="0" rtlCol="0" anchor="t"/>
          <a:lstStyle/>
          <a:p>
            <a:pPr indent="0" marL="0">
              <a:buNone/>
            </a:pPr>
            <a:r>
              <a:rPr lang="en-US" sz="700" b="1" spc="180" kern="0" dirty="0">
                <a:solidFill>
                  <a:srgbClr val="0F0F10"/>
                </a:solidFill>
                <a:latin typeface="Manrope" pitchFamily="34" charset="0"/>
                <a:ea typeface="Manrope" pitchFamily="34" charset="-122"/>
                <a:cs typeface="Manrope" pitchFamily="34" charset="-120"/>
              </a:rPr>
              <a:t>INK ON BONE</a:t>
            </a:r>
            <a:endParaRPr lang="en-US" sz="700" dirty="0"/>
          </a:p>
        </p:txBody>
      </p:sp>
      <p:sp>
        <p:nvSpPr>
          <p:cNvPr id="14" name="Text 12"/>
          <p:cNvSpPr txBox="1"/>
          <p:nvPr/>
        </p:nvSpPr>
        <p:spPr>
          <a:xfrm>
            <a:off x="6608064" y="932688"/>
            <a:ext cx="2118360" cy="1188720"/>
          </a:xfrm>
          <a:prstGeom prst="rect">
            <a:avLst/>
          </a:prstGeom>
          <a:noFill/>
          <a:ln/>
        </p:spPr>
        <p:txBody>
          <a:bodyPr wrap="square" lIns="0" tIns="0" rIns="0" bIns="0" rtlCol="0" anchor="t"/>
          <a:lstStyle/>
          <a:p>
            <a:pPr indent="0" marL="0">
              <a:buNone/>
            </a:pPr>
            <a:r>
              <a:rPr lang="en-US" sz="4600" dirty="0">
                <a:solidFill>
                  <a:srgbClr val="0F0F10"/>
                </a:solidFill>
                <a:latin typeface="Bookmania" pitchFamily="34" charset="0"/>
                <a:ea typeface="Bookmania" pitchFamily="34" charset="-122"/>
                <a:cs typeface="Bookmania" pitchFamily="34" charset="-120"/>
              </a:rPr>
              <a:t>Aa</a:t>
            </a:r>
            <a:endParaRPr lang="en-US" sz="4600" dirty="0"/>
          </a:p>
        </p:txBody>
      </p:sp>
      <p:sp>
        <p:nvSpPr>
          <p:cNvPr id="15" name="Shape 13"/>
          <p:cNvSpPr/>
          <p:nvPr/>
        </p:nvSpPr>
        <p:spPr>
          <a:xfrm>
            <a:off x="9165336" y="274320"/>
            <a:ext cx="2557272" cy="2139696"/>
          </a:xfrm>
          <a:prstGeom prst="roundRect">
            <a:avLst>
              <a:gd name="adj" fmla="val 3846"/>
            </a:avLst>
          </a:prstGeom>
          <a:solidFill>
            <a:srgbClr val="D96E6E"/>
          </a:solidFill>
          <a:ln/>
        </p:spPr>
      </p:sp>
      <p:sp>
        <p:nvSpPr>
          <p:cNvPr id="16" name="Text 14"/>
          <p:cNvSpPr txBox="1"/>
          <p:nvPr/>
        </p:nvSpPr>
        <p:spPr>
          <a:xfrm>
            <a:off x="9384792" y="493776"/>
            <a:ext cx="2118360" cy="201168"/>
          </a:xfrm>
          <a:prstGeom prst="rect">
            <a:avLst/>
          </a:prstGeom>
          <a:noFill/>
          <a:ln/>
        </p:spPr>
        <p:txBody>
          <a:bodyPr wrap="square" lIns="0" tIns="0" rIns="0" bIns="0" rtlCol="0" anchor="t"/>
          <a:lstStyle/>
          <a:p>
            <a:pPr indent="0" marL="0">
              <a:buNone/>
            </a:pPr>
            <a:r>
              <a:rPr lang="en-US" sz="700" b="1" spc="180" kern="0" dirty="0">
                <a:solidFill>
                  <a:srgbClr val="F8F8F8"/>
                </a:solidFill>
                <a:latin typeface="Manrope" pitchFamily="34" charset="0"/>
                <a:ea typeface="Manrope" pitchFamily="34" charset="-122"/>
                <a:cs typeface="Manrope" pitchFamily="34" charset="-120"/>
              </a:rPr>
              <a:t>BONE ON CORAL</a:t>
            </a:r>
            <a:endParaRPr lang="en-US" sz="700" dirty="0"/>
          </a:p>
        </p:txBody>
      </p:sp>
      <p:sp>
        <p:nvSpPr>
          <p:cNvPr id="17" name="Text 15"/>
          <p:cNvSpPr txBox="1"/>
          <p:nvPr/>
        </p:nvSpPr>
        <p:spPr>
          <a:xfrm>
            <a:off x="9384792" y="932688"/>
            <a:ext cx="2118360" cy="1188720"/>
          </a:xfrm>
          <a:prstGeom prst="rect">
            <a:avLst/>
          </a:prstGeom>
          <a:noFill/>
          <a:ln/>
        </p:spPr>
        <p:txBody>
          <a:bodyPr wrap="square" lIns="0" tIns="0" rIns="0" bIns="0" rtlCol="0" anchor="t"/>
          <a:lstStyle/>
          <a:p>
            <a:pPr indent="0" marL="0">
              <a:buNone/>
            </a:pPr>
            <a:r>
              <a:rPr lang="en-US" sz="4600" dirty="0">
                <a:solidFill>
                  <a:srgbClr val="F8F8F8"/>
                </a:solidFill>
                <a:latin typeface="Bookmania" pitchFamily="34" charset="0"/>
                <a:ea typeface="Bookmania" pitchFamily="34" charset="-122"/>
                <a:cs typeface="Bookmania" pitchFamily="34" charset="-120"/>
              </a:rPr>
              <a:t>Aa</a:t>
            </a:r>
            <a:endParaRPr lang="en-US" sz="4600" dirty="0"/>
          </a:p>
        </p:txBody>
      </p:sp>
      <p:sp>
        <p:nvSpPr>
          <p:cNvPr id="18" name="Shape 16"/>
          <p:cNvSpPr/>
          <p:nvPr/>
        </p:nvSpPr>
        <p:spPr>
          <a:xfrm>
            <a:off x="3611880" y="2779776"/>
            <a:ext cx="2557272" cy="2139696"/>
          </a:xfrm>
          <a:prstGeom prst="roundRect">
            <a:avLst>
              <a:gd name="adj" fmla="val 3846"/>
            </a:avLst>
          </a:prstGeom>
          <a:solidFill>
            <a:srgbClr val="8AACD9"/>
          </a:solidFill>
          <a:ln/>
        </p:spPr>
      </p:sp>
      <p:sp>
        <p:nvSpPr>
          <p:cNvPr id="19" name="Text 17"/>
          <p:cNvSpPr txBox="1"/>
          <p:nvPr/>
        </p:nvSpPr>
        <p:spPr>
          <a:xfrm>
            <a:off x="3831336" y="2999232"/>
            <a:ext cx="2118360" cy="201168"/>
          </a:xfrm>
          <a:prstGeom prst="rect">
            <a:avLst/>
          </a:prstGeom>
          <a:noFill/>
          <a:ln/>
        </p:spPr>
        <p:txBody>
          <a:bodyPr wrap="square" lIns="0" tIns="0" rIns="0" bIns="0" rtlCol="0" anchor="t"/>
          <a:lstStyle/>
          <a:p>
            <a:pPr indent="0" marL="0">
              <a:buNone/>
            </a:pPr>
            <a:r>
              <a:rPr lang="en-US" sz="700" b="1" spc="180" kern="0" dirty="0">
                <a:solidFill>
                  <a:srgbClr val="0F0F10"/>
                </a:solidFill>
                <a:latin typeface="Manrope" pitchFamily="34" charset="0"/>
                <a:ea typeface="Manrope" pitchFamily="34" charset="-122"/>
                <a:cs typeface="Manrope" pitchFamily="34" charset="-120"/>
              </a:rPr>
              <a:t>INK ON PRISCILLA</a:t>
            </a:r>
            <a:endParaRPr lang="en-US" sz="700" dirty="0"/>
          </a:p>
        </p:txBody>
      </p:sp>
      <p:sp>
        <p:nvSpPr>
          <p:cNvPr id="20" name="Text 18"/>
          <p:cNvSpPr txBox="1"/>
          <p:nvPr/>
        </p:nvSpPr>
        <p:spPr>
          <a:xfrm>
            <a:off x="3831336" y="3438144"/>
            <a:ext cx="2118360" cy="1188720"/>
          </a:xfrm>
          <a:prstGeom prst="rect">
            <a:avLst/>
          </a:prstGeom>
          <a:noFill/>
          <a:ln/>
        </p:spPr>
        <p:txBody>
          <a:bodyPr wrap="square" lIns="0" tIns="0" rIns="0" bIns="0" rtlCol="0" anchor="t"/>
          <a:lstStyle/>
          <a:p>
            <a:pPr indent="0" marL="0">
              <a:buNone/>
            </a:pPr>
            <a:r>
              <a:rPr lang="en-US" sz="4600" dirty="0">
                <a:solidFill>
                  <a:srgbClr val="0F0F10"/>
                </a:solidFill>
                <a:latin typeface="Bookmania" pitchFamily="34" charset="0"/>
                <a:ea typeface="Bookmania" pitchFamily="34" charset="-122"/>
                <a:cs typeface="Bookmania" pitchFamily="34" charset="-120"/>
              </a:rPr>
              <a:t>Aa</a:t>
            </a:r>
            <a:endParaRPr lang="en-US" sz="4600" dirty="0"/>
          </a:p>
        </p:txBody>
      </p:sp>
      <p:sp>
        <p:nvSpPr>
          <p:cNvPr id="21" name="Shape 19"/>
          <p:cNvSpPr/>
          <p:nvPr/>
        </p:nvSpPr>
        <p:spPr>
          <a:xfrm>
            <a:off x="6388608" y="2779776"/>
            <a:ext cx="2557272" cy="2139696"/>
          </a:xfrm>
          <a:prstGeom prst="roundRect">
            <a:avLst>
              <a:gd name="adj" fmla="val 3846"/>
            </a:avLst>
          </a:prstGeom>
          <a:solidFill>
            <a:srgbClr val="F8DC55"/>
          </a:solidFill>
          <a:ln/>
        </p:spPr>
      </p:sp>
      <p:sp>
        <p:nvSpPr>
          <p:cNvPr id="22" name="Text 20"/>
          <p:cNvSpPr txBox="1"/>
          <p:nvPr/>
        </p:nvSpPr>
        <p:spPr>
          <a:xfrm>
            <a:off x="6608064" y="2999232"/>
            <a:ext cx="2118360" cy="201168"/>
          </a:xfrm>
          <a:prstGeom prst="rect">
            <a:avLst/>
          </a:prstGeom>
          <a:noFill/>
          <a:ln/>
        </p:spPr>
        <p:txBody>
          <a:bodyPr wrap="square" lIns="0" tIns="0" rIns="0" bIns="0" rtlCol="0" anchor="t"/>
          <a:lstStyle/>
          <a:p>
            <a:pPr indent="0" marL="0">
              <a:buNone/>
            </a:pPr>
            <a:r>
              <a:rPr lang="en-US" sz="700" b="1" spc="180" kern="0" dirty="0">
                <a:solidFill>
                  <a:srgbClr val="0F0F10"/>
                </a:solidFill>
                <a:latin typeface="Manrope" pitchFamily="34" charset="0"/>
                <a:ea typeface="Manrope" pitchFamily="34" charset="-122"/>
                <a:cs typeface="Manrope" pitchFamily="34" charset="-120"/>
              </a:rPr>
              <a:t>INK ON NAPLES</a:t>
            </a:r>
            <a:endParaRPr lang="en-US" sz="700" dirty="0"/>
          </a:p>
        </p:txBody>
      </p:sp>
      <p:sp>
        <p:nvSpPr>
          <p:cNvPr id="23" name="Text 21"/>
          <p:cNvSpPr txBox="1"/>
          <p:nvPr/>
        </p:nvSpPr>
        <p:spPr>
          <a:xfrm>
            <a:off x="6608064" y="3438144"/>
            <a:ext cx="2118360" cy="1188720"/>
          </a:xfrm>
          <a:prstGeom prst="rect">
            <a:avLst/>
          </a:prstGeom>
          <a:noFill/>
          <a:ln/>
        </p:spPr>
        <p:txBody>
          <a:bodyPr wrap="square" lIns="0" tIns="0" rIns="0" bIns="0" rtlCol="0" anchor="t"/>
          <a:lstStyle/>
          <a:p>
            <a:pPr indent="0" marL="0">
              <a:buNone/>
            </a:pPr>
            <a:r>
              <a:rPr lang="en-US" sz="4600" dirty="0">
                <a:solidFill>
                  <a:srgbClr val="0F0F10"/>
                </a:solidFill>
                <a:latin typeface="Bookmania" pitchFamily="34" charset="0"/>
                <a:ea typeface="Bookmania" pitchFamily="34" charset="-122"/>
                <a:cs typeface="Bookmania" pitchFamily="34" charset="-120"/>
              </a:rPr>
              <a:t>Aa</a:t>
            </a:r>
            <a:endParaRPr lang="en-US" sz="4600" dirty="0"/>
          </a:p>
        </p:txBody>
      </p:sp>
      <p:sp>
        <p:nvSpPr>
          <p:cNvPr id="24" name="Shape 22"/>
          <p:cNvSpPr/>
          <p:nvPr/>
        </p:nvSpPr>
        <p:spPr>
          <a:xfrm>
            <a:off x="9165336" y="2779776"/>
            <a:ext cx="2557272" cy="2139696"/>
          </a:xfrm>
          <a:prstGeom prst="roundRect">
            <a:avLst>
              <a:gd name="adj" fmla="val 3846"/>
            </a:avLst>
          </a:prstGeom>
          <a:solidFill>
            <a:srgbClr val="8CBFA6"/>
          </a:solidFill>
          <a:ln/>
        </p:spPr>
      </p:sp>
      <p:sp>
        <p:nvSpPr>
          <p:cNvPr id="25" name="Text 23"/>
          <p:cNvSpPr txBox="1"/>
          <p:nvPr/>
        </p:nvSpPr>
        <p:spPr>
          <a:xfrm>
            <a:off x="9384792" y="2999232"/>
            <a:ext cx="2118360" cy="201168"/>
          </a:xfrm>
          <a:prstGeom prst="rect">
            <a:avLst/>
          </a:prstGeom>
          <a:noFill/>
          <a:ln/>
        </p:spPr>
        <p:txBody>
          <a:bodyPr wrap="square" lIns="0" tIns="0" rIns="0" bIns="0" rtlCol="0" anchor="t"/>
          <a:lstStyle/>
          <a:p>
            <a:pPr indent="0" marL="0">
              <a:buNone/>
            </a:pPr>
            <a:r>
              <a:rPr lang="en-US" sz="700" b="1" spc="180" kern="0" dirty="0">
                <a:solidFill>
                  <a:srgbClr val="0F0F10"/>
                </a:solidFill>
                <a:latin typeface="Manrope" pitchFamily="34" charset="0"/>
                <a:ea typeface="Manrope" pitchFamily="34" charset="-122"/>
                <a:cs typeface="Manrope" pitchFamily="34" charset="-120"/>
              </a:rPr>
              <a:t>INK ON ASH GREEN</a:t>
            </a:r>
            <a:endParaRPr lang="en-US" sz="700" dirty="0"/>
          </a:p>
        </p:txBody>
      </p:sp>
      <p:sp>
        <p:nvSpPr>
          <p:cNvPr id="26" name="Text 24"/>
          <p:cNvSpPr txBox="1"/>
          <p:nvPr/>
        </p:nvSpPr>
        <p:spPr>
          <a:xfrm>
            <a:off x="9384792" y="3438144"/>
            <a:ext cx="2118360" cy="1188720"/>
          </a:xfrm>
          <a:prstGeom prst="rect">
            <a:avLst/>
          </a:prstGeom>
          <a:noFill/>
          <a:ln/>
        </p:spPr>
        <p:txBody>
          <a:bodyPr wrap="square" lIns="0" tIns="0" rIns="0" bIns="0" rtlCol="0" anchor="t"/>
          <a:lstStyle/>
          <a:p>
            <a:pPr indent="0" marL="0">
              <a:buNone/>
            </a:pPr>
            <a:r>
              <a:rPr lang="en-US" sz="4600" dirty="0">
                <a:solidFill>
                  <a:srgbClr val="0F0F10"/>
                </a:solidFill>
                <a:latin typeface="Bookmania" pitchFamily="34" charset="0"/>
                <a:ea typeface="Bookmania" pitchFamily="34" charset="-122"/>
                <a:cs typeface="Bookmania" pitchFamily="34" charset="-120"/>
              </a:rPr>
              <a:t>Aa</a:t>
            </a:r>
            <a:endParaRPr lang="en-US" sz="4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566928" y="274320"/>
            <a:ext cx="0" cy="6309360"/>
          </a:xfrm>
          <a:prstGeom prst="line">
            <a:avLst/>
          </a:prstGeom>
          <a:noFill/>
          <a:ln w="9525">
            <a:solidFill>
              <a:srgbClr val="BDB4A2"/>
            </a:solidFill>
            <a:prstDash val="solid"/>
          </a:ln>
        </p:spPr>
      </p:sp>
      <p:sp>
        <p:nvSpPr>
          <p:cNvPr id="3" name="Text 1"/>
          <p:cNvSpPr txBox="1"/>
          <p:nvPr/>
        </p:nvSpPr>
        <p:spPr>
          <a:xfrm rot="16200000">
            <a:off x="9144" y="256032"/>
            <a:ext cx="457200" cy="274320"/>
          </a:xfrm>
          <a:prstGeom prst="rect">
            <a:avLst/>
          </a:prstGeom>
          <a:noFill/>
          <a:ln/>
        </p:spPr>
        <p:txBody>
          <a:bodyPr wrap="none" lIns="0" tIns="0" rIns="0" bIns="0" rtlCol="0" anchor="ctr"/>
          <a:lstStyle/>
          <a:p>
            <a:pPr algn="ctr" indent="0" marL="0">
              <a:buNone/>
            </a:pPr>
            <a:r>
              <a:rPr lang="en-US" sz="700" spc="160" kern="0" dirty="0">
                <a:solidFill>
                  <a:srgbClr val="7A7264"/>
                </a:solidFill>
                <a:latin typeface="Manrope" pitchFamily="34" charset="0"/>
                <a:ea typeface="Manrope" pitchFamily="34" charset="-122"/>
                <a:cs typeface="Manrope" pitchFamily="34" charset="-120"/>
              </a:rPr>
              <a:t>023</a:t>
            </a:r>
            <a:endParaRPr lang="en-US" sz="700" dirty="0"/>
          </a:p>
        </p:txBody>
      </p:sp>
      <p:sp>
        <p:nvSpPr>
          <p:cNvPr id="4" name="Text 2"/>
          <p:cNvSpPr txBox="1"/>
          <p:nvPr/>
        </p:nvSpPr>
        <p:spPr>
          <a:xfrm rot="16200000">
            <a:off x="-950976" y="5257800"/>
            <a:ext cx="2377440" cy="274320"/>
          </a:xfrm>
          <a:prstGeom prst="rect">
            <a:avLst/>
          </a:prstGeom>
          <a:noFill/>
          <a:ln/>
        </p:spPr>
        <p:txBody>
          <a:bodyPr wrap="none" lIns="0" tIns="0" rIns="0" bIns="0" rtlCol="0" anchor="ctr"/>
          <a:lstStyle/>
          <a:p>
            <a:pPr algn="l" indent="0" marL="0">
              <a:buNone/>
            </a:pPr>
            <a:r>
              <a:rPr lang="en-US" sz="700" spc="160" kern="0" dirty="0">
                <a:solidFill>
                  <a:srgbClr val="7A7264"/>
                </a:solidFill>
                <a:latin typeface="Manrope" pitchFamily="34" charset="0"/>
                <a:ea typeface="Manrope" pitchFamily="34" charset="-122"/>
                <a:cs typeface="Manrope" pitchFamily="34" charset="-120"/>
              </a:rPr>
              <a:t>THE IDENTITY BOOK</a:t>
            </a:r>
            <a:endParaRPr lang="en-US" sz="700" dirty="0"/>
          </a:p>
        </p:txBody>
      </p:sp>
      <p:sp>
        <p:nvSpPr>
          <p:cNvPr id="5" name="Text 3"/>
          <p:cNvSpPr txBox="1"/>
          <p:nvPr/>
        </p:nvSpPr>
        <p:spPr>
          <a:xfrm rot="16200000">
            <a:off x="-1586484" y="3337560"/>
            <a:ext cx="5623560" cy="868680"/>
          </a:xfrm>
          <a:prstGeom prst="rect">
            <a:avLst/>
          </a:prstGeom>
          <a:noFill/>
          <a:ln/>
        </p:spPr>
        <p:txBody>
          <a:bodyPr wrap="none" lIns="0" tIns="0" rIns="0" bIns="0" rtlCol="0" anchor="ctr"/>
          <a:lstStyle/>
          <a:p>
            <a:pPr algn="l" indent="0" marL="0">
              <a:buNone/>
            </a:pPr>
            <a:r>
              <a:rPr lang="en-US" sz="5000" dirty="0">
                <a:solidFill>
                  <a:srgbClr val="0F0F10"/>
                </a:solidFill>
                <a:latin typeface="Bookmania" pitchFamily="34" charset="0"/>
                <a:ea typeface="Bookmania" pitchFamily="34" charset="-122"/>
                <a:cs typeface="Bookmania" pitchFamily="34" charset="-120"/>
              </a:rPr>
              <a:t>TYPOGRAPHY</a:t>
            </a:r>
            <a:endParaRPr lang="en-US" sz="5000" dirty="0"/>
          </a:p>
        </p:txBody>
      </p:sp>
      <p:sp>
        <p:nvSpPr>
          <p:cNvPr id="6" name="Shape 4"/>
          <p:cNvSpPr/>
          <p:nvPr/>
        </p:nvSpPr>
        <p:spPr>
          <a:xfrm>
            <a:off x="1700784" y="274320"/>
            <a:ext cx="0" cy="6309360"/>
          </a:xfrm>
          <a:prstGeom prst="line">
            <a:avLst/>
          </a:prstGeom>
          <a:noFill/>
          <a:ln w="9525">
            <a:solidFill>
              <a:srgbClr val="BDB4A2"/>
            </a:solidFill>
            <a:prstDash val="solid"/>
          </a:ln>
        </p:spPr>
      </p:sp>
      <p:sp>
        <p:nvSpPr>
          <p:cNvPr id="7" name="Text 5"/>
          <p:cNvSpPr txBox="1"/>
          <p:nvPr/>
        </p:nvSpPr>
        <p:spPr>
          <a:xfrm>
            <a:off x="1956816" y="292608"/>
            <a:ext cx="548640" cy="201168"/>
          </a:xfrm>
          <a:prstGeom prst="rect">
            <a:avLst/>
          </a:prstGeom>
          <a:noFill/>
          <a:ln/>
        </p:spPr>
        <p:txBody>
          <a:bodyPr wrap="square" lIns="0" tIns="0" rIns="0" bIns="0" rtlCol="0" anchor="t"/>
          <a:lstStyle/>
          <a:p>
            <a:pPr indent="0" marL="0">
              <a:buNone/>
            </a:pPr>
            <a:r>
              <a:rPr lang="en-US" sz="950" b="1" spc="180" kern="0" dirty="0">
                <a:solidFill>
                  <a:srgbClr val="0F0F10"/>
                </a:solidFill>
                <a:latin typeface="Manrope" pitchFamily="34" charset="0"/>
                <a:ea typeface="Manrope" pitchFamily="34" charset="-122"/>
                <a:cs typeface="Manrope" pitchFamily="34" charset="-120"/>
              </a:rPr>
              <a:t>4.0</a:t>
            </a:r>
            <a:endParaRPr lang="en-US" sz="950" dirty="0"/>
          </a:p>
        </p:txBody>
      </p:sp>
      <p:sp>
        <p:nvSpPr>
          <p:cNvPr id="8" name="Text 6"/>
          <p:cNvSpPr txBox="1"/>
          <p:nvPr/>
        </p:nvSpPr>
        <p:spPr>
          <a:xfrm>
            <a:off x="2615184" y="292608"/>
            <a:ext cx="2103120" cy="201168"/>
          </a:xfrm>
          <a:prstGeom prst="rect">
            <a:avLst/>
          </a:prstGeom>
          <a:noFill/>
          <a:ln/>
        </p:spPr>
        <p:txBody>
          <a:bodyPr wrap="square" lIns="0" tIns="0" rIns="0" bIns="0" rtlCol="0" anchor="t"/>
          <a:lstStyle/>
          <a:p>
            <a:pPr indent="0" marL="0">
              <a:buNone/>
            </a:pPr>
            <a:r>
              <a:rPr lang="en-US" sz="950" b="1" spc="180" kern="0" dirty="0">
                <a:solidFill>
                  <a:srgbClr val="0F0F10"/>
                </a:solidFill>
                <a:latin typeface="Manrope" pitchFamily="34" charset="0"/>
                <a:ea typeface="Manrope" pitchFamily="34" charset="-122"/>
                <a:cs typeface="Manrope" pitchFamily="34" charset="-120"/>
              </a:rPr>
              <a:t>TYPOGRAPHY</a:t>
            </a:r>
            <a:endParaRPr lang="en-US" sz="950" dirty="0"/>
          </a:p>
        </p:txBody>
      </p:sp>
      <p:sp>
        <p:nvSpPr>
          <p:cNvPr id="9" name="Text 7"/>
          <p:cNvSpPr txBox="1"/>
          <p:nvPr/>
        </p:nvSpPr>
        <p:spPr>
          <a:xfrm>
            <a:off x="4608576" y="292608"/>
            <a:ext cx="457200" cy="201168"/>
          </a:xfrm>
          <a:prstGeom prst="rect">
            <a:avLst/>
          </a:prstGeom>
          <a:noFill/>
          <a:ln/>
        </p:spPr>
        <p:txBody>
          <a:bodyPr wrap="square" lIns="0" tIns="0" rIns="0" bIns="0" rtlCol="0" anchor="t"/>
          <a:lstStyle/>
          <a:p>
            <a:pPr algn="r" indent="0" marL="0">
              <a:buNone/>
            </a:pPr>
            <a:r>
              <a:rPr lang="en-US" sz="950" b="1" spc="180" kern="0" dirty="0">
                <a:solidFill>
                  <a:srgbClr val="0F0F10"/>
                </a:solidFill>
                <a:latin typeface="Manrope" pitchFamily="34" charset="0"/>
                <a:ea typeface="Manrope" pitchFamily="34" charset="-122"/>
                <a:cs typeface="Manrope" pitchFamily="34" charset="-120"/>
              </a:rPr>
              <a:t>23</a:t>
            </a:r>
            <a:endParaRPr lang="en-US" sz="950" dirty="0"/>
          </a:p>
        </p:txBody>
      </p:sp>
      <p:sp>
        <p:nvSpPr>
          <p:cNvPr id="10" name="Text 8"/>
          <p:cNvSpPr txBox="1"/>
          <p:nvPr/>
        </p:nvSpPr>
        <p:spPr>
          <a:xfrm>
            <a:off x="1956816" y="694944"/>
            <a:ext cx="548640" cy="219456"/>
          </a:xfrm>
          <a:prstGeom prst="rect">
            <a:avLst/>
          </a:prstGeom>
          <a:noFill/>
          <a:ln/>
        </p:spPr>
        <p:txBody>
          <a:bodyPr wrap="square" lIns="0" tIns="0" rIns="0" bIns="0" rtlCol="0" anchor="t"/>
          <a:lstStyle/>
          <a:p>
            <a:pPr indent="0" marL="0">
              <a:buNone/>
            </a:pPr>
            <a:r>
              <a:rPr lang="en-US" sz="1050" dirty="0">
                <a:solidFill>
                  <a:srgbClr val="5E574C"/>
                </a:solidFill>
                <a:latin typeface="Bookmania" pitchFamily="34" charset="0"/>
                <a:ea typeface="Bookmania" pitchFamily="34" charset="-122"/>
                <a:cs typeface="Bookmania" pitchFamily="34" charset="-120"/>
              </a:rPr>
              <a:t>4.1</a:t>
            </a:r>
            <a:endParaRPr lang="en-US" sz="1050" dirty="0"/>
          </a:p>
        </p:txBody>
      </p:sp>
      <p:sp>
        <p:nvSpPr>
          <p:cNvPr id="11" name="Text 9"/>
          <p:cNvSpPr txBox="1"/>
          <p:nvPr/>
        </p:nvSpPr>
        <p:spPr>
          <a:xfrm>
            <a:off x="2615184" y="694944"/>
            <a:ext cx="2103120" cy="219456"/>
          </a:xfrm>
          <a:prstGeom prst="rect">
            <a:avLst/>
          </a:prstGeom>
          <a:noFill/>
          <a:ln/>
        </p:spPr>
        <p:txBody>
          <a:bodyPr wrap="square" lIns="0" tIns="0" rIns="0" bIns="0" rtlCol="0" anchor="t"/>
          <a:lstStyle/>
          <a:p>
            <a:pPr indent="0" marL="0">
              <a:buNone/>
            </a:pPr>
            <a:r>
              <a:rPr lang="en-US" sz="1050" dirty="0">
                <a:solidFill>
                  <a:srgbClr val="1C1A17"/>
                </a:solidFill>
                <a:latin typeface="Bookmania" pitchFamily="34" charset="0"/>
                <a:ea typeface="Bookmania" pitchFamily="34" charset="-122"/>
                <a:cs typeface="Bookmania" pitchFamily="34" charset="-120"/>
              </a:rPr>
              <a:t>Primary Typeface</a:t>
            </a:r>
            <a:endParaRPr lang="en-US" sz="1050" dirty="0"/>
          </a:p>
        </p:txBody>
      </p:sp>
      <p:sp>
        <p:nvSpPr>
          <p:cNvPr id="12" name="Text 10"/>
          <p:cNvSpPr txBox="1"/>
          <p:nvPr/>
        </p:nvSpPr>
        <p:spPr>
          <a:xfrm>
            <a:off x="4608576" y="694944"/>
            <a:ext cx="457200" cy="219456"/>
          </a:xfrm>
          <a:prstGeom prst="rect">
            <a:avLst/>
          </a:prstGeom>
          <a:noFill/>
          <a:ln/>
        </p:spPr>
        <p:txBody>
          <a:bodyPr wrap="square" lIns="0" tIns="0" rIns="0" bIns="0" rtlCol="0" anchor="t"/>
          <a:lstStyle/>
          <a:p>
            <a:pPr algn="r" indent="0" marL="0">
              <a:buNone/>
            </a:pPr>
            <a:r>
              <a:rPr lang="en-US" sz="1050" dirty="0">
                <a:solidFill>
                  <a:srgbClr val="5E574C"/>
                </a:solidFill>
                <a:latin typeface="Bookmania" pitchFamily="34" charset="0"/>
                <a:ea typeface="Bookmania" pitchFamily="34" charset="-122"/>
                <a:cs typeface="Bookmania" pitchFamily="34" charset="-120"/>
              </a:rPr>
              <a:t>24</a:t>
            </a:r>
            <a:endParaRPr lang="en-US" sz="1050" dirty="0"/>
          </a:p>
        </p:txBody>
      </p:sp>
      <p:sp>
        <p:nvSpPr>
          <p:cNvPr id="13" name="Text 11"/>
          <p:cNvSpPr txBox="1"/>
          <p:nvPr/>
        </p:nvSpPr>
        <p:spPr>
          <a:xfrm>
            <a:off x="1956816" y="941832"/>
            <a:ext cx="548640" cy="219456"/>
          </a:xfrm>
          <a:prstGeom prst="rect">
            <a:avLst/>
          </a:prstGeom>
          <a:noFill/>
          <a:ln/>
        </p:spPr>
        <p:txBody>
          <a:bodyPr wrap="square" lIns="0" tIns="0" rIns="0" bIns="0" rtlCol="0" anchor="t"/>
          <a:lstStyle/>
          <a:p>
            <a:pPr indent="0" marL="0">
              <a:buNone/>
            </a:pPr>
            <a:r>
              <a:rPr lang="en-US" sz="1050" dirty="0">
                <a:solidFill>
                  <a:srgbClr val="5E574C"/>
                </a:solidFill>
                <a:latin typeface="Bookmania" pitchFamily="34" charset="0"/>
                <a:ea typeface="Bookmania" pitchFamily="34" charset="-122"/>
                <a:cs typeface="Bookmania" pitchFamily="34" charset="-120"/>
              </a:rPr>
              <a:t>4.2</a:t>
            </a:r>
            <a:endParaRPr lang="en-US" sz="1050" dirty="0"/>
          </a:p>
        </p:txBody>
      </p:sp>
      <p:sp>
        <p:nvSpPr>
          <p:cNvPr id="14" name="Text 12"/>
          <p:cNvSpPr txBox="1"/>
          <p:nvPr/>
        </p:nvSpPr>
        <p:spPr>
          <a:xfrm>
            <a:off x="2615184" y="941832"/>
            <a:ext cx="2103120" cy="219456"/>
          </a:xfrm>
          <a:prstGeom prst="rect">
            <a:avLst/>
          </a:prstGeom>
          <a:noFill/>
          <a:ln/>
        </p:spPr>
        <p:txBody>
          <a:bodyPr wrap="square" lIns="0" tIns="0" rIns="0" bIns="0" rtlCol="0" anchor="t"/>
          <a:lstStyle/>
          <a:p>
            <a:pPr indent="0" marL="0">
              <a:buNone/>
            </a:pPr>
            <a:r>
              <a:rPr lang="en-US" sz="1050" dirty="0">
                <a:solidFill>
                  <a:srgbClr val="1C1A17"/>
                </a:solidFill>
                <a:latin typeface="Bookmania" pitchFamily="34" charset="0"/>
                <a:ea typeface="Bookmania" pitchFamily="34" charset="-122"/>
                <a:cs typeface="Bookmania" pitchFamily="34" charset="-120"/>
              </a:rPr>
              <a:t>Secondary Typeface</a:t>
            </a:r>
            <a:endParaRPr lang="en-US" sz="1050" dirty="0"/>
          </a:p>
        </p:txBody>
      </p:sp>
      <p:sp>
        <p:nvSpPr>
          <p:cNvPr id="15" name="Text 13"/>
          <p:cNvSpPr txBox="1"/>
          <p:nvPr/>
        </p:nvSpPr>
        <p:spPr>
          <a:xfrm>
            <a:off x="4608576" y="941832"/>
            <a:ext cx="457200" cy="219456"/>
          </a:xfrm>
          <a:prstGeom prst="rect">
            <a:avLst/>
          </a:prstGeom>
          <a:noFill/>
          <a:ln/>
        </p:spPr>
        <p:txBody>
          <a:bodyPr wrap="square" lIns="0" tIns="0" rIns="0" bIns="0" rtlCol="0" anchor="t"/>
          <a:lstStyle/>
          <a:p>
            <a:pPr algn="r" indent="0" marL="0">
              <a:buNone/>
            </a:pPr>
            <a:r>
              <a:rPr lang="en-US" sz="1050" dirty="0">
                <a:solidFill>
                  <a:srgbClr val="5E574C"/>
                </a:solidFill>
                <a:latin typeface="Bookmania" pitchFamily="34" charset="0"/>
                <a:ea typeface="Bookmania" pitchFamily="34" charset="-122"/>
                <a:cs typeface="Bookmania" pitchFamily="34" charset="-120"/>
              </a:rPr>
              <a:t>25</a:t>
            </a:r>
            <a:endParaRPr lang="en-US" sz="1050" dirty="0"/>
          </a:p>
        </p:txBody>
      </p:sp>
      <p:sp>
        <p:nvSpPr>
          <p:cNvPr id="16" name="Text 14"/>
          <p:cNvSpPr txBox="1"/>
          <p:nvPr/>
        </p:nvSpPr>
        <p:spPr>
          <a:xfrm>
            <a:off x="1956816" y="1188720"/>
            <a:ext cx="548640" cy="219456"/>
          </a:xfrm>
          <a:prstGeom prst="rect">
            <a:avLst/>
          </a:prstGeom>
          <a:noFill/>
          <a:ln/>
        </p:spPr>
        <p:txBody>
          <a:bodyPr wrap="square" lIns="0" tIns="0" rIns="0" bIns="0" rtlCol="0" anchor="t"/>
          <a:lstStyle/>
          <a:p>
            <a:pPr indent="0" marL="0">
              <a:buNone/>
            </a:pPr>
            <a:r>
              <a:rPr lang="en-US" sz="1050" dirty="0">
                <a:solidFill>
                  <a:srgbClr val="5E574C"/>
                </a:solidFill>
                <a:latin typeface="Bookmania" pitchFamily="34" charset="0"/>
                <a:ea typeface="Bookmania" pitchFamily="34" charset="-122"/>
                <a:cs typeface="Bookmania" pitchFamily="34" charset="-120"/>
              </a:rPr>
              <a:t>4.3</a:t>
            </a:r>
            <a:endParaRPr lang="en-US" sz="1050" dirty="0"/>
          </a:p>
        </p:txBody>
      </p:sp>
      <p:sp>
        <p:nvSpPr>
          <p:cNvPr id="17" name="Text 15"/>
          <p:cNvSpPr txBox="1"/>
          <p:nvPr/>
        </p:nvSpPr>
        <p:spPr>
          <a:xfrm>
            <a:off x="2615184" y="1188720"/>
            <a:ext cx="2103120" cy="219456"/>
          </a:xfrm>
          <a:prstGeom prst="rect">
            <a:avLst/>
          </a:prstGeom>
          <a:noFill/>
          <a:ln/>
        </p:spPr>
        <p:txBody>
          <a:bodyPr wrap="square" lIns="0" tIns="0" rIns="0" bIns="0" rtlCol="0" anchor="t"/>
          <a:lstStyle/>
          <a:p>
            <a:pPr indent="0" marL="0">
              <a:buNone/>
            </a:pPr>
            <a:r>
              <a:rPr lang="en-US" sz="1050" dirty="0">
                <a:solidFill>
                  <a:srgbClr val="1C1A17"/>
                </a:solidFill>
                <a:latin typeface="Bookmania" pitchFamily="34" charset="0"/>
                <a:ea typeface="Bookmania" pitchFamily="34" charset="-122"/>
                <a:cs typeface="Bookmania" pitchFamily="34" charset="-120"/>
              </a:rPr>
              <a:t>Type Hierarchy</a:t>
            </a:r>
            <a:endParaRPr lang="en-US" sz="1050" dirty="0"/>
          </a:p>
        </p:txBody>
      </p:sp>
      <p:sp>
        <p:nvSpPr>
          <p:cNvPr id="18" name="Text 16"/>
          <p:cNvSpPr txBox="1"/>
          <p:nvPr/>
        </p:nvSpPr>
        <p:spPr>
          <a:xfrm>
            <a:off x="4608576" y="1188720"/>
            <a:ext cx="457200" cy="219456"/>
          </a:xfrm>
          <a:prstGeom prst="rect">
            <a:avLst/>
          </a:prstGeom>
          <a:noFill/>
          <a:ln/>
        </p:spPr>
        <p:txBody>
          <a:bodyPr wrap="square" lIns="0" tIns="0" rIns="0" bIns="0" rtlCol="0" anchor="t"/>
          <a:lstStyle/>
          <a:p>
            <a:pPr algn="r" indent="0" marL="0">
              <a:buNone/>
            </a:pPr>
            <a:r>
              <a:rPr lang="en-US" sz="1050" dirty="0">
                <a:solidFill>
                  <a:srgbClr val="5E574C"/>
                </a:solidFill>
                <a:latin typeface="Bookmania" pitchFamily="34" charset="0"/>
                <a:ea typeface="Bookmania" pitchFamily="34" charset="-122"/>
                <a:cs typeface="Bookmania" pitchFamily="34" charset="-120"/>
              </a:rPr>
              <a:t>26</a:t>
            </a:r>
            <a:endParaRPr lang="en-US" sz="1050" dirty="0"/>
          </a:p>
        </p:txBody>
      </p:sp>
      <p:sp>
        <p:nvSpPr>
          <p:cNvPr id="19" name="Text 17"/>
          <p:cNvSpPr txBox="1"/>
          <p:nvPr/>
        </p:nvSpPr>
        <p:spPr>
          <a:xfrm>
            <a:off x="1956816" y="1435608"/>
            <a:ext cx="548640" cy="219456"/>
          </a:xfrm>
          <a:prstGeom prst="rect">
            <a:avLst/>
          </a:prstGeom>
          <a:noFill/>
          <a:ln/>
        </p:spPr>
        <p:txBody>
          <a:bodyPr wrap="square" lIns="0" tIns="0" rIns="0" bIns="0" rtlCol="0" anchor="t"/>
          <a:lstStyle/>
          <a:p>
            <a:pPr indent="0" marL="0">
              <a:buNone/>
            </a:pPr>
            <a:r>
              <a:rPr lang="en-US" sz="1050" dirty="0">
                <a:solidFill>
                  <a:srgbClr val="5E574C"/>
                </a:solidFill>
                <a:latin typeface="Bookmania" pitchFamily="34" charset="0"/>
                <a:ea typeface="Bookmania" pitchFamily="34" charset="-122"/>
                <a:cs typeface="Bookmania" pitchFamily="34" charset="-120"/>
              </a:rPr>
              <a:t>4.4</a:t>
            </a:r>
            <a:endParaRPr lang="en-US" sz="1050" dirty="0"/>
          </a:p>
        </p:txBody>
      </p:sp>
      <p:sp>
        <p:nvSpPr>
          <p:cNvPr id="20" name="Text 18"/>
          <p:cNvSpPr txBox="1"/>
          <p:nvPr/>
        </p:nvSpPr>
        <p:spPr>
          <a:xfrm>
            <a:off x="2615184" y="1435608"/>
            <a:ext cx="2103120" cy="219456"/>
          </a:xfrm>
          <a:prstGeom prst="rect">
            <a:avLst/>
          </a:prstGeom>
          <a:noFill/>
          <a:ln/>
        </p:spPr>
        <p:txBody>
          <a:bodyPr wrap="square" lIns="0" tIns="0" rIns="0" bIns="0" rtlCol="0" anchor="t"/>
          <a:lstStyle/>
          <a:p>
            <a:pPr indent="0" marL="0">
              <a:buNone/>
            </a:pPr>
            <a:r>
              <a:rPr lang="en-US" sz="1050" dirty="0">
                <a:solidFill>
                  <a:srgbClr val="1C1A17"/>
                </a:solidFill>
                <a:latin typeface="Bookmania" pitchFamily="34" charset="0"/>
                <a:ea typeface="Bookmania" pitchFamily="34" charset="-122"/>
                <a:cs typeface="Bookmania" pitchFamily="34" charset="-120"/>
              </a:rPr>
              <a:t>Type Misuse</a:t>
            </a:r>
            <a:endParaRPr lang="en-US" sz="1050" dirty="0"/>
          </a:p>
        </p:txBody>
      </p:sp>
      <p:sp>
        <p:nvSpPr>
          <p:cNvPr id="21" name="Text 19"/>
          <p:cNvSpPr txBox="1"/>
          <p:nvPr/>
        </p:nvSpPr>
        <p:spPr>
          <a:xfrm>
            <a:off x="4608576" y="1435608"/>
            <a:ext cx="457200" cy="219456"/>
          </a:xfrm>
          <a:prstGeom prst="rect">
            <a:avLst/>
          </a:prstGeom>
          <a:noFill/>
          <a:ln/>
        </p:spPr>
        <p:txBody>
          <a:bodyPr wrap="square" lIns="0" tIns="0" rIns="0" bIns="0" rtlCol="0" anchor="t"/>
          <a:lstStyle/>
          <a:p>
            <a:pPr algn="r" indent="0" marL="0">
              <a:buNone/>
            </a:pPr>
            <a:r>
              <a:rPr lang="en-US" sz="1050" dirty="0">
                <a:solidFill>
                  <a:srgbClr val="5E574C"/>
                </a:solidFill>
                <a:latin typeface="Bookmania" pitchFamily="34" charset="0"/>
                <a:ea typeface="Bookmania" pitchFamily="34" charset="-122"/>
                <a:cs typeface="Bookmania" pitchFamily="34" charset="-120"/>
              </a:rPr>
              <a:t>27</a:t>
            </a:r>
            <a:endParaRPr lang="en-US" sz="1050" dirty="0"/>
          </a:p>
        </p:txBody>
      </p:sp>
      <p:sp>
        <p:nvSpPr>
          <p:cNvPr id="22" name="Shape 20"/>
          <p:cNvSpPr/>
          <p:nvPr/>
        </p:nvSpPr>
        <p:spPr>
          <a:xfrm>
            <a:off x="5440680" y="274320"/>
            <a:ext cx="0" cy="6309360"/>
          </a:xfrm>
          <a:prstGeom prst="line">
            <a:avLst/>
          </a:prstGeom>
          <a:noFill/>
          <a:ln w="9525">
            <a:solidFill>
              <a:srgbClr val="BDB4A2"/>
            </a:solidFill>
            <a:prstDash val="solid"/>
          </a:ln>
        </p:spPr>
      </p:sp>
      <p:sp>
        <p:nvSpPr>
          <p:cNvPr id="23" name="Text 21"/>
          <p:cNvSpPr txBox="1"/>
          <p:nvPr/>
        </p:nvSpPr>
        <p:spPr>
          <a:xfrm>
            <a:off x="5943600" y="1417320"/>
            <a:ext cx="5669280" cy="4023360"/>
          </a:xfrm>
          <a:prstGeom prst="rect">
            <a:avLst/>
          </a:prstGeom>
          <a:noFill/>
          <a:ln/>
        </p:spPr>
        <p:txBody>
          <a:bodyPr wrap="square" lIns="0" tIns="0" rIns="0" bIns="0" rtlCol="0" anchor="ctr"/>
          <a:lstStyle/>
          <a:p>
            <a:pPr algn="ctr" indent="0" marL="0">
              <a:buNone/>
            </a:pPr>
            <a:r>
              <a:rPr lang="en-US" sz="19000" dirty="0">
                <a:solidFill>
                  <a:srgbClr val="0F0F10"/>
                </a:solidFill>
                <a:latin typeface="Bookmania" pitchFamily="34" charset="0"/>
                <a:ea typeface="Bookmania" pitchFamily="34" charset="-122"/>
                <a:cs typeface="Bookmania" pitchFamily="34" charset="-120"/>
              </a:rPr>
              <a:t>IV</a:t>
            </a:r>
            <a:endParaRPr lang="en-US" sz="19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F0F10"/>
        </a:solidFill>
      </p:bgPr>
    </p:bg>
    <p:spTree>
      <p:nvGrpSpPr>
        <p:cNvPr id="1" name=""/>
        <p:cNvGrpSpPr/>
        <p:nvPr/>
      </p:nvGrpSpPr>
      <p:grpSpPr>
        <a:xfrm>
          <a:off x="0" y="0"/>
          <a:ext cx="0" cy="0"/>
          <a:chOff x="0" y="0"/>
          <a:chExt cx="0" cy="0"/>
        </a:xfrm>
      </p:grpSpPr>
      <p:sp>
        <p:nvSpPr>
          <p:cNvPr id="2" name="Shape 0"/>
          <p:cNvSpPr/>
          <p:nvPr/>
        </p:nvSpPr>
        <p:spPr>
          <a:xfrm>
            <a:off x="566928" y="274320"/>
            <a:ext cx="0" cy="6309360"/>
          </a:xfrm>
          <a:prstGeom prst="line">
            <a:avLst/>
          </a:prstGeom>
          <a:noFill/>
          <a:ln w="9525">
            <a:solidFill>
              <a:srgbClr val="3A362F"/>
            </a:solidFill>
            <a:prstDash val="solid"/>
          </a:ln>
        </p:spPr>
      </p:sp>
      <p:sp>
        <p:nvSpPr>
          <p:cNvPr id="3" name="Text 1"/>
          <p:cNvSpPr txBox="1"/>
          <p:nvPr/>
        </p:nvSpPr>
        <p:spPr>
          <a:xfrm rot="16200000">
            <a:off x="9144" y="256032"/>
            <a:ext cx="457200" cy="274320"/>
          </a:xfrm>
          <a:prstGeom prst="rect">
            <a:avLst/>
          </a:prstGeom>
          <a:noFill/>
          <a:ln/>
        </p:spPr>
        <p:txBody>
          <a:bodyPr wrap="none" lIns="0" tIns="0" rIns="0" bIns="0" rtlCol="0" anchor="ctr"/>
          <a:lstStyle/>
          <a:p>
            <a:pPr algn="ctr" indent="0" marL="0">
              <a:buNone/>
            </a:pPr>
            <a:r>
              <a:rPr lang="en-US" sz="700" spc="160" kern="0" dirty="0">
                <a:solidFill>
                  <a:srgbClr val="9A9284"/>
                </a:solidFill>
                <a:latin typeface="Manrope" pitchFamily="34" charset="0"/>
                <a:ea typeface="Manrope" pitchFamily="34" charset="-122"/>
                <a:cs typeface="Manrope" pitchFamily="34" charset="-120"/>
              </a:rPr>
              <a:t>024</a:t>
            </a:r>
            <a:endParaRPr lang="en-US" sz="700" dirty="0"/>
          </a:p>
        </p:txBody>
      </p:sp>
      <p:sp>
        <p:nvSpPr>
          <p:cNvPr id="4" name="Text 2"/>
          <p:cNvSpPr txBox="1"/>
          <p:nvPr/>
        </p:nvSpPr>
        <p:spPr>
          <a:xfrm rot="16200000">
            <a:off x="-950976" y="5257800"/>
            <a:ext cx="2377440" cy="274320"/>
          </a:xfrm>
          <a:prstGeom prst="rect">
            <a:avLst/>
          </a:prstGeom>
          <a:noFill/>
          <a:ln/>
        </p:spPr>
        <p:txBody>
          <a:bodyPr wrap="none" lIns="0" tIns="0" rIns="0" bIns="0" rtlCol="0" anchor="ctr"/>
          <a:lstStyle/>
          <a:p>
            <a:pPr algn="l" indent="0" marL="0">
              <a:buNone/>
            </a:pPr>
            <a:r>
              <a:rPr lang="en-US" sz="700" spc="160" kern="0" dirty="0">
                <a:solidFill>
                  <a:srgbClr val="9A9284"/>
                </a:solidFill>
                <a:latin typeface="Manrope" pitchFamily="34" charset="0"/>
                <a:ea typeface="Manrope" pitchFamily="34" charset="-122"/>
                <a:cs typeface="Manrope" pitchFamily="34" charset="-120"/>
              </a:rPr>
              <a:t>THE IDENTITY BOOK</a:t>
            </a:r>
            <a:endParaRPr lang="en-US" sz="700" dirty="0"/>
          </a:p>
        </p:txBody>
      </p:sp>
      <p:sp>
        <p:nvSpPr>
          <p:cNvPr id="5" name="Shape 3"/>
          <p:cNvSpPr/>
          <p:nvPr/>
        </p:nvSpPr>
        <p:spPr>
          <a:xfrm>
            <a:off x="3474720" y="274320"/>
            <a:ext cx="0" cy="6309360"/>
          </a:xfrm>
          <a:prstGeom prst="line">
            <a:avLst/>
          </a:prstGeom>
          <a:noFill/>
          <a:ln w="9525">
            <a:solidFill>
              <a:srgbClr val="3A362F"/>
            </a:solidFill>
            <a:prstDash val="solid"/>
          </a:ln>
        </p:spPr>
      </p:sp>
      <p:sp>
        <p:nvSpPr>
          <p:cNvPr id="6" name="Text 4"/>
          <p:cNvSpPr txBox="1"/>
          <p:nvPr/>
        </p:nvSpPr>
        <p:spPr>
          <a:xfrm>
            <a:off x="749808" y="292608"/>
            <a:ext cx="2619756" cy="201168"/>
          </a:xfrm>
          <a:prstGeom prst="rect">
            <a:avLst/>
          </a:prstGeom>
          <a:noFill/>
          <a:ln/>
        </p:spPr>
        <p:txBody>
          <a:bodyPr wrap="square" lIns="0" tIns="0" rIns="0" bIns="0" rtlCol="0" anchor="t"/>
          <a:lstStyle/>
          <a:p>
            <a:pPr indent="0" marL="0">
              <a:buNone/>
            </a:pPr>
            <a:r>
              <a:rPr lang="en-US" sz="900" b="1" spc="180" kern="0" dirty="0">
                <a:solidFill>
                  <a:srgbClr val="EAE0C8"/>
                </a:solidFill>
                <a:latin typeface="Manrope" pitchFamily="34" charset="0"/>
                <a:ea typeface="Manrope" pitchFamily="34" charset="-122"/>
                <a:cs typeface="Manrope" pitchFamily="34" charset="-120"/>
              </a:rPr>
              <a:t>4.1  PRIMARY TYPEFACE</a:t>
            </a:r>
            <a:endParaRPr lang="en-US" sz="900" dirty="0"/>
          </a:p>
        </p:txBody>
      </p:sp>
      <p:sp>
        <p:nvSpPr>
          <p:cNvPr id="7" name="Text 5"/>
          <p:cNvSpPr txBox="1"/>
          <p:nvPr/>
        </p:nvSpPr>
        <p:spPr>
          <a:xfrm>
            <a:off x="749808" y="694944"/>
            <a:ext cx="2619756" cy="3840480"/>
          </a:xfrm>
          <a:prstGeom prst="rect">
            <a:avLst/>
          </a:prstGeom>
          <a:noFill/>
          <a:ln/>
        </p:spPr>
        <p:txBody>
          <a:bodyPr wrap="square" lIns="0" tIns="0" rIns="0" bIns="0" rtlCol="0" anchor="t"/>
          <a:lstStyle/>
          <a:p>
            <a:pPr indent="0" marL="0">
              <a:lnSpc>
                <a:spcPct val="142000"/>
              </a:lnSpc>
              <a:buNone/>
            </a:pPr>
            <a:r>
              <a:rPr lang="en-US" sz="1150" dirty="0">
                <a:solidFill>
                  <a:srgbClr val="C9BC9C"/>
                </a:solidFill>
                <a:latin typeface="Bookmania" pitchFamily="34" charset="0"/>
                <a:ea typeface="Bookmania" pitchFamily="34" charset="-122"/>
                <a:cs typeface="Bookmania" pitchFamily="34" charset="-120"/>
              </a:rPr>
              <a:t>A friendly serif is the warmest thing on a page, so it leads. Sentence case, up to weight 500 on a headline.</a:t>
            </a:r>
            <a:endParaRPr lang="en-US" sz="1150" dirty="0"/>
          </a:p>
          <a:p>
            <a:pPr indent="0" marL="0">
              <a:lnSpc>
                <a:spcPct val="142000"/>
              </a:lnSpc>
              <a:buNone/>
            </a:pPr>
            <a:endParaRPr lang="en-US" sz="1150" dirty="0"/>
          </a:p>
          <a:p>
            <a:pPr indent="0" marL="0">
              <a:lnSpc>
                <a:spcPct val="142000"/>
              </a:lnSpc>
              <a:buNone/>
            </a:pPr>
            <a:r>
              <a:rPr lang="en-US" sz="1150" dirty="0">
                <a:solidFill>
                  <a:srgbClr val="C9BC9C"/>
                </a:solidFill>
                <a:latin typeface="Bookmania" pitchFamily="34" charset="0"/>
                <a:ea typeface="Bookmania" pitchFamily="34" charset="-122"/>
                <a:cs typeface="Bookmania" pitchFamily="34" charset="-120"/>
              </a:rPr>
              <a:t>PP Editorial New is the licensed face; Bookmania — the studio's own serif from 2025 — stands in until the licence lands.</a:t>
            </a:r>
            <a:endParaRPr lang="en-US" sz="1150" dirty="0"/>
          </a:p>
        </p:txBody>
      </p:sp>
      <p:sp>
        <p:nvSpPr>
          <p:cNvPr id="8" name="Text 6"/>
          <p:cNvSpPr txBox="1"/>
          <p:nvPr/>
        </p:nvSpPr>
        <p:spPr>
          <a:xfrm>
            <a:off x="749808" y="5166360"/>
            <a:ext cx="2619756" cy="1417320"/>
          </a:xfrm>
          <a:prstGeom prst="rect">
            <a:avLst/>
          </a:prstGeom>
          <a:noFill/>
          <a:ln/>
        </p:spPr>
        <p:txBody>
          <a:bodyPr wrap="square" lIns="0" tIns="0" rIns="0" bIns="0" rtlCol="0" anchor="t"/>
          <a:lstStyle/>
          <a:p>
            <a:pPr indent="0" marL="0">
              <a:lnSpc>
                <a:spcPct val="140000"/>
              </a:lnSpc>
              <a:buNone/>
            </a:pPr>
            <a:r>
              <a:rPr lang="en-US" sz="950" dirty="0">
                <a:solidFill>
                  <a:srgbClr val="9A9284"/>
                </a:solidFill>
                <a:latin typeface="Manrope" pitchFamily="34" charset="0"/>
                <a:ea typeface="Manrope" pitchFamily="34" charset="-122"/>
                <a:cs typeface="Manrope" pitchFamily="34" charset="-120"/>
              </a:rPr>
              <a:t>Set display in sentence case. Italic is for editorial emphasis, never a default.</a:t>
            </a:r>
            <a:endParaRPr lang="en-US" sz="950" dirty="0"/>
          </a:p>
        </p:txBody>
      </p:sp>
      <p:sp>
        <p:nvSpPr>
          <p:cNvPr id="9" name="Text 7"/>
          <p:cNvSpPr txBox="1"/>
          <p:nvPr/>
        </p:nvSpPr>
        <p:spPr>
          <a:xfrm>
            <a:off x="3611880" y="292608"/>
            <a:ext cx="8110728" cy="201168"/>
          </a:xfrm>
          <a:prstGeom prst="rect">
            <a:avLst/>
          </a:prstGeom>
          <a:noFill/>
          <a:ln/>
        </p:spPr>
        <p:txBody>
          <a:bodyPr wrap="square" lIns="0" tIns="0" rIns="0" bIns="0" rtlCol="0" anchor="t"/>
          <a:lstStyle/>
          <a:p>
            <a:pPr indent="0" marL="0">
              <a:buNone/>
            </a:pPr>
            <a:r>
              <a:rPr lang="en-US" sz="700" b="1" spc="180" kern="0" dirty="0">
                <a:solidFill>
                  <a:srgbClr val="9A9284"/>
                </a:solidFill>
                <a:latin typeface="Manrope" pitchFamily="34" charset="0"/>
                <a:ea typeface="Manrope" pitchFamily="34" charset="-122"/>
                <a:cs typeface="Manrope" pitchFamily="34" charset="-120"/>
              </a:rPr>
              <a:t>BOOKMANIA  ·  INTERIM FOR PP EDITORIAL NEW</a:t>
            </a:r>
            <a:endParaRPr lang="en-US" sz="700" dirty="0"/>
          </a:p>
        </p:txBody>
      </p:sp>
      <p:sp>
        <p:nvSpPr>
          <p:cNvPr id="10" name="Shape 8"/>
          <p:cNvSpPr/>
          <p:nvPr/>
        </p:nvSpPr>
        <p:spPr>
          <a:xfrm>
            <a:off x="3611880" y="731520"/>
            <a:ext cx="8110728" cy="0"/>
          </a:xfrm>
          <a:prstGeom prst="line">
            <a:avLst/>
          </a:prstGeom>
          <a:noFill/>
          <a:ln w="9525">
            <a:solidFill>
              <a:srgbClr val="3A362F"/>
            </a:solidFill>
            <a:prstDash val="solid"/>
          </a:ln>
        </p:spPr>
      </p:sp>
      <p:sp>
        <p:nvSpPr>
          <p:cNvPr id="11" name="Text 9"/>
          <p:cNvSpPr txBox="1"/>
          <p:nvPr/>
        </p:nvSpPr>
        <p:spPr>
          <a:xfrm>
            <a:off x="3611880" y="914400"/>
            <a:ext cx="1280160" cy="201168"/>
          </a:xfrm>
          <a:prstGeom prst="rect">
            <a:avLst/>
          </a:prstGeom>
          <a:noFill/>
          <a:ln/>
        </p:spPr>
        <p:txBody>
          <a:bodyPr wrap="square" lIns="0" tIns="0" rIns="0" bIns="0" rtlCol="0" anchor="t"/>
          <a:lstStyle/>
          <a:p>
            <a:pPr indent="0" marL="0">
              <a:buNone/>
            </a:pPr>
            <a:r>
              <a:rPr lang="en-US" sz="700" spc="180" kern="0" dirty="0">
                <a:solidFill>
                  <a:srgbClr val="7A7264"/>
                </a:solidFill>
                <a:latin typeface="Manrope" pitchFamily="34" charset="0"/>
                <a:ea typeface="Manrope" pitchFamily="34" charset="-122"/>
                <a:cs typeface="Manrope" pitchFamily="34" charset="-120"/>
              </a:rPr>
              <a:t>REGULAR</a:t>
            </a:r>
            <a:endParaRPr lang="en-US" sz="700" dirty="0"/>
          </a:p>
        </p:txBody>
      </p:sp>
      <p:sp>
        <p:nvSpPr>
          <p:cNvPr id="12" name="Text 10"/>
          <p:cNvSpPr txBox="1"/>
          <p:nvPr/>
        </p:nvSpPr>
        <p:spPr>
          <a:xfrm>
            <a:off x="5074920" y="786384"/>
            <a:ext cx="6647688" cy="877824"/>
          </a:xfrm>
          <a:prstGeom prst="rect">
            <a:avLst/>
          </a:prstGeom>
          <a:noFill/>
          <a:ln/>
        </p:spPr>
        <p:txBody>
          <a:bodyPr wrap="square" lIns="0" tIns="0" rIns="0" bIns="0" rtlCol="0" anchor="ctr"/>
          <a:lstStyle/>
          <a:p>
            <a:pPr indent="0" marL="0">
              <a:buNone/>
            </a:pPr>
            <a:r>
              <a:rPr lang="en-US" sz="3000" dirty="0">
                <a:solidFill>
                  <a:srgbClr val="EAE0C8"/>
                </a:solidFill>
                <a:latin typeface="Bookmania" pitchFamily="34" charset="0"/>
                <a:ea typeface="Bookmania" pitchFamily="34" charset="-122"/>
                <a:cs typeface="Bookmania" pitchFamily="34" charset="-120"/>
              </a:rPr>
              <a:t>Connecting passion to possibility</a:t>
            </a:r>
            <a:endParaRPr lang="en-US" sz="3000" dirty="0"/>
          </a:p>
        </p:txBody>
      </p:sp>
      <p:sp>
        <p:nvSpPr>
          <p:cNvPr id="13" name="Shape 11"/>
          <p:cNvSpPr/>
          <p:nvPr/>
        </p:nvSpPr>
        <p:spPr>
          <a:xfrm>
            <a:off x="3611880" y="1792224"/>
            <a:ext cx="8110728" cy="0"/>
          </a:xfrm>
          <a:prstGeom prst="line">
            <a:avLst/>
          </a:prstGeom>
          <a:noFill/>
          <a:ln w="9525">
            <a:solidFill>
              <a:srgbClr val="3A362F"/>
            </a:solidFill>
            <a:prstDash val="solid"/>
          </a:ln>
        </p:spPr>
      </p:sp>
      <p:sp>
        <p:nvSpPr>
          <p:cNvPr id="14" name="Text 12"/>
          <p:cNvSpPr txBox="1"/>
          <p:nvPr/>
        </p:nvSpPr>
        <p:spPr>
          <a:xfrm>
            <a:off x="3611880" y="1975104"/>
            <a:ext cx="1280160" cy="201168"/>
          </a:xfrm>
          <a:prstGeom prst="rect">
            <a:avLst/>
          </a:prstGeom>
          <a:noFill/>
          <a:ln/>
        </p:spPr>
        <p:txBody>
          <a:bodyPr wrap="square" lIns="0" tIns="0" rIns="0" bIns="0" rtlCol="0" anchor="t"/>
          <a:lstStyle/>
          <a:p>
            <a:pPr indent="0" marL="0">
              <a:buNone/>
            </a:pPr>
            <a:r>
              <a:rPr lang="en-US" sz="700" spc="180" kern="0" dirty="0">
                <a:solidFill>
                  <a:srgbClr val="7A7264"/>
                </a:solidFill>
                <a:latin typeface="Manrope" pitchFamily="34" charset="0"/>
                <a:ea typeface="Manrope" pitchFamily="34" charset="-122"/>
                <a:cs typeface="Manrope" pitchFamily="34" charset="-120"/>
              </a:rPr>
              <a:t>ITALIC</a:t>
            </a:r>
            <a:endParaRPr lang="en-US" sz="700" dirty="0"/>
          </a:p>
        </p:txBody>
      </p:sp>
      <p:sp>
        <p:nvSpPr>
          <p:cNvPr id="15" name="Text 13"/>
          <p:cNvSpPr txBox="1"/>
          <p:nvPr/>
        </p:nvSpPr>
        <p:spPr>
          <a:xfrm>
            <a:off x="5074920" y="1847088"/>
            <a:ext cx="6647688" cy="877824"/>
          </a:xfrm>
          <a:prstGeom prst="rect">
            <a:avLst/>
          </a:prstGeom>
          <a:noFill/>
          <a:ln/>
        </p:spPr>
        <p:txBody>
          <a:bodyPr wrap="square" lIns="0" tIns="0" rIns="0" bIns="0" rtlCol="0" anchor="ctr"/>
          <a:lstStyle/>
          <a:p>
            <a:pPr indent="0" marL="0">
              <a:buNone/>
            </a:pPr>
            <a:r>
              <a:rPr lang="en-US" sz="3000" i="1" dirty="0">
                <a:solidFill>
                  <a:srgbClr val="EAE0C8"/>
                </a:solidFill>
                <a:latin typeface="Bookmania" pitchFamily="34" charset="0"/>
                <a:ea typeface="Bookmania" pitchFamily="34" charset="-122"/>
                <a:cs typeface="Bookmania" pitchFamily="34" charset="-120"/>
              </a:rPr>
              <a:t>The city comes to your door</a:t>
            </a:r>
            <a:endParaRPr lang="en-US" sz="3000" dirty="0"/>
          </a:p>
        </p:txBody>
      </p:sp>
      <p:sp>
        <p:nvSpPr>
          <p:cNvPr id="16" name="Shape 14"/>
          <p:cNvSpPr/>
          <p:nvPr/>
        </p:nvSpPr>
        <p:spPr>
          <a:xfrm>
            <a:off x="3611880" y="2852928"/>
            <a:ext cx="8110728" cy="0"/>
          </a:xfrm>
          <a:prstGeom prst="line">
            <a:avLst/>
          </a:prstGeom>
          <a:noFill/>
          <a:ln w="9525">
            <a:solidFill>
              <a:srgbClr val="3A362F"/>
            </a:solidFill>
            <a:prstDash val="solid"/>
          </a:ln>
        </p:spPr>
      </p:sp>
      <p:sp>
        <p:nvSpPr>
          <p:cNvPr id="17" name="Text 15"/>
          <p:cNvSpPr txBox="1"/>
          <p:nvPr/>
        </p:nvSpPr>
        <p:spPr>
          <a:xfrm>
            <a:off x="3611880" y="3035808"/>
            <a:ext cx="1280160" cy="201168"/>
          </a:xfrm>
          <a:prstGeom prst="rect">
            <a:avLst/>
          </a:prstGeom>
          <a:noFill/>
          <a:ln/>
        </p:spPr>
        <p:txBody>
          <a:bodyPr wrap="square" lIns="0" tIns="0" rIns="0" bIns="0" rtlCol="0" anchor="t"/>
          <a:lstStyle/>
          <a:p>
            <a:pPr indent="0" marL="0">
              <a:buNone/>
            </a:pPr>
            <a:r>
              <a:rPr lang="en-US" sz="700" spc="180" kern="0" dirty="0">
                <a:solidFill>
                  <a:srgbClr val="7A7264"/>
                </a:solidFill>
                <a:latin typeface="Manrope" pitchFamily="34" charset="0"/>
                <a:ea typeface="Manrope" pitchFamily="34" charset="-122"/>
                <a:cs typeface="Manrope" pitchFamily="34" charset="-120"/>
              </a:rPr>
              <a:t>SEMIBOLD</a:t>
            </a:r>
            <a:endParaRPr lang="en-US" sz="700" dirty="0"/>
          </a:p>
        </p:txBody>
      </p:sp>
      <p:sp>
        <p:nvSpPr>
          <p:cNvPr id="18" name="Text 16"/>
          <p:cNvSpPr txBox="1"/>
          <p:nvPr/>
        </p:nvSpPr>
        <p:spPr>
          <a:xfrm>
            <a:off x="5074920" y="2907792"/>
            <a:ext cx="6647688" cy="877824"/>
          </a:xfrm>
          <a:prstGeom prst="rect">
            <a:avLst/>
          </a:prstGeom>
          <a:noFill/>
          <a:ln/>
        </p:spPr>
        <p:txBody>
          <a:bodyPr wrap="square" lIns="0" tIns="0" rIns="0" bIns="0" rtlCol="0" anchor="ctr"/>
          <a:lstStyle/>
          <a:p>
            <a:pPr indent="0" marL="0">
              <a:buNone/>
            </a:pPr>
            <a:r>
              <a:rPr lang="en-US" sz="3000" dirty="0">
                <a:solidFill>
                  <a:srgbClr val="EAE0C8"/>
                </a:solidFill>
                <a:latin typeface="Bookmania" pitchFamily="34" charset="0"/>
                <a:ea typeface="Bookmania" pitchFamily="34" charset="-122"/>
                <a:cs typeface="Bookmania" pitchFamily="34" charset="-120"/>
              </a:rPr>
              <a:t>Never lose another job</a:t>
            </a:r>
            <a:endParaRPr lang="en-US" sz="3000" dirty="0"/>
          </a:p>
        </p:txBody>
      </p:sp>
      <p:sp>
        <p:nvSpPr>
          <p:cNvPr id="19" name="Shape 17"/>
          <p:cNvSpPr/>
          <p:nvPr/>
        </p:nvSpPr>
        <p:spPr>
          <a:xfrm>
            <a:off x="3611880" y="3913632"/>
            <a:ext cx="8110728" cy="0"/>
          </a:xfrm>
          <a:prstGeom prst="line">
            <a:avLst/>
          </a:prstGeom>
          <a:noFill/>
          <a:ln w="9525">
            <a:solidFill>
              <a:srgbClr val="3A362F"/>
            </a:solidFill>
            <a:prstDash val="solid"/>
          </a:ln>
        </p:spPr>
      </p:sp>
      <p:sp>
        <p:nvSpPr>
          <p:cNvPr id="20" name="Text 18"/>
          <p:cNvSpPr txBox="1"/>
          <p:nvPr/>
        </p:nvSpPr>
        <p:spPr>
          <a:xfrm>
            <a:off x="3611880" y="4096512"/>
            <a:ext cx="1280160" cy="201168"/>
          </a:xfrm>
          <a:prstGeom prst="rect">
            <a:avLst/>
          </a:prstGeom>
          <a:noFill/>
          <a:ln/>
        </p:spPr>
        <p:txBody>
          <a:bodyPr wrap="square" lIns="0" tIns="0" rIns="0" bIns="0" rtlCol="0" anchor="t"/>
          <a:lstStyle/>
          <a:p>
            <a:pPr indent="0" marL="0">
              <a:buNone/>
            </a:pPr>
            <a:r>
              <a:rPr lang="en-US" sz="700" spc="180" kern="0" dirty="0">
                <a:solidFill>
                  <a:srgbClr val="7A7264"/>
                </a:solidFill>
                <a:latin typeface="Manrope" pitchFamily="34" charset="0"/>
                <a:ea typeface="Manrope" pitchFamily="34" charset="-122"/>
                <a:cs typeface="Manrope" pitchFamily="34" charset="-120"/>
              </a:rPr>
              <a:t>BOLD</a:t>
            </a:r>
            <a:endParaRPr lang="en-US" sz="700" dirty="0"/>
          </a:p>
        </p:txBody>
      </p:sp>
      <p:sp>
        <p:nvSpPr>
          <p:cNvPr id="21" name="Text 19"/>
          <p:cNvSpPr txBox="1"/>
          <p:nvPr/>
        </p:nvSpPr>
        <p:spPr>
          <a:xfrm>
            <a:off x="5074920" y="3968496"/>
            <a:ext cx="6647688" cy="877824"/>
          </a:xfrm>
          <a:prstGeom prst="rect">
            <a:avLst/>
          </a:prstGeom>
          <a:noFill/>
          <a:ln/>
        </p:spPr>
        <p:txBody>
          <a:bodyPr wrap="square" lIns="0" tIns="0" rIns="0" bIns="0" rtlCol="0" anchor="ctr"/>
          <a:lstStyle/>
          <a:p>
            <a:pPr indent="0" marL="0">
              <a:buNone/>
            </a:pPr>
            <a:r>
              <a:rPr lang="en-US" sz="3000" b="1" dirty="0">
                <a:solidFill>
                  <a:srgbClr val="EAE0C8"/>
                </a:solidFill>
                <a:latin typeface="Bookmania" pitchFamily="34" charset="0"/>
                <a:ea typeface="Bookmania" pitchFamily="34" charset="-122"/>
                <a:cs typeface="Bookmania" pitchFamily="34" charset="-120"/>
              </a:rPr>
              <a:t>Five Points Digital Studio</a:t>
            </a:r>
            <a:endParaRPr lang="en-US" sz="3000" dirty="0"/>
          </a:p>
        </p:txBody>
      </p:sp>
      <p:sp>
        <p:nvSpPr>
          <p:cNvPr id="22" name="Text 20"/>
          <p:cNvSpPr txBox="1"/>
          <p:nvPr/>
        </p:nvSpPr>
        <p:spPr>
          <a:xfrm>
            <a:off x="3611880" y="5029200"/>
            <a:ext cx="8110728" cy="457200"/>
          </a:xfrm>
          <a:prstGeom prst="rect">
            <a:avLst/>
          </a:prstGeom>
          <a:noFill/>
          <a:ln/>
        </p:spPr>
        <p:txBody>
          <a:bodyPr wrap="square" lIns="0" tIns="0" rIns="0" bIns="0" rtlCol="0" anchor="t"/>
          <a:lstStyle/>
          <a:p>
            <a:pPr indent="0" marL="0">
              <a:buNone/>
            </a:pPr>
            <a:r>
              <a:rPr lang="en-US" sz="1500" dirty="0">
                <a:solidFill>
                  <a:srgbClr val="9A9284"/>
                </a:solidFill>
                <a:latin typeface="Bookmania" pitchFamily="34" charset="0"/>
                <a:ea typeface="Bookmania" pitchFamily="34" charset="-122"/>
                <a:cs typeface="Bookmania" pitchFamily="34" charset="-120"/>
              </a:rPr>
              <a:t>AaBbCcDdEeFfGgHhIiJjKkLlMmNnOoPpQqRrSsTtUuVvWwXxYyZz  1234567890</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566928" y="274320"/>
            <a:ext cx="0" cy="6309360"/>
          </a:xfrm>
          <a:prstGeom prst="line">
            <a:avLst/>
          </a:prstGeom>
          <a:noFill/>
          <a:ln w="9525">
            <a:solidFill>
              <a:srgbClr val="BDB4A2"/>
            </a:solidFill>
            <a:prstDash val="solid"/>
          </a:ln>
        </p:spPr>
      </p:sp>
      <p:sp>
        <p:nvSpPr>
          <p:cNvPr id="3" name="Text 1"/>
          <p:cNvSpPr txBox="1"/>
          <p:nvPr/>
        </p:nvSpPr>
        <p:spPr>
          <a:xfrm rot="16200000">
            <a:off x="9144" y="256032"/>
            <a:ext cx="457200" cy="274320"/>
          </a:xfrm>
          <a:prstGeom prst="rect">
            <a:avLst/>
          </a:prstGeom>
          <a:noFill/>
          <a:ln/>
        </p:spPr>
        <p:txBody>
          <a:bodyPr wrap="none" lIns="0" tIns="0" rIns="0" bIns="0" rtlCol="0" anchor="ctr"/>
          <a:lstStyle/>
          <a:p>
            <a:pPr algn="ctr" indent="0" marL="0">
              <a:buNone/>
            </a:pPr>
            <a:r>
              <a:rPr lang="en-US" sz="700" spc="160" kern="0" dirty="0">
                <a:solidFill>
                  <a:srgbClr val="7A7264"/>
                </a:solidFill>
                <a:latin typeface="Manrope" pitchFamily="34" charset="0"/>
                <a:ea typeface="Manrope" pitchFamily="34" charset="-122"/>
                <a:cs typeface="Manrope" pitchFamily="34" charset="-120"/>
              </a:rPr>
              <a:t>025</a:t>
            </a:r>
            <a:endParaRPr lang="en-US" sz="700" dirty="0"/>
          </a:p>
        </p:txBody>
      </p:sp>
      <p:sp>
        <p:nvSpPr>
          <p:cNvPr id="4" name="Text 2"/>
          <p:cNvSpPr txBox="1"/>
          <p:nvPr/>
        </p:nvSpPr>
        <p:spPr>
          <a:xfrm rot="16200000">
            <a:off x="-950976" y="5257800"/>
            <a:ext cx="2377440" cy="274320"/>
          </a:xfrm>
          <a:prstGeom prst="rect">
            <a:avLst/>
          </a:prstGeom>
          <a:noFill/>
          <a:ln/>
        </p:spPr>
        <p:txBody>
          <a:bodyPr wrap="none" lIns="0" tIns="0" rIns="0" bIns="0" rtlCol="0" anchor="ctr"/>
          <a:lstStyle/>
          <a:p>
            <a:pPr algn="l" indent="0" marL="0">
              <a:buNone/>
            </a:pPr>
            <a:r>
              <a:rPr lang="en-US" sz="700" spc="160" kern="0" dirty="0">
                <a:solidFill>
                  <a:srgbClr val="7A7264"/>
                </a:solidFill>
                <a:latin typeface="Manrope" pitchFamily="34" charset="0"/>
                <a:ea typeface="Manrope" pitchFamily="34" charset="-122"/>
                <a:cs typeface="Manrope" pitchFamily="34" charset="-120"/>
              </a:rPr>
              <a:t>THE IDENTITY BOOK</a:t>
            </a:r>
            <a:endParaRPr lang="en-US" sz="700" dirty="0"/>
          </a:p>
        </p:txBody>
      </p:sp>
      <p:sp>
        <p:nvSpPr>
          <p:cNvPr id="5" name="Shape 3"/>
          <p:cNvSpPr/>
          <p:nvPr/>
        </p:nvSpPr>
        <p:spPr>
          <a:xfrm>
            <a:off x="3474720" y="274320"/>
            <a:ext cx="0" cy="6309360"/>
          </a:xfrm>
          <a:prstGeom prst="line">
            <a:avLst/>
          </a:prstGeom>
          <a:noFill/>
          <a:ln w="9525">
            <a:solidFill>
              <a:srgbClr val="BDB4A2"/>
            </a:solidFill>
            <a:prstDash val="solid"/>
          </a:ln>
        </p:spPr>
      </p:sp>
      <p:sp>
        <p:nvSpPr>
          <p:cNvPr id="6" name="Text 4"/>
          <p:cNvSpPr txBox="1"/>
          <p:nvPr/>
        </p:nvSpPr>
        <p:spPr>
          <a:xfrm>
            <a:off x="749808" y="292608"/>
            <a:ext cx="2619756" cy="201168"/>
          </a:xfrm>
          <a:prstGeom prst="rect">
            <a:avLst/>
          </a:prstGeom>
          <a:noFill/>
          <a:ln/>
        </p:spPr>
        <p:txBody>
          <a:bodyPr wrap="square" lIns="0" tIns="0" rIns="0" bIns="0" rtlCol="0" anchor="t"/>
          <a:lstStyle/>
          <a:p>
            <a:pPr indent="0" marL="0">
              <a:buNone/>
            </a:pPr>
            <a:r>
              <a:rPr lang="en-US" sz="900" b="1" spc="180" kern="0" dirty="0">
                <a:solidFill>
                  <a:srgbClr val="0F0F10"/>
                </a:solidFill>
                <a:latin typeface="Manrope" pitchFamily="34" charset="0"/>
                <a:ea typeface="Manrope" pitchFamily="34" charset="-122"/>
                <a:cs typeface="Manrope" pitchFamily="34" charset="-120"/>
              </a:rPr>
              <a:t>4.2  SECONDARY TYPEFACE</a:t>
            </a:r>
            <a:endParaRPr lang="en-US" sz="900" dirty="0"/>
          </a:p>
        </p:txBody>
      </p:sp>
      <p:sp>
        <p:nvSpPr>
          <p:cNvPr id="7" name="Text 5"/>
          <p:cNvSpPr txBox="1"/>
          <p:nvPr/>
        </p:nvSpPr>
        <p:spPr>
          <a:xfrm>
            <a:off x="749808" y="694944"/>
            <a:ext cx="2619756" cy="3840480"/>
          </a:xfrm>
          <a:prstGeom prst="rect">
            <a:avLst/>
          </a:prstGeom>
          <a:noFill/>
          <a:ln/>
        </p:spPr>
        <p:txBody>
          <a:bodyPr wrap="square" lIns="0" tIns="0" rIns="0" bIns="0" rtlCol="0" anchor="t"/>
          <a:lstStyle/>
          <a:p>
            <a:pPr indent="0" marL="0">
              <a:lnSpc>
                <a:spcPct val="142000"/>
              </a:lnSpc>
              <a:buNone/>
            </a:pPr>
            <a:r>
              <a:rPr lang="en-US" sz="1150" dirty="0">
                <a:solidFill>
                  <a:srgbClr val="1C1A17"/>
                </a:solidFill>
                <a:latin typeface="Bookmania" pitchFamily="34" charset="0"/>
                <a:ea typeface="Bookmania" pitchFamily="34" charset="-122"/>
                <a:cs typeface="Bookmania" pitchFamily="34" charset="-120"/>
              </a:rPr>
              <a:t>The grotesque does the working text — body copy, labels, tables and every number. It never carries a display line.</a:t>
            </a:r>
            <a:endParaRPr lang="en-US" sz="1150" dirty="0"/>
          </a:p>
          <a:p>
            <a:pPr indent="0" marL="0">
              <a:lnSpc>
                <a:spcPct val="142000"/>
              </a:lnSpc>
              <a:buNone/>
            </a:pPr>
            <a:endParaRPr lang="en-US" sz="1150" dirty="0"/>
          </a:p>
          <a:p>
            <a:pPr indent="0" marL="0">
              <a:lnSpc>
                <a:spcPct val="142000"/>
              </a:lnSpc>
              <a:buNone/>
            </a:pPr>
            <a:r>
              <a:rPr lang="en-US" sz="1150" dirty="0">
                <a:solidFill>
                  <a:srgbClr val="1C1A17"/>
                </a:solidFill>
                <a:latin typeface="Bookmania" pitchFamily="34" charset="0"/>
                <a:ea typeface="Bookmania" pitchFamily="34" charset="-122"/>
                <a:cs typeface="Bookmania" pitchFamily="34" charset="-120"/>
              </a:rPr>
              <a:t>PP Neue Montreal is the licensed face; Manrope stands in until the licence lands.</a:t>
            </a:r>
            <a:endParaRPr lang="en-US" sz="1150" dirty="0"/>
          </a:p>
        </p:txBody>
      </p:sp>
      <p:sp>
        <p:nvSpPr>
          <p:cNvPr id="8" name="Text 6"/>
          <p:cNvSpPr txBox="1"/>
          <p:nvPr/>
        </p:nvSpPr>
        <p:spPr>
          <a:xfrm>
            <a:off x="749808" y="5166360"/>
            <a:ext cx="2619756" cy="1417320"/>
          </a:xfrm>
          <a:prstGeom prst="rect">
            <a:avLst/>
          </a:prstGeom>
          <a:noFill/>
          <a:ln/>
        </p:spPr>
        <p:txBody>
          <a:bodyPr wrap="square" lIns="0" tIns="0" rIns="0" bIns="0" rtlCol="0" anchor="t"/>
          <a:lstStyle/>
          <a:p>
            <a:pPr indent="0" marL="0">
              <a:lnSpc>
                <a:spcPct val="140000"/>
              </a:lnSpc>
              <a:buNone/>
            </a:pPr>
            <a:r>
              <a:rPr lang="en-US" sz="950" dirty="0">
                <a:solidFill>
                  <a:srgbClr val="5E574C"/>
                </a:solidFill>
                <a:latin typeface="Manrope" pitchFamily="34" charset="0"/>
                <a:ea typeface="Manrope" pitchFamily="34" charset="-122"/>
                <a:cs typeface="Manrope" pitchFamily="34" charset="-120"/>
              </a:rPr>
              <a:t>The letterspaced capital is the house label: nine point, semibold, tracked at 1.8.</a:t>
            </a:r>
            <a:endParaRPr lang="en-US" sz="950" dirty="0"/>
          </a:p>
        </p:txBody>
      </p:sp>
      <p:sp>
        <p:nvSpPr>
          <p:cNvPr id="9" name="Text 7"/>
          <p:cNvSpPr txBox="1"/>
          <p:nvPr/>
        </p:nvSpPr>
        <p:spPr>
          <a:xfrm>
            <a:off x="3611880" y="292608"/>
            <a:ext cx="8110728" cy="201168"/>
          </a:xfrm>
          <a:prstGeom prst="rect">
            <a:avLst/>
          </a:prstGeom>
          <a:noFill/>
          <a:ln/>
        </p:spPr>
        <p:txBody>
          <a:bodyPr wrap="square" lIns="0" tIns="0" rIns="0" bIns="0" rtlCol="0" anchor="t"/>
          <a:lstStyle/>
          <a:p>
            <a:pPr indent="0" marL="0">
              <a:buNone/>
            </a:pPr>
            <a:r>
              <a:rPr lang="en-US" sz="700" b="1" spc="180" kern="0" dirty="0">
                <a:solidFill>
                  <a:srgbClr val="7A7264"/>
                </a:solidFill>
                <a:latin typeface="Manrope" pitchFamily="34" charset="0"/>
                <a:ea typeface="Manrope" pitchFamily="34" charset="-122"/>
                <a:cs typeface="Manrope" pitchFamily="34" charset="-120"/>
              </a:rPr>
              <a:t>MANROPE  ·  INTERIM FOR PP NEUE MONTREAL</a:t>
            </a:r>
            <a:endParaRPr lang="en-US" sz="700" dirty="0"/>
          </a:p>
        </p:txBody>
      </p:sp>
      <p:sp>
        <p:nvSpPr>
          <p:cNvPr id="10" name="Shape 8"/>
          <p:cNvSpPr/>
          <p:nvPr/>
        </p:nvSpPr>
        <p:spPr>
          <a:xfrm>
            <a:off x="3611880" y="731520"/>
            <a:ext cx="8110728" cy="0"/>
          </a:xfrm>
          <a:prstGeom prst="line">
            <a:avLst/>
          </a:prstGeom>
          <a:noFill/>
          <a:ln w="9525">
            <a:solidFill>
              <a:srgbClr val="D8D2C4"/>
            </a:solidFill>
            <a:prstDash val="solid"/>
          </a:ln>
        </p:spPr>
      </p:sp>
      <p:sp>
        <p:nvSpPr>
          <p:cNvPr id="11" name="Text 9"/>
          <p:cNvSpPr txBox="1"/>
          <p:nvPr/>
        </p:nvSpPr>
        <p:spPr>
          <a:xfrm>
            <a:off x="3611880" y="914400"/>
            <a:ext cx="1280160" cy="201168"/>
          </a:xfrm>
          <a:prstGeom prst="rect">
            <a:avLst/>
          </a:prstGeom>
          <a:noFill/>
          <a:ln/>
        </p:spPr>
        <p:txBody>
          <a:bodyPr wrap="square" lIns="0" tIns="0" rIns="0" bIns="0" rtlCol="0" anchor="t"/>
          <a:lstStyle/>
          <a:p>
            <a:pPr indent="0" marL="0">
              <a:buNone/>
            </a:pPr>
            <a:r>
              <a:rPr lang="en-US" sz="700" spc="180" kern="0" dirty="0">
                <a:solidFill>
                  <a:srgbClr val="7A7264"/>
                </a:solidFill>
                <a:latin typeface="Manrope" pitchFamily="34" charset="0"/>
                <a:ea typeface="Manrope" pitchFamily="34" charset="-122"/>
                <a:cs typeface="Manrope" pitchFamily="34" charset="-120"/>
              </a:rPr>
              <a:t>LIGHT</a:t>
            </a:r>
            <a:endParaRPr lang="en-US" sz="700" dirty="0"/>
          </a:p>
        </p:txBody>
      </p:sp>
      <p:sp>
        <p:nvSpPr>
          <p:cNvPr id="12" name="Text 10"/>
          <p:cNvSpPr txBox="1"/>
          <p:nvPr/>
        </p:nvSpPr>
        <p:spPr>
          <a:xfrm>
            <a:off x="5074920" y="786384"/>
            <a:ext cx="6647688" cy="859536"/>
          </a:xfrm>
          <a:prstGeom prst="rect">
            <a:avLst/>
          </a:prstGeom>
          <a:noFill/>
          <a:ln/>
        </p:spPr>
        <p:txBody>
          <a:bodyPr wrap="square" lIns="0" tIns="0" rIns="0" bIns="0" rtlCol="0" anchor="ctr"/>
          <a:lstStyle/>
          <a:p>
            <a:pPr indent="0" marL="0">
              <a:buNone/>
            </a:pPr>
            <a:r>
              <a:rPr lang="en-US" sz="2600" dirty="0">
                <a:solidFill>
                  <a:srgbClr val="0F0F10"/>
                </a:solidFill>
                <a:latin typeface="Manrope" pitchFamily="34" charset="0"/>
                <a:ea typeface="Manrope" pitchFamily="34" charset="-122"/>
                <a:cs typeface="Manrope" pitchFamily="34" charset="-120"/>
              </a:rPr>
              <a:t>The desk, the callback, the list, the job</a:t>
            </a:r>
            <a:endParaRPr lang="en-US" sz="2600" dirty="0"/>
          </a:p>
        </p:txBody>
      </p:sp>
      <p:sp>
        <p:nvSpPr>
          <p:cNvPr id="13" name="Shape 11"/>
          <p:cNvSpPr/>
          <p:nvPr/>
        </p:nvSpPr>
        <p:spPr>
          <a:xfrm>
            <a:off x="3611880" y="1792224"/>
            <a:ext cx="8110728" cy="0"/>
          </a:xfrm>
          <a:prstGeom prst="line">
            <a:avLst/>
          </a:prstGeom>
          <a:noFill/>
          <a:ln w="9525">
            <a:solidFill>
              <a:srgbClr val="D8D2C4"/>
            </a:solidFill>
            <a:prstDash val="solid"/>
          </a:ln>
        </p:spPr>
      </p:sp>
      <p:sp>
        <p:nvSpPr>
          <p:cNvPr id="14" name="Text 12"/>
          <p:cNvSpPr txBox="1"/>
          <p:nvPr/>
        </p:nvSpPr>
        <p:spPr>
          <a:xfrm>
            <a:off x="3611880" y="1975104"/>
            <a:ext cx="1280160" cy="201168"/>
          </a:xfrm>
          <a:prstGeom prst="rect">
            <a:avLst/>
          </a:prstGeom>
          <a:noFill/>
          <a:ln/>
        </p:spPr>
        <p:txBody>
          <a:bodyPr wrap="square" lIns="0" tIns="0" rIns="0" bIns="0" rtlCol="0" anchor="t"/>
          <a:lstStyle/>
          <a:p>
            <a:pPr indent="0" marL="0">
              <a:buNone/>
            </a:pPr>
            <a:r>
              <a:rPr lang="en-US" sz="700" spc="180" kern="0" dirty="0">
                <a:solidFill>
                  <a:srgbClr val="7A7264"/>
                </a:solidFill>
                <a:latin typeface="Manrope" pitchFamily="34" charset="0"/>
                <a:ea typeface="Manrope" pitchFamily="34" charset="-122"/>
                <a:cs typeface="Manrope" pitchFamily="34" charset="-120"/>
              </a:rPr>
              <a:t>REGULAR</a:t>
            </a:r>
            <a:endParaRPr lang="en-US" sz="700" dirty="0"/>
          </a:p>
        </p:txBody>
      </p:sp>
      <p:sp>
        <p:nvSpPr>
          <p:cNvPr id="15" name="Text 13"/>
          <p:cNvSpPr txBox="1"/>
          <p:nvPr/>
        </p:nvSpPr>
        <p:spPr>
          <a:xfrm>
            <a:off x="5074920" y="1847088"/>
            <a:ext cx="6647688" cy="859536"/>
          </a:xfrm>
          <a:prstGeom prst="rect">
            <a:avLst/>
          </a:prstGeom>
          <a:noFill/>
          <a:ln/>
        </p:spPr>
        <p:txBody>
          <a:bodyPr wrap="square" lIns="0" tIns="0" rIns="0" bIns="0" rtlCol="0" anchor="ctr"/>
          <a:lstStyle/>
          <a:p>
            <a:pPr indent="0" marL="0">
              <a:buNone/>
            </a:pPr>
            <a:r>
              <a:rPr lang="en-US" sz="2600" dirty="0">
                <a:solidFill>
                  <a:srgbClr val="0F0F10"/>
                </a:solidFill>
                <a:latin typeface="Manrope" pitchFamily="34" charset="0"/>
                <a:ea typeface="Manrope" pitchFamily="34" charset="-122"/>
                <a:cs typeface="Manrope" pitchFamily="34" charset="-120"/>
              </a:rPr>
              <a:t>The desk, the callback, the list, the job</a:t>
            </a:r>
            <a:endParaRPr lang="en-US" sz="2600" dirty="0"/>
          </a:p>
        </p:txBody>
      </p:sp>
      <p:sp>
        <p:nvSpPr>
          <p:cNvPr id="16" name="Shape 14"/>
          <p:cNvSpPr/>
          <p:nvPr/>
        </p:nvSpPr>
        <p:spPr>
          <a:xfrm>
            <a:off x="3611880" y="2852928"/>
            <a:ext cx="8110728" cy="0"/>
          </a:xfrm>
          <a:prstGeom prst="line">
            <a:avLst/>
          </a:prstGeom>
          <a:noFill/>
          <a:ln w="9525">
            <a:solidFill>
              <a:srgbClr val="D8D2C4"/>
            </a:solidFill>
            <a:prstDash val="solid"/>
          </a:ln>
        </p:spPr>
      </p:sp>
      <p:sp>
        <p:nvSpPr>
          <p:cNvPr id="17" name="Text 15"/>
          <p:cNvSpPr txBox="1"/>
          <p:nvPr/>
        </p:nvSpPr>
        <p:spPr>
          <a:xfrm>
            <a:off x="3611880" y="3035808"/>
            <a:ext cx="1280160" cy="201168"/>
          </a:xfrm>
          <a:prstGeom prst="rect">
            <a:avLst/>
          </a:prstGeom>
          <a:noFill/>
          <a:ln/>
        </p:spPr>
        <p:txBody>
          <a:bodyPr wrap="square" lIns="0" tIns="0" rIns="0" bIns="0" rtlCol="0" anchor="t"/>
          <a:lstStyle/>
          <a:p>
            <a:pPr indent="0" marL="0">
              <a:buNone/>
            </a:pPr>
            <a:r>
              <a:rPr lang="en-US" sz="700" spc="180" kern="0" dirty="0">
                <a:solidFill>
                  <a:srgbClr val="7A7264"/>
                </a:solidFill>
                <a:latin typeface="Manrope" pitchFamily="34" charset="0"/>
                <a:ea typeface="Manrope" pitchFamily="34" charset="-122"/>
                <a:cs typeface="Manrope" pitchFamily="34" charset="-120"/>
              </a:rPr>
              <a:t>SEMIBOLD</a:t>
            </a:r>
            <a:endParaRPr lang="en-US" sz="700" dirty="0"/>
          </a:p>
        </p:txBody>
      </p:sp>
      <p:sp>
        <p:nvSpPr>
          <p:cNvPr id="18" name="Text 16"/>
          <p:cNvSpPr txBox="1"/>
          <p:nvPr/>
        </p:nvSpPr>
        <p:spPr>
          <a:xfrm>
            <a:off x="5074920" y="2907792"/>
            <a:ext cx="6647688" cy="859536"/>
          </a:xfrm>
          <a:prstGeom prst="rect">
            <a:avLst/>
          </a:prstGeom>
          <a:noFill/>
          <a:ln/>
        </p:spPr>
        <p:txBody>
          <a:bodyPr wrap="square" lIns="0" tIns="0" rIns="0" bIns="0" rtlCol="0" anchor="ctr"/>
          <a:lstStyle/>
          <a:p>
            <a:pPr indent="0" marL="0">
              <a:buNone/>
            </a:pPr>
            <a:r>
              <a:rPr lang="en-US" sz="2600" b="1" dirty="0">
                <a:solidFill>
                  <a:srgbClr val="0F0F10"/>
                </a:solidFill>
                <a:latin typeface="Manrope" pitchFamily="34" charset="0"/>
                <a:ea typeface="Manrope" pitchFamily="34" charset="-122"/>
                <a:cs typeface="Manrope" pitchFamily="34" charset="-120"/>
              </a:rPr>
              <a:t>The desk, the callback, the list, the job</a:t>
            </a:r>
            <a:endParaRPr lang="en-US" sz="2600" dirty="0"/>
          </a:p>
        </p:txBody>
      </p:sp>
      <p:sp>
        <p:nvSpPr>
          <p:cNvPr id="19" name="Shape 17"/>
          <p:cNvSpPr/>
          <p:nvPr/>
        </p:nvSpPr>
        <p:spPr>
          <a:xfrm>
            <a:off x="3611880" y="3913632"/>
            <a:ext cx="8110728" cy="0"/>
          </a:xfrm>
          <a:prstGeom prst="line">
            <a:avLst/>
          </a:prstGeom>
          <a:noFill/>
          <a:ln w="9525">
            <a:solidFill>
              <a:srgbClr val="D8D2C4"/>
            </a:solidFill>
            <a:prstDash val="solid"/>
          </a:ln>
        </p:spPr>
      </p:sp>
      <p:sp>
        <p:nvSpPr>
          <p:cNvPr id="20" name="Text 18"/>
          <p:cNvSpPr txBox="1"/>
          <p:nvPr/>
        </p:nvSpPr>
        <p:spPr>
          <a:xfrm>
            <a:off x="3611880" y="4096512"/>
            <a:ext cx="1280160" cy="201168"/>
          </a:xfrm>
          <a:prstGeom prst="rect">
            <a:avLst/>
          </a:prstGeom>
          <a:noFill/>
          <a:ln/>
        </p:spPr>
        <p:txBody>
          <a:bodyPr wrap="square" lIns="0" tIns="0" rIns="0" bIns="0" rtlCol="0" anchor="t"/>
          <a:lstStyle/>
          <a:p>
            <a:pPr indent="0" marL="0">
              <a:buNone/>
            </a:pPr>
            <a:r>
              <a:rPr lang="en-US" sz="700" spc="180" kern="0" dirty="0">
                <a:solidFill>
                  <a:srgbClr val="7A7264"/>
                </a:solidFill>
                <a:latin typeface="Manrope" pitchFamily="34" charset="0"/>
                <a:ea typeface="Manrope" pitchFamily="34" charset="-122"/>
                <a:cs typeface="Manrope" pitchFamily="34" charset="-120"/>
              </a:rPr>
              <a:t>BOLD</a:t>
            </a:r>
            <a:endParaRPr lang="en-US" sz="700" dirty="0"/>
          </a:p>
        </p:txBody>
      </p:sp>
      <p:sp>
        <p:nvSpPr>
          <p:cNvPr id="21" name="Text 19"/>
          <p:cNvSpPr txBox="1"/>
          <p:nvPr/>
        </p:nvSpPr>
        <p:spPr>
          <a:xfrm>
            <a:off x="5074920" y="3968496"/>
            <a:ext cx="6647688" cy="859536"/>
          </a:xfrm>
          <a:prstGeom prst="rect">
            <a:avLst/>
          </a:prstGeom>
          <a:noFill/>
          <a:ln/>
        </p:spPr>
        <p:txBody>
          <a:bodyPr wrap="square" lIns="0" tIns="0" rIns="0" bIns="0" rtlCol="0" anchor="ctr"/>
          <a:lstStyle/>
          <a:p>
            <a:pPr indent="0" marL="0">
              <a:buNone/>
            </a:pPr>
            <a:r>
              <a:rPr lang="en-US" sz="2600" b="1" dirty="0">
                <a:solidFill>
                  <a:srgbClr val="0F0F10"/>
                </a:solidFill>
                <a:latin typeface="Manrope" pitchFamily="34" charset="0"/>
                <a:ea typeface="Manrope" pitchFamily="34" charset="-122"/>
                <a:cs typeface="Manrope" pitchFamily="34" charset="-120"/>
              </a:rPr>
              <a:t>The desk, the callback, the list, the job</a:t>
            </a:r>
            <a:endParaRPr lang="en-US" sz="2600" dirty="0"/>
          </a:p>
        </p:txBody>
      </p:sp>
      <p:sp>
        <p:nvSpPr>
          <p:cNvPr id="22" name="Text 20"/>
          <p:cNvSpPr txBox="1"/>
          <p:nvPr/>
        </p:nvSpPr>
        <p:spPr>
          <a:xfrm>
            <a:off x="3611880" y="5029200"/>
            <a:ext cx="8110728" cy="457200"/>
          </a:xfrm>
          <a:prstGeom prst="rect">
            <a:avLst/>
          </a:prstGeom>
          <a:noFill/>
          <a:ln/>
        </p:spPr>
        <p:txBody>
          <a:bodyPr wrap="square" lIns="0" tIns="0" rIns="0" bIns="0" rtlCol="0" anchor="t"/>
          <a:lstStyle/>
          <a:p>
            <a:pPr indent="0" marL="0">
              <a:buNone/>
            </a:pPr>
            <a:r>
              <a:rPr lang="en-US" sz="1400" dirty="0">
                <a:solidFill>
                  <a:srgbClr val="7A7264"/>
                </a:solidFill>
                <a:latin typeface="Manrope" pitchFamily="34" charset="0"/>
                <a:ea typeface="Manrope" pitchFamily="34" charset="-122"/>
                <a:cs typeface="Manrope" pitchFamily="34" charset="-120"/>
              </a:rPr>
              <a:t>AaBbCcDdEeFfGgHhIiJjKkLlMmNnOoPpQqRrSsTtUuVvWwXxYyZz  1234567890</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566928" y="274320"/>
            <a:ext cx="0" cy="6309360"/>
          </a:xfrm>
          <a:prstGeom prst="line">
            <a:avLst/>
          </a:prstGeom>
          <a:noFill/>
          <a:ln w="9525">
            <a:solidFill>
              <a:srgbClr val="BDB4A2"/>
            </a:solidFill>
            <a:prstDash val="solid"/>
          </a:ln>
        </p:spPr>
      </p:sp>
      <p:sp>
        <p:nvSpPr>
          <p:cNvPr id="3" name="Text 1"/>
          <p:cNvSpPr txBox="1"/>
          <p:nvPr/>
        </p:nvSpPr>
        <p:spPr>
          <a:xfrm rot="16200000">
            <a:off x="9144" y="256032"/>
            <a:ext cx="457200" cy="274320"/>
          </a:xfrm>
          <a:prstGeom prst="rect">
            <a:avLst/>
          </a:prstGeom>
          <a:noFill/>
          <a:ln/>
        </p:spPr>
        <p:txBody>
          <a:bodyPr wrap="none" lIns="0" tIns="0" rIns="0" bIns="0" rtlCol="0" anchor="ctr"/>
          <a:lstStyle/>
          <a:p>
            <a:pPr algn="ctr" indent="0" marL="0">
              <a:buNone/>
            </a:pPr>
            <a:r>
              <a:rPr lang="en-US" sz="700" spc="160" kern="0" dirty="0">
                <a:solidFill>
                  <a:srgbClr val="7A7264"/>
                </a:solidFill>
                <a:latin typeface="Manrope" pitchFamily="34" charset="0"/>
                <a:ea typeface="Manrope" pitchFamily="34" charset="-122"/>
                <a:cs typeface="Manrope" pitchFamily="34" charset="-120"/>
              </a:rPr>
              <a:t>026</a:t>
            </a:r>
            <a:endParaRPr lang="en-US" sz="700" dirty="0"/>
          </a:p>
        </p:txBody>
      </p:sp>
      <p:sp>
        <p:nvSpPr>
          <p:cNvPr id="4" name="Text 2"/>
          <p:cNvSpPr txBox="1"/>
          <p:nvPr/>
        </p:nvSpPr>
        <p:spPr>
          <a:xfrm rot="16200000">
            <a:off x="-950976" y="5257800"/>
            <a:ext cx="2377440" cy="274320"/>
          </a:xfrm>
          <a:prstGeom prst="rect">
            <a:avLst/>
          </a:prstGeom>
          <a:noFill/>
          <a:ln/>
        </p:spPr>
        <p:txBody>
          <a:bodyPr wrap="none" lIns="0" tIns="0" rIns="0" bIns="0" rtlCol="0" anchor="ctr"/>
          <a:lstStyle/>
          <a:p>
            <a:pPr algn="l" indent="0" marL="0">
              <a:buNone/>
            </a:pPr>
            <a:r>
              <a:rPr lang="en-US" sz="700" spc="160" kern="0" dirty="0">
                <a:solidFill>
                  <a:srgbClr val="7A7264"/>
                </a:solidFill>
                <a:latin typeface="Manrope" pitchFamily="34" charset="0"/>
                <a:ea typeface="Manrope" pitchFamily="34" charset="-122"/>
                <a:cs typeface="Manrope" pitchFamily="34" charset="-120"/>
              </a:rPr>
              <a:t>THE IDENTITY BOOK</a:t>
            </a:r>
            <a:endParaRPr lang="en-US" sz="700" dirty="0"/>
          </a:p>
        </p:txBody>
      </p:sp>
      <p:sp>
        <p:nvSpPr>
          <p:cNvPr id="5" name="Shape 3"/>
          <p:cNvSpPr/>
          <p:nvPr/>
        </p:nvSpPr>
        <p:spPr>
          <a:xfrm>
            <a:off x="3474720" y="274320"/>
            <a:ext cx="0" cy="6309360"/>
          </a:xfrm>
          <a:prstGeom prst="line">
            <a:avLst/>
          </a:prstGeom>
          <a:noFill/>
          <a:ln w="9525">
            <a:solidFill>
              <a:srgbClr val="BDB4A2"/>
            </a:solidFill>
            <a:prstDash val="solid"/>
          </a:ln>
        </p:spPr>
      </p:sp>
      <p:sp>
        <p:nvSpPr>
          <p:cNvPr id="6" name="Text 4"/>
          <p:cNvSpPr txBox="1"/>
          <p:nvPr/>
        </p:nvSpPr>
        <p:spPr>
          <a:xfrm>
            <a:off x="749808" y="292608"/>
            <a:ext cx="2619756" cy="201168"/>
          </a:xfrm>
          <a:prstGeom prst="rect">
            <a:avLst/>
          </a:prstGeom>
          <a:noFill/>
          <a:ln/>
        </p:spPr>
        <p:txBody>
          <a:bodyPr wrap="square" lIns="0" tIns="0" rIns="0" bIns="0" rtlCol="0" anchor="t"/>
          <a:lstStyle/>
          <a:p>
            <a:pPr indent="0" marL="0">
              <a:buNone/>
            </a:pPr>
            <a:r>
              <a:rPr lang="en-US" sz="900" b="1" spc="180" kern="0" dirty="0">
                <a:solidFill>
                  <a:srgbClr val="0F0F10"/>
                </a:solidFill>
                <a:latin typeface="Manrope" pitchFamily="34" charset="0"/>
                <a:ea typeface="Manrope" pitchFamily="34" charset="-122"/>
                <a:cs typeface="Manrope" pitchFamily="34" charset="-120"/>
              </a:rPr>
              <a:t>4.3  TYPE HIERARCHY</a:t>
            </a:r>
            <a:endParaRPr lang="en-US" sz="900" dirty="0"/>
          </a:p>
        </p:txBody>
      </p:sp>
      <p:sp>
        <p:nvSpPr>
          <p:cNvPr id="7" name="Text 5"/>
          <p:cNvSpPr txBox="1"/>
          <p:nvPr/>
        </p:nvSpPr>
        <p:spPr>
          <a:xfrm>
            <a:off x="749808" y="694944"/>
            <a:ext cx="2619756" cy="3840480"/>
          </a:xfrm>
          <a:prstGeom prst="rect">
            <a:avLst/>
          </a:prstGeom>
          <a:noFill/>
          <a:ln/>
        </p:spPr>
        <p:txBody>
          <a:bodyPr wrap="square" lIns="0" tIns="0" rIns="0" bIns="0" rtlCol="0" anchor="t"/>
          <a:lstStyle/>
          <a:p>
            <a:pPr indent="0" marL="0">
              <a:lnSpc>
                <a:spcPct val="142000"/>
              </a:lnSpc>
              <a:buNone/>
            </a:pPr>
            <a:r>
              <a:rPr lang="en-US" sz="1150" dirty="0">
                <a:solidFill>
                  <a:srgbClr val="1C1A17"/>
                </a:solidFill>
                <a:latin typeface="Bookmania" pitchFamily="34" charset="0"/>
                <a:ea typeface="Bookmania" pitchFamily="34" charset="-122"/>
                <a:cs typeface="Bookmania" pitchFamily="34" charset="-120"/>
              </a:rPr>
              <a:t>A modular scale on the square root of phi — 1.272. Every size on every surface comes from this ladder and nowhere else.</a:t>
            </a:r>
            <a:endParaRPr lang="en-US" sz="1150" dirty="0"/>
          </a:p>
        </p:txBody>
      </p:sp>
      <p:sp>
        <p:nvSpPr>
          <p:cNvPr id="8" name="Text 6"/>
          <p:cNvSpPr txBox="1"/>
          <p:nvPr/>
        </p:nvSpPr>
        <p:spPr>
          <a:xfrm>
            <a:off x="749808" y="5166360"/>
            <a:ext cx="2619756" cy="1417320"/>
          </a:xfrm>
          <a:prstGeom prst="rect">
            <a:avLst/>
          </a:prstGeom>
          <a:noFill/>
          <a:ln/>
        </p:spPr>
        <p:txBody>
          <a:bodyPr wrap="square" lIns="0" tIns="0" rIns="0" bIns="0" rtlCol="0" anchor="t"/>
          <a:lstStyle/>
          <a:p>
            <a:pPr indent="0" marL="0">
              <a:lnSpc>
                <a:spcPct val="140000"/>
              </a:lnSpc>
              <a:buNone/>
            </a:pPr>
            <a:r>
              <a:rPr lang="en-US" sz="950" dirty="0">
                <a:solidFill>
                  <a:srgbClr val="5E574C"/>
                </a:solidFill>
                <a:latin typeface="Manrope" pitchFamily="34" charset="0"/>
                <a:ea typeface="Manrope" pitchFamily="34" charset="-122"/>
                <a:cs typeface="Manrope" pitchFamily="34" charset="-120"/>
              </a:rPr>
              <a:t>Body never sets below nine point. The measure never exceeds sixty-five characters, roughly 6.4 inches at eleven point.</a:t>
            </a:r>
            <a:endParaRPr lang="en-US" sz="950" dirty="0"/>
          </a:p>
        </p:txBody>
      </p:sp>
      <p:sp>
        <p:nvSpPr>
          <p:cNvPr id="9" name="Shape 7"/>
          <p:cNvSpPr/>
          <p:nvPr/>
        </p:nvSpPr>
        <p:spPr>
          <a:xfrm>
            <a:off x="3611880" y="320040"/>
            <a:ext cx="8110728" cy="0"/>
          </a:xfrm>
          <a:prstGeom prst="line">
            <a:avLst/>
          </a:prstGeom>
          <a:noFill/>
          <a:ln w="9525">
            <a:solidFill>
              <a:srgbClr val="D8D2C4"/>
            </a:solidFill>
            <a:prstDash val="solid"/>
          </a:ln>
        </p:spPr>
      </p:sp>
      <p:sp>
        <p:nvSpPr>
          <p:cNvPr id="10" name="Text 8"/>
          <p:cNvSpPr txBox="1"/>
          <p:nvPr/>
        </p:nvSpPr>
        <p:spPr>
          <a:xfrm>
            <a:off x="3611880" y="502920"/>
            <a:ext cx="1097280" cy="201168"/>
          </a:xfrm>
          <a:prstGeom prst="rect">
            <a:avLst/>
          </a:prstGeom>
          <a:noFill/>
          <a:ln/>
        </p:spPr>
        <p:txBody>
          <a:bodyPr wrap="square" lIns="0" tIns="0" rIns="0" bIns="0" rtlCol="0" anchor="t"/>
          <a:lstStyle/>
          <a:p>
            <a:pPr indent="0" marL="0">
              <a:buNone/>
            </a:pPr>
            <a:r>
              <a:rPr lang="en-US" sz="700" b="1" spc="180" kern="0" dirty="0">
                <a:solidFill>
                  <a:srgbClr val="0F0F10"/>
                </a:solidFill>
                <a:latin typeface="Manrope" pitchFamily="34" charset="0"/>
                <a:ea typeface="Manrope" pitchFamily="34" charset="-122"/>
                <a:cs typeface="Manrope" pitchFamily="34" charset="-120"/>
              </a:rPr>
              <a:t>HERO</a:t>
            </a:r>
            <a:endParaRPr lang="en-US" sz="700" dirty="0"/>
          </a:p>
        </p:txBody>
      </p:sp>
      <p:sp>
        <p:nvSpPr>
          <p:cNvPr id="11" name="Text 9"/>
          <p:cNvSpPr txBox="1"/>
          <p:nvPr/>
        </p:nvSpPr>
        <p:spPr>
          <a:xfrm>
            <a:off x="4800600" y="393192"/>
            <a:ext cx="4846320" cy="621792"/>
          </a:xfrm>
          <a:prstGeom prst="rect">
            <a:avLst/>
          </a:prstGeom>
          <a:noFill/>
          <a:ln/>
        </p:spPr>
        <p:txBody>
          <a:bodyPr wrap="square" lIns="0" tIns="0" rIns="0" bIns="0" rtlCol="0" anchor="ctr"/>
          <a:lstStyle/>
          <a:p>
            <a:pPr indent="0" marL="0">
              <a:buNone/>
            </a:pPr>
            <a:r>
              <a:rPr lang="en-US" sz="3600" dirty="0">
                <a:solidFill>
                  <a:srgbClr val="1C1A17"/>
                </a:solidFill>
                <a:latin typeface="Bookmania" pitchFamily="34" charset="0"/>
                <a:ea typeface="Bookmania" pitchFamily="34" charset="-122"/>
                <a:cs typeface="Bookmania" pitchFamily="34" charset="-120"/>
              </a:rPr>
              <a:t>The city to your door</a:t>
            </a:r>
            <a:endParaRPr lang="en-US" sz="3600" dirty="0"/>
          </a:p>
        </p:txBody>
      </p:sp>
      <p:sp>
        <p:nvSpPr>
          <p:cNvPr id="12" name="Text 10"/>
          <p:cNvSpPr txBox="1"/>
          <p:nvPr/>
        </p:nvSpPr>
        <p:spPr>
          <a:xfrm>
            <a:off x="9784080" y="557784"/>
            <a:ext cx="1005840" cy="274320"/>
          </a:xfrm>
          <a:prstGeom prst="rect">
            <a:avLst/>
          </a:prstGeom>
          <a:noFill/>
          <a:ln/>
        </p:spPr>
        <p:txBody>
          <a:bodyPr wrap="square" lIns="0" tIns="0" rIns="0" bIns="0" rtlCol="0" anchor="t"/>
          <a:lstStyle/>
          <a:p>
            <a:pPr indent="0" marL="0">
              <a:buNone/>
            </a:pPr>
            <a:r>
              <a:rPr lang="en-US" sz="800" dirty="0">
                <a:solidFill>
                  <a:srgbClr val="5E574C"/>
                </a:solidFill>
                <a:latin typeface="Manrope" pitchFamily="34" charset="0"/>
                <a:ea typeface="Manrope" pitchFamily="34" charset="-122"/>
                <a:cs typeface="Manrope" pitchFamily="34" charset="-120"/>
              </a:rPr>
              <a:t>36 / 1.02</a:t>
            </a:r>
            <a:endParaRPr lang="en-US" sz="800" dirty="0"/>
          </a:p>
        </p:txBody>
      </p:sp>
      <p:sp>
        <p:nvSpPr>
          <p:cNvPr id="13" name="Text 11"/>
          <p:cNvSpPr txBox="1"/>
          <p:nvPr/>
        </p:nvSpPr>
        <p:spPr>
          <a:xfrm>
            <a:off x="10835640" y="557784"/>
            <a:ext cx="886968" cy="274320"/>
          </a:xfrm>
          <a:prstGeom prst="rect">
            <a:avLst/>
          </a:prstGeom>
          <a:noFill/>
          <a:ln/>
        </p:spPr>
        <p:txBody>
          <a:bodyPr wrap="square" lIns="0" tIns="0" rIns="0" bIns="0" rtlCol="0" anchor="t"/>
          <a:lstStyle/>
          <a:p>
            <a:pPr indent="0" marL="0">
              <a:buNone/>
            </a:pPr>
            <a:r>
              <a:rPr lang="en-US" sz="800" dirty="0">
                <a:solidFill>
                  <a:srgbClr val="7A7264"/>
                </a:solidFill>
                <a:latin typeface="Manrope" pitchFamily="34" charset="0"/>
                <a:ea typeface="Manrope" pitchFamily="34" charset="-122"/>
                <a:cs typeface="Manrope" pitchFamily="34" charset="-120"/>
              </a:rPr>
              <a:t>Covers, the close</a:t>
            </a:r>
            <a:endParaRPr lang="en-US" sz="800" dirty="0"/>
          </a:p>
        </p:txBody>
      </p:sp>
      <p:sp>
        <p:nvSpPr>
          <p:cNvPr id="14" name="Shape 12"/>
          <p:cNvSpPr/>
          <p:nvPr/>
        </p:nvSpPr>
        <p:spPr>
          <a:xfrm>
            <a:off x="3611880" y="1042416"/>
            <a:ext cx="8110728" cy="0"/>
          </a:xfrm>
          <a:prstGeom prst="line">
            <a:avLst/>
          </a:prstGeom>
          <a:noFill/>
          <a:ln w="9525">
            <a:solidFill>
              <a:srgbClr val="D8D2C4"/>
            </a:solidFill>
            <a:prstDash val="solid"/>
          </a:ln>
        </p:spPr>
      </p:sp>
      <p:sp>
        <p:nvSpPr>
          <p:cNvPr id="15" name="Text 13"/>
          <p:cNvSpPr txBox="1"/>
          <p:nvPr/>
        </p:nvSpPr>
        <p:spPr>
          <a:xfrm>
            <a:off x="3611880" y="1225296"/>
            <a:ext cx="1097280" cy="201168"/>
          </a:xfrm>
          <a:prstGeom prst="rect">
            <a:avLst/>
          </a:prstGeom>
          <a:noFill/>
          <a:ln/>
        </p:spPr>
        <p:txBody>
          <a:bodyPr wrap="square" lIns="0" tIns="0" rIns="0" bIns="0" rtlCol="0" anchor="t"/>
          <a:lstStyle/>
          <a:p>
            <a:pPr indent="0" marL="0">
              <a:buNone/>
            </a:pPr>
            <a:r>
              <a:rPr lang="en-US" sz="700" b="1" spc="180" kern="0" dirty="0">
                <a:solidFill>
                  <a:srgbClr val="0F0F10"/>
                </a:solidFill>
                <a:latin typeface="Manrope" pitchFamily="34" charset="0"/>
                <a:ea typeface="Manrope" pitchFamily="34" charset="-122"/>
                <a:cs typeface="Manrope" pitchFamily="34" charset="-120"/>
              </a:rPr>
              <a:t>DISPLAY</a:t>
            </a:r>
            <a:endParaRPr lang="en-US" sz="700" dirty="0"/>
          </a:p>
        </p:txBody>
      </p:sp>
      <p:sp>
        <p:nvSpPr>
          <p:cNvPr id="16" name="Text 14"/>
          <p:cNvSpPr txBox="1"/>
          <p:nvPr/>
        </p:nvSpPr>
        <p:spPr>
          <a:xfrm>
            <a:off x="4800600" y="1115568"/>
            <a:ext cx="4846320" cy="621792"/>
          </a:xfrm>
          <a:prstGeom prst="rect">
            <a:avLst/>
          </a:prstGeom>
          <a:noFill/>
          <a:ln/>
        </p:spPr>
        <p:txBody>
          <a:bodyPr wrap="square" lIns="0" tIns="0" rIns="0" bIns="0" rtlCol="0" anchor="ctr"/>
          <a:lstStyle/>
          <a:p>
            <a:pPr indent="0" marL="0">
              <a:buNone/>
            </a:pPr>
            <a:r>
              <a:rPr lang="en-US" sz="2800" dirty="0">
                <a:solidFill>
                  <a:srgbClr val="1C1A17"/>
                </a:solidFill>
                <a:latin typeface="Bookmania" pitchFamily="34" charset="0"/>
                <a:ea typeface="Bookmania" pitchFamily="34" charset="-122"/>
                <a:cs typeface="Bookmania" pitchFamily="34" charset="-120"/>
              </a:rPr>
              <a:t>We bring the city to you</a:t>
            </a:r>
            <a:endParaRPr lang="en-US" sz="2800" dirty="0"/>
          </a:p>
        </p:txBody>
      </p:sp>
      <p:sp>
        <p:nvSpPr>
          <p:cNvPr id="17" name="Text 15"/>
          <p:cNvSpPr txBox="1"/>
          <p:nvPr/>
        </p:nvSpPr>
        <p:spPr>
          <a:xfrm>
            <a:off x="9784080" y="1280160"/>
            <a:ext cx="1005840" cy="274320"/>
          </a:xfrm>
          <a:prstGeom prst="rect">
            <a:avLst/>
          </a:prstGeom>
          <a:noFill/>
          <a:ln/>
        </p:spPr>
        <p:txBody>
          <a:bodyPr wrap="square" lIns="0" tIns="0" rIns="0" bIns="0" rtlCol="0" anchor="t"/>
          <a:lstStyle/>
          <a:p>
            <a:pPr indent="0" marL="0">
              <a:buNone/>
            </a:pPr>
            <a:r>
              <a:rPr lang="en-US" sz="800" dirty="0">
                <a:solidFill>
                  <a:srgbClr val="5E574C"/>
                </a:solidFill>
                <a:latin typeface="Manrope" pitchFamily="34" charset="0"/>
                <a:ea typeface="Manrope" pitchFamily="34" charset="-122"/>
                <a:cs typeface="Manrope" pitchFamily="34" charset="-120"/>
              </a:rPr>
              <a:t>28 / 1.10</a:t>
            </a:r>
            <a:endParaRPr lang="en-US" sz="800" dirty="0"/>
          </a:p>
        </p:txBody>
      </p:sp>
      <p:sp>
        <p:nvSpPr>
          <p:cNvPr id="18" name="Text 16"/>
          <p:cNvSpPr txBox="1"/>
          <p:nvPr/>
        </p:nvSpPr>
        <p:spPr>
          <a:xfrm>
            <a:off x="10835640" y="1280160"/>
            <a:ext cx="886968" cy="274320"/>
          </a:xfrm>
          <a:prstGeom prst="rect">
            <a:avLst/>
          </a:prstGeom>
          <a:noFill/>
          <a:ln/>
        </p:spPr>
        <p:txBody>
          <a:bodyPr wrap="square" lIns="0" tIns="0" rIns="0" bIns="0" rtlCol="0" anchor="t"/>
          <a:lstStyle/>
          <a:p>
            <a:pPr indent="0" marL="0">
              <a:buNone/>
            </a:pPr>
            <a:r>
              <a:rPr lang="en-US" sz="800" dirty="0">
                <a:solidFill>
                  <a:srgbClr val="7A7264"/>
                </a:solidFill>
                <a:latin typeface="Manrope" pitchFamily="34" charset="0"/>
                <a:ea typeface="Manrope" pitchFamily="34" charset="-122"/>
                <a:cs typeface="Manrope" pitchFamily="34" charset="-120"/>
              </a:rPr>
              <a:t>Page openers</a:t>
            </a:r>
            <a:endParaRPr lang="en-US" sz="800" dirty="0"/>
          </a:p>
        </p:txBody>
      </p:sp>
      <p:sp>
        <p:nvSpPr>
          <p:cNvPr id="19" name="Shape 17"/>
          <p:cNvSpPr/>
          <p:nvPr/>
        </p:nvSpPr>
        <p:spPr>
          <a:xfrm>
            <a:off x="3611880" y="1764792"/>
            <a:ext cx="8110728" cy="0"/>
          </a:xfrm>
          <a:prstGeom prst="line">
            <a:avLst/>
          </a:prstGeom>
          <a:noFill/>
          <a:ln w="9525">
            <a:solidFill>
              <a:srgbClr val="D8D2C4"/>
            </a:solidFill>
            <a:prstDash val="solid"/>
          </a:ln>
        </p:spPr>
      </p:sp>
      <p:sp>
        <p:nvSpPr>
          <p:cNvPr id="20" name="Text 18"/>
          <p:cNvSpPr txBox="1"/>
          <p:nvPr/>
        </p:nvSpPr>
        <p:spPr>
          <a:xfrm>
            <a:off x="3611880" y="1947672"/>
            <a:ext cx="1097280" cy="201168"/>
          </a:xfrm>
          <a:prstGeom prst="rect">
            <a:avLst/>
          </a:prstGeom>
          <a:noFill/>
          <a:ln/>
        </p:spPr>
        <p:txBody>
          <a:bodyPr wrap="square" lIns="0" tIns="0" rIns="0" bIns="0" rtlCol="0" anchor="t"/>
          <a:lstStyle/>
          <a:p>
            <a:pPr indent="0" marL="0">
              <a:buNone/>
            </a:pPr>
            <a:r>
              <a:rPr lang="en-US" sz="700" b="1" spc="180" kern="0" dirty="0">
                <a:solidFill>
                  <a:srgbClr val="0F0F10"/>
                </a:solidFill>
                <a:latin typeface="Manrope" pitchFamily="34" charset="0"/>
                <a:ea typeface="Manrope" pitchFamily="34" charset="-122"/>
                <a:cs typeface="Manrope" pitchFamily="34" charset="-120"/>
              </a:rPr>
              <a:t>HEAD</a:t>
            </a:r>
            <a:endParaRPr lang="en-US" sz="700" dirty="0"/>
          </a:p>
        </p:txBody>
      </p:sp>
      <p:sp>
        <p:nvSpPr>
          <p:cNvPr id="21" name="Text 19"/>
          <p:cNvSpPr txBox="1"/>
          <p:nvPr/>
        </p:nvSpPr>
        <p:spPr>
          <a:xfrm>
            <a:off x="4800600" y="1837944"/>
            <a:ext cx="4846320" cy="621792"/>
          </a:xfrm>
          <a:prstGeom prst="rect">
            <a:avLst/>
          </a:prstGeom>
          <a:noFill/>
          <a:ln/>
        </p:spPr>
        <p:txBody>
          <a:bodyPr wrap="square" lIns="0" tIns="0" rIns="0" bIns="0" rtlCol="0" anchor="ctr"/>
          <a:lstStyle/>
          <a:p>
            <a:pPr indent="0" marL="0">
              <a:buNone/>
            </a:pPr>
            <a:r>
              <a:rPr lang="en-US" sz="2200" dirty="0">
                <a:solidFill>
                  <a:srgbClr val="1C1A17"/>
                </a:solidFill>
                <a:latin typeface="Bookmania" pitchFamily="34" charset="0"/>
                <a:ea typeface="Bookmania" pitchFamily="34" charset="-122"/>
                <a:cs typeface="Bookmania" pitchFamily="34" charset="-120"/>
              </a:rPr>
              <a:t>We bring the city to your door</a:t>
            </a:r>
            <a:endParaRPr lang="en-US" sz="2200" dirty="0"/>
          </a:p>
        </p:txBody>
      </p:sp>
      <p:sp>
        <p:nvSpPr>
          <p:cNvPr id="22" name="Text 20"/>
          <p:cNvSpPr txBox="1"/>
          <p:nvPr/>
        </p:nvSpPr>
        <p:spPr>
          <a:xfrm>
            <a:off x="9784080" y="2002536"/>
            <a:ext cx="1005840" cy="274320"/>
          </a:xfrm>
          <a:prstGeom prst="rect">
            <a:avLst/>
          </a:prstGeom>
          <a:noFill/>
          <a:ln/>
        </p:spPr>
        <p:txBody>
          <a:bodyPr wrap="square" lIns="0" tIns="0" rIns="0" bIns="0" rtlCol="0" anchor="t"/>
          <a:lstStyle/>
          <a:p>
            <a:pPr indent="0" marL="0">
              <a:buNone/>
            </a:pPr>
            <a:r>
              <a:rPr lang="en-US" sz="800" dirty="0">
                <a:solidFill>
                  <a:srgbClr val="5E574C"/>
                </a:solidFill>
                <a:latin typeface="Manrope" pitchFamily="34" charset="0"/>
                <a:ea typeface="Manrope" pitchFamily="34" charset="-122"/>
                <a:cs typeface="Manrope" pitchFamily="34" charset="-120"/>
              </a:rPr>
              <a:t>22 / 1.14</a:t>
            </a:r>
            <a:endParaRPr lang="en-US" sz="800" dirty="0"/>
          </a:p>
        </p:txBody>
      </p:sp>
      <p:sp>
        <p:nvSpPr>
          <p:cNvPr id="23" name="Text 21"/>
          <p:cNvSpPr txBox="1"/>
          <p:nvPr/>
        </p:nvSpPr>
        <p:spPr>
          <a:xfrm>
            <a:off x="10835640" y="2002536"/>
            <a:ext cx="886968" cy="274320"/>
          </a:xfrm>
          <a:prstGeom prst="rect">
            <a:avLst/>
          </a:prstGeom>
          <a:noFill/>
          <a:ln/>
        </p:spPr>
        <p:txBody>
          <a:bodyPr wrap="square" lIns="0" tIns="0" rIns="0" bIns="0" rtlCol="0" anchor="t"/>
          <a:lstStyle/>
          <a:p>
            <a:pPr indent="0" marL="0">
              <a:buNone/>
            </a:pPr>
            <a:r>
              <a:rPr lang="en-US" sz="800" dirty="0">
                <a:solidFill>
                  <a:srgbClr val="7A7264"/>
                </a:solidFill>
                <a:latin typeface="Manrope" pitchFamily="34" charset="0"/>
                <a:ea typeface="Manrope" pitchFamily="34" charset="-122"/>
                <a:cs typeface="Manrope" pitchFamily="34" charset="-120"/>
              </a:rPr>
              <a:t>Section heads</a:t>
            </a:r>
            <a:endParaRPr lang="en-US" sz="800" dirty="0"/>
          </a:p>
        </p:txBody>
      </p:sp>
      <p:sp>
        <p:nvSpPr>
          <p:cNvPr id="24" name="Shape 22"/>
          <p:cNvSpPr/>
          <p:nvPr/>
        </p:nvSpPr>
        <p:spPr>
          <a:xfrm>
            <a:off x="3611880" y="2487168"/>
            <a:ext cx="8110728" cy="0"/>
          </a:xfrm>
          <a:prstGeom prst="line">
            <a:avLst/>
          </a:prstGeom>
          <a:noFill/>
          <a:ln w="9525">
            <a:solidFill>
              <a:srgbClr val="D8D2C4"/>
            </a:solidFill>
            <a:prstDash val="solid"/>
          </a:ln>
        </p:spPr>
      </p:sp>
      <p:sp>
        <p:nvSpPr>
          <p:cNvPr id="25" name="Text 23"/>
          <p:cNvSpPr txBox="1"/>
          <p:nvPr/>
        </p:nvSpPr>
        <p:spPr>
          <a:xfrm>
            <a:off x="3611880" y="2670048"/>
            <a:ext cx="1097280" cy="201168"/>
          </a:xfrm>
          <a:prstGeom prst="rect">
            <a:avLst/>
          </a:prstGeom>
          <a:noFill/>
          <a:ln/>
        </p:spPr>
        <p:txBody>
          <a:bodyPr wrap="square" lIns="0" tIns="0" rIns="0" bIns="0" rtlCol="0" anchor="t"/>
          <a:lstStyle/>
          <a:p>
            <a:pPr indent="0" marL="0">
              <a:buNone/>
            </a:pPr>
            <a:r>
              <a:rPr lang="en-US" sz="700" b="1" spc="180" kern="0" dirty="0">
                <a:solidFill>
                  <a:srgbClr val="0F0F10"/>
                </a:solidFill>
                <a:latin typeface="Manrope" pitchFamily="34" charset="0"/>
                <a:ea typeface="Manrope" pitchFamily="34" charset="-122"/>
                <a:cs typeface="Manrope" pitchFamily="34" charset="-120"/>
              </a:rPr>
              <a:t>SUBHEAD</a:t>
            </a:r>
            <a:endParaRPr lang="en-US" sz="700" dirty="0"/>
          </a:p>
        </p:txBody>
      </p:sp>
      <p:sp>
        <p:nvSpPr>
          <p:cNvPr id="26" name="Text 24"/>
          <p:cNvSpPr txBox="1"/>
          <p:nvPr/>
        </p:nvSpPr>
        <p:spPr>
          <a:xfrm>
            <a:off x="4800600" y="2560320"/>
            <a:ext cx="4846320" cy="621792"/>
          </a:xfrm>
          <a:prstGeom prst="rect">
            <a:avLst/>
          </a:prstGeom>
          <a:noFill/>
          <a:ln/>
        </p:spPr>
        <p:txBody>
          <a:bodyPr wrap="square" lIns="0" tIns="0" rIns="0" bIns="0" rtlCol="0" anchor="ctr"/>
          <a:lstStyle/>
          <a:p>
            <a:pPr indent="0" marL="0">
              <a:buNone/>
            </a:pPr>
            <a:r>
              <a:rPr lang="en-US" sz="1800" dirty="0">
                <a:solidFill>
                  <a:srgbClr val="1C1A17"/>
                </a:solidFill>
                <a:latin typeface="Bookmania" pitchFamily="34" charset="0"/>
                <a:ea typeface="Bookmania" pitchFamily="34" charset="-122"/>
                <a:cs typeface="Bookmania" pitchFamily="34" charset="-120"/>
              </a:rPr>
              <a:t>We bring the city to your door</a:t>
            </a:r>
            <a:endParaRPr lang="en-US" sz="1800" dirty="0"/>
          </a:p>
        </p:txBody>
      </p:sp>
      <p:sp>
        <p:nvSpPr>
          <p:cNvPr id="27" name="Text 25"/>
          <p:cNvSpPr txBox="1"/>
          <p:nvPr/>
        </p:nvSpPr>
        <p:spPr>
          <a:xfrm>
            <a:off x="9784080" y="2724912"/>
            <a:ext cx="1005840" cy="274320"/>
          </a:xfrm>
          <a:prstGeom prst="rect">
            <a:avLst/>
          </a:prstGeom>
          <a:noFill/>
          <a:ln/>
        </p:spPr>
        <p:txBody>
          <a:bodyPr wrap="square" lIns="0" tIns="0" rIns="0" bIns="0" rtlCol="0" anchor="t"/>
          <a:lstStyle/>
          <a:p>
            <a:pPr indent="0" marL="0">
              <a:buNone/>
            </a:pPr>
            <a:r>
              <a:rPr lang="en-US" sz="800" dirty="0">
                <a:solidFill>
                  <a:srgbClr val="5E574C"/>
                </a:solidFill>
                <a:latin typeface="Manrope" pitchFamily="34" charset="0"/>
                <a:ea typeface="Manrope" pitchFamily="34" charset="-122"/>
                <a:cs typeface="Manrope" pitchFamily="34" charset="-120"/>
              </a:rPr>
              <a:t>18 / 1.20</a:t>
            </a:r>
            <a:endParaRPr lang="en-US" sz="800" dirty="0"/>
          </a:p>
        </p:txBody>
      </p:sp>
      <p:sp>
        <p:nvSpPr>
          <p:cNvPr id="28" name="Text 26"/>
          <p:cNvSpPr txBox="1"/>
          <p:nvPr/>
        </p:nvSpPr>
        <p:spPr>
          <a:xfrm>
            <a:off x="10835640" y="2724912"/>
            <a:ext cx="886968" cy="274320"/>
          </a:xfrm>
          <a:prstGeom prst="rect">
            <a:avLst/>
          </a:prstGeom>
          <a:noFill/>
          <a:ln/>
        </p:spPr>
        <p:txBody>
          <a:bodyPr wrap="square" lIns="0" tIns="0" rIns="0" bIns="0" rtlCol="0" anchor="t"/>
          <a:lstStyle/>
          <a:p>
            <a:pPr indent="0" marL="0">
              <a:buNone/>
            </a:pPr>
            <a:r>
              <a:rPr lang="en-US" sz="800" dirty="0">
                <a:solidFill>
                  <a:srgbClr val="7A7264"/>
                </a:solidFill>
                <a:latin typeface="Manrope" pitchFamily="34" charset="0"/>
                <a:ea typeface="Manrope" pitchFamily="34" charset="-122"/>
                <a:cs typeface="Manrope" pitchFamily="34" charset="-120"/>
              </a:rPr>
              <a:t>Card titles</a:t>
            </a:r>
            <a:endParaRPr lang="en-US" sz="800" dirty="0"/>
          </a:p>
        </p:txBody>
      </p:sp>
      <p:sp>
        <p:nvSpPr>
          <p:cNvPr id="29" name="Shape 27"/>
          <p:cNvSpPr/>
          <p:nvPr/>
        </p:nvSpPr>
        <p:spPr>
          <a:xfrm>
            <a:off x="3611880" y="3209544"/>
            <a:ext cx="8110728" cy="0"/>
          </a:xfrm>
          <a:prstGeom prst="line">
            <a:avLst/>
          </a:prstGeom>
          <a:noFill/>
          <a:ln w="9525">
            <a:solidFill>
              <a:srgbClr val="D8D2C4"/>
            </a:solidFill>
            <a:prstDash val="solid"/>
          </a:ln>
        </p:spPr>
      </p:sp>
      <p:sp>
        <p:nvSpPr>
          <p:cNvPr id="30" name="Text 28"/>
          <p:cNvSpPr txBox="1"/>
          <p:nvPr/>
        </p:nvSpPr>
        <p:spPr>
          <a:xfrm>
            <a:off x="3611880" y="3392424"/>
            <a:ext cx="1097280" cy="201168"/>
          </a:xfrm>
          <a:prstGeom prst="rect">
            <a:avLst/>
          </a:prstGeom>
          <a:noFill/>
          <a:ln/>
        </p:spPr>
        <p:txBody>
          <a:bodyPr wrap="square" lIns="0" tIns="0" rIns="0" bIns="0" rtlCol="0" anchor="t"/>
          <a:lstStyle/>
          <a:p>
            <a:pPr indent="0" marL="0">
              <a:buNone/>
            </a:pPr>
            <a:r>
              <a:rPr lang="en-US" sz="700" b="1" spc="180" kern="0" dirty="0">
                <a:solidFill>
                  <a:srgbClr val="0F0F10"/>
                </a:solidFill>
                <a:latin typeface="Manrope" pitchFamily="34" charset="0"/>
                <a:ea typeface="Manrope" pitchFamily="34" charset="-122"/>
                <a:cs typeface="Manrope" pitchFamily="34" charset="-120"/>
              </a:rPr>
              <a:t>LEAD</a:t>
            </a:r>
            <a:endParaRPr lang="en-US" sz="700" dirty="0"/>
          </a:p>
        </p:txBody>
      </p:sp>
      <p:sp>
        <p:nvSpPr>
          <p:cNvPr id="31" name="Text 29"/>
          <p:cNvSpPr txBox="1"/>
          <p:nvPr/>
        </p:nvSpPr>
        <p:spPr>
          <a:xfrm>
            <a:off x="4800600" y="3282696"/>
            <a:ext cx="4846320" cy="621792"/>
          </a:xfrm>
          <a:prstGeom prst="rect">
            <a:avLst/>
          </a:prstGeom>
          <a:noFill/>
          <a:ln/>
        </p:spPr>
        <p:txBody>
          <a:bodyPr wrap="square" lIns="0" tIns="0" rIns="0" bIns="0" rtlCol="0" anchor="ctr"/>
          <a:lstStyle/>
          <a:p>
            <a:pPr indent="0" marL="0">
              <a:buNone/>
            </a:pPr>
            <a:r>
              <a:rPr lang="en-US" sz="1400" dirty="0">
                <a:solidFill>
                  <a:srgbClr val="1C1A17"/>
                </a:solidFill>
                <a:latin typeface="Manrope" pitchFamily="34" charset="0"/>
                <a:ea typeface="Manrope" pitchFamily="34" charset="-122"/>
                <a:cs typeface="Manrope" pitchFamily="34" charset="-120"/>
              </a:rPr>
              <a:t>We bring the city to your door</a:t>
            </a:r>
            <a:endParaRPr lang="en-US" sz="1400" dirty="0"/>
          </a:p>
        </p:txBody>
      </p:sp>
      <p:sp>
        <p:nvSpPr>
          <p:cNvPr id="32" name="Text 30"/>
          <p:cNvSpPr txBox="1"/>
          <p:nvPr/>
        </p:nvSpPr>
        <p:spPr>
          <a:xfrm>
            <a:off x="9784080" y="3447288"/>
            <a:ext cx="1005840" cy="274320"/>
          </a:xfrm>
          <a:prstGeom prst="rect">
            <a:avLst/>
          </a:prstGeom>
          <a:noFill/>
          <a:ln/>
        </p:spPr>
        <p:txBody>
          <a:bodyPr wrap="square" lIns="0" tIns="0" rIns="0" bIns="0" rtlCol="0" anchor="t"/>
          <a:lstStyle/>
          <a:p>
            <a:pPr indent="0" marL="0">
              <a:buNone/>
            </a:pPr>
            <a:r>
              <a:rPr lang="en-US" sz="800" dirty="0">
                <a:solidFill>
                  <a:srgbClr val="5E574C"/>
                </a:solidFill>
                <a:latin typeface="Manrope" pitchFamily="34" charset="0"/>
                <a:ea typeface="Manrope" pitchFamily="34" charset="-122"/>
                <a:cs typeface="Manrope" pitchFamily="34" charset="-120"/>
              </a:rPr>
              <a:t>14 / 1.45</a:t>
            </a:r>
            <a:endParaRPr lang="en-US" sz="800" dirty="0"/>
          </a:p>
        </p:txBody>
      </p:sp>
      <p:sp>
        <p:nvSpPr>
          <p:cNvPr id="33" name="Text 31"/>
          <p:cNvSpPr txBox="1"/>
          <p:nvPr/>
        </p:nvSpPr>
        <p:spPr>
          <a:xfrm>
            <a:off x="10835640" y="3447288"/>
            <a:ext cx="886968" cy="274320"/>
          </a:xfrm>
          <a:prstGeom prst="rect">
            <a:avLst/>
          </a:prstGeom>
          <a:noFill/>
          <a:ln/>
        </p:spPr>
        <p:txBody>
          <a:bodyPr wrap="square" lIns="0" tIns="0" rIns="0" bIns="0" rtlCol="0" anchor="t"/>
          <a:lstStyle/>
          <a:p>
            <a:pPr indent="0" marL="0">
              <a:buNone/>
            </a:pPr>
            <a:r>
              <a:rPr lang="en-US" sz="800" dirty="0">
                <a:solidFill>
                  <a:srgbClr val="7A7264"/>
                </a:solidFill>
                <a:latin typeface="Manrope" pitchFamily="34" charset="0"/>
                <a:ea typeface="Manrope" pitchFamily="34" charset="-122"/>
                <a:cs typeface="Manrope" pitchFamily="34" charset="-120"/>
              </a:rPr>
              <a:t>Standfirst</a:t>
            </a:r>
            <a:endParaRPr lang="en-US" sz="800" dirty="0"/>
          </a:p>
        </p:txBody>
      </p:sp>
      <p:sp>
        <p:nvSpPr>
          <p:cNvPr id="34" name="Shape 32"/>
          <p:cNvSpPr/>
          <p:nvPr/>
        </p:nvSpPr>
        <p:spPr>
          <a:xfrm>
            <a:off x="3611880" y="3931920"/>
            <a:ext cx="8110728" cy="0"/>
          </a:xfrm>
          <a:prstGeom prst="line">
            <a:avLst/>
          </a:prstGeom>
          <a:noFill/>
          <a:ln w="9525">
            <a:solidFill>
              <a:srgbClr val="D8D2C4"/>
            </a:solidFill>
            <a:prstDash val="solid"/>
          </a:ln>
        </p:spPr>
      </p:sp>
      <p:sp>
        <p:nvSpPr>
          <p:cNvPr id="35" name="Text 33"/>
          <p:cNvSpPr txBox="1"/>
          <p:nvPr/>
        </p:nvSpPr>
        <p:spPr>
          <a:xfrm>
            <a:off x="3611880" y="4114800"/>
            <a:ext cx="1097280" cy="201168"/>
          </a:xfrm>
          <a:prstGeom prst="rect">
            <a:avLst/>
          </a:prstGeom>
          <a:noFill/>
          <a:ln/>
        </p:spPr>
        <p:txBody>
          <a:bodyPr wrap="square" lIns="0" tIns="0" rIns="0" bIns="0" rtlCol="0" anchor="t"/>
          <a:lstStyle/>
          <a:p>
            <a:pPr indent="0" marL="0">
              <a:buNone/>
            </a:pPr>
            <a:r>
              <a:rPr lang="en-US" sz="700" b="1" spc="180" kern="0" dirty="0">
                <a:solidFill>
                  <a:srgbClr val="0F0F10"/>
                </a:solidFill>
                <a:latin typeface="Manrope" pitchFamily="34" charset="0"/>
                <a:ea typeface="Manrope" pitchFamily="34" charset="-122"/>
                <a:cs typeface="Manrope" pitchFamily="34" charset="-120"/>
              </a:rPr>
              <a:t>BODY</a:t>
            </a:r>
            <a:endParaRPr lang="en-US" sz="700" dirty="0"/>
          </a:p>
        </p:txBody>
      </p:sp>
      <p:sp>
        <p:nvSpPr>
          <p:cNvPr id="36" name="Text 34"/>
          <p:cNvSpPr txBox="1"/>
          <p:nvPr/>
        </p:nvSpPr>
        <p:spPr>
          <a:xfrm>
            <a:off x="4800600" y="4005072"/>
            <a:ext cx="4846320" cy="621792"/>
          </a:xfrm>
          <a:prstGeom prst="rect">
            <a:avLst/>
          </a:prstGeom>
          <a:noFill/>
          <a:ln/>
        </p:spPr>
        <p:txBody>
          <a:bodyPr wrap="square" lIns="0" tIns="0" rIns="0" bIns="0" rtlCol="0" anchor="ctr"/>
          <a:lstStyle/>
          <a:p>
            <a:pPr indent="0" marL="0">
              <a:buNone/>
            </a:pPr>
            <a:r>
              <a:rPr lang="en-US" sz="1100" dirty="0">
                <a:solidFill>
                  <a:srgbClr val="1C1A17"/>
                </a:solidFill>
                <a:latin typeface="Manrope" pitchFamily="34" charset="0"/>
                <a:ea typeface="Manrope" pitchFamily="34" charset="-122"/>
                <a:cs typeface="Manrope" pitchFamily="34" charset="-120"/>
              </a:rPr>
              <a:t>We bring the city to your door</a:t>
            </a:r>
            <a:endParaRPr lang="en-US" sz="1100" dirty="0"/>
          </a:p>
        </p:txBody>
      </p:sp>
      <p:sp>
        <p:nvSpPr>
          <p:cNvPr id="37" name="Text 35"/>
          <p:cNvSpPr txBox="1"/>
          <p:nvPr/>
        </p:nvSpPr>
        <p:spPr>
          <a:xfrm>
            <a:off x="9784080" y="4169664"/>
            <a:ext cx="1005840" cy="274320"/>
          </a:xfrm>
          <a:prstGeom prst="rect">
            <a:avLst/>
          </a:prstGeom>
          <a:noFill/>
          <a:ln/>
        </p:spPr>
        <p:txBody>
          <a:bodyPr wrap="square" lIns="0" tIns="0" rIns="0" bIns="0" rtlCol="0" anchor="t"/>
          <a:lstStyle/>
          <a:p>
            <a:pPr indent="0" marL="0">
              <a:buNone/>
            </a:pPr>
            <a:r>
              <a:rPr lang="en-US" sz="800" dirty="0">
                <a:solidFill>
                  <a:srgbClr val="5E574C"/>
                </a:solidFill>
                <a:latin typeface="Manrope" pitchFamily="34" charset="0"/>
                <a:ea typeface="Manrope" pitchFamily="34" charset="-122"/>
                <a:cs typeface="Manrope" pitchFamily="34" charset="-120"/>
              </a:rPr>
              <a:t>11 / 1.50</a:t>
            </a:r>
            <a:endParaRPr lang="en-US" sz="800" dirty="0"/>
          </a:p>
        </p:txBody>
      </p:sp>
      <p:sp>
        <p:nvSpPr>
          <p:cNvPr id="38" name="Text 36"/>
          <p:cNvSpPr txBox="1"/>
          <p:nvPr/>
        </p:nvSpPr>
        <p:spPr>
          <a:xfrm>
            <a:off x="10835640" y="4169664"/>
            <a:ext cx="886968" cy="274320"/>
          </a:xfrm>
          <a:prstGeom prst="rect">
            <a:avLst/>
          </a:prstGeom>
          <a:noFill/>
          <a:ln/>
        </p:spPr>
        <p:txBody>
          <a:bodyPr wrap="square" lIns="0" tIns="0" rIns="0" bIns="0" rtlCol="0" anchor="t"/>
          <a:lstStyle/>
          <a:p>
            <a:pPr indent="0" marL="0">
              <a:buNone/>
            </a:pPr>
            <a:r>
              <a:rPr lang="en-US" sz="800" dirty="0">
                <a:solidFill>
                  <a:srgbClr val="7A7264"/>
                </a:solidFill>
                <a:latin typeface="Manrope" pitchFamily="34" charset="0"/>
                <a:ea typeface="Manrope" pitchFamily="34" charset="-122"/>
                <a:cs typeface="Manrope" pitchFamily="34" charset="-120"/>
              </a:rPr>
              <a:t>Running text</a:t>
            </a:r>
            <a:endParaRPr lang="en-US" sz="800" dirty="0"/>
          </a:p>
        </p:txBody>
      </p:sp>
      <p:sp>
        <p:nvSpPr>
          <p:cNvPr id="39" name="Shape 37"/>
          <p:cNvSpPr/>
          <p:nvPr/>
        </p:nvSpPr>
        <p:spPr>
          <a:xfrm>
            <a:off x="3611880" y="4654296"/>
            <a:ext cx="8110728" cy="0"/>
          </a:xfrm>
          <a:prstGeom prst="line">
            <a:avLst/>
          </a:prstGeom>
          <a:noFill/>
          <a:ln w="9525">
            <a:solidFill>
              <a:srgbClr val="D8D2C4"/>
            </a:solidFill>
            <a:prstDash val="solid"/>
          </a:ln>
        </p:spPr>
      </p:sp>
      <p:sp>
        <p:nvSpPr>
          <p:cNvPr id="40" name="Text 38"/>
          <p:cNvSpPr txBox="1"/>
          <p:nvPr/>
        </p:nvSpPr>
        <p:spPr>
          <a:xfrm>
            <a:off x="3611880" y="4837176"/>
            <a:ext cx="1097280" cy="201168"/>
          </a:xfrm>
          <a:prstGeom prst="rect">
            <a:avLst/>
          </a:prstGeom>
          <a:noFill/>
          <a:ln/>
        </p:spPr>
        <p:txBody>
          <a:bodyPr wrap="square" lIns="0" tIns="0" rIns="0" bIns="0" rtlCol="0" anchor="t"/>
          <a:lstStyle/>
          <a:p>
            <a:pPr indent="0" marL="0">
              <a:buNone/>
            </a:pPr>
            <a:r>
              <a:rPr lang="en-US" sz="700" b="1" spc="180" kern="0" dirty="0">
                <a:solidFill>
                  <a:srgbClr val="0F0F10"/>
                </a:solidFill>
                <a:latin typeface="Manrope" pitchFamily="34" charset="0"/>
                <a:ea typeface="Manrope" pitchFamily="34" charset="-122"/>
                <a:cs typeface="Manrope" pitchFamily="34" charset="-120"/>
              </a:rPr>
              <a:t>CAPTION</a:t>
            </a:r>
            <a:endParaRPr lang="en-US" sz="700" dirty="0"/>
          </a:p>
        </p:txBody>
      </p:sp>
      <p:sp>
        <p:nvSpPr>
          <p:cNvPr id="41" name="Text 39"/>
          <p:cNvSpPr txBox="1"/>
          <p:nvPr/>
        </p:nvSpPr>
        <p:spPr>
          <a:xfrm>
            <a:off x="4800600" y="4727448"/>
            <a:ext cx="4846320" cy="621792"/>
          </a:xfrm>
          <a:prstGeom prst="rect">
            <a:avLst/>
          </a:prstGeom>
          <a:noFill/>
          <a:ln/>
        </p:spPr>
        <p:txBody>
          <a:bodyPr wrap="square" lIns="0" tIns="0" rIns="0" bIns="0" rtlCol="0" anchor="ctr"/>
          <a:lstStyle/>
          <a:p>
            <a:pPr indent="0" marL="0">
              <a:buNone/>
            </a:pPr>
            <a:r>
              <a:rPr lang="en-US" sz="950" dirty="0">
                <a:solidFill>
                  <a:srgbClr val="1C1A17"/>
                </a:solidFill>
                <a:latin typeface="Manrope" pitchFamily="34" charset="0"/>
                <a:ea typeface="Manrope" pitchFamily="34" charset="-122"/>
                <a:cs typeface="Manrope" pitchFamily="34" charset="-120"/>
              </a:rPr>
              <a:t>We bring the city to your door</a:t>
            </a:r>
            <a:endParaRPr lang="en-US" sz="950" dirty="0"/>
          </a:p>
        </p:txBody>
      </p:sp>
      <p:sp>
        <p:nvSpPr>
          <p:cNvPr id="42" name="Text 40"/>
          <p:cNvSpPr txBox="1"/>
          <p:nvPr/>
        </p:nvSpPr>
        <p:spPr>
          <a:xfrm>
            <a:off x="9784080" y="4892040"/>
            <a:ext cx="1005840" cy="274320"/>
          </a:xfrm>
          <a:prstGeom prst="rect">
            <a:avLst/>
          </a:prstGeom>
          <a:noFill/>
          <a:ln/>
        </p:spPr>
        <p:txBody>
          <a:bodyPr wrap="square" lIns="0" tIns="0" rIns="0" bIns="0" rtlCol="0" anchor="t"/>
          <a:lstStyle/>
          <a:p>
            <a:pPr indent="0" marL="0">
              <a:buNone/>
            </a:pPr>
            <a:r>
              <a:rPr lang="en-US" sz="800" dirty="0">
                <a:solidFill>
                  <a:srgbClr val="5E574C"/>
                </a:solidFill>
                <a:latin typeface="Manrope" pitchFamily="34" charset="0"/>
                <a:ea typeface="Manrope" pitchFamily="34" charset="-122"/>
                <a:cs typeface="Manrope" pitchFamily="34" charset="-120"/>
              </a:rPr>
              <a:t>9.5 / 1.42</a:t>
            </a:r>
            <a:endParaRPr lang="en-US" sz="800" dirty="0"/>
          </a:p>
        </p:txBody>
      </p:sp>
      <p:sp>
        <p:nvSpPr>
          <p:cNvPr id="43" name="Text 41"/>
          <p:cNvSpPr txBox="1"/>
          <p:nvPr/>
        </p:nvSpPr>
        <p:spPr>
          <a:xfrm>
            <a:off x="10835640" y="4892040"/>
            <a:ext cx="886968" cy="274320"/>
          </a:xfrm>
          <a:prstGeom prst="rect">
            <a:avLst/>
          </a:prstGeom>
          <a:noFill/>
          <a:ln/>
        </p:spPr>
        <p:txBody>
          <a:bodyPr wrap="square" lIns="0" tIns="0" rIns="0" bIns="0" rtlCol="0" anchor="t"/>
          <a:lstStyle/>
          <a:p>
            <a:pPr indent="0" marL="0">
              <a:buNone/>
            </a:pPr>
            <a:r>
              <a:rPr lang="en-US" sz="800" dirty="0">
                <a:solidFill>
                  <a:srgbClr val="7A7264"/>
                </a:solidFill>
                <a:latin typeface="Manrope" pitchFamily="34" charset="0"/>
                <a:ea typeface="Manrope" pitchFamily="34" charset="-122"/>
                <a:cs typeface="Manrope" pitchFamily="34" charset="-120"/>
              </a:rPr>
              <a:t>Notes, captions</a:t>
            </a:r>
            <a:endParaRPr lang="en-US" sz="800" dirty="0"/>
          </a:p>
        </p:txBody>
      </p:sp>
      <p:sp>
        <p:nvSpPr>
          <p:cNvPr id="44" name="Shape 42"/>
          <p:cNvSpPr/>
          <p:nvPr/>
        </p:nvSpPr>
        <p:spPr>
          <a:xfrm>
            <a:off x="3611880" y="5376672"/>
            <a:ext cx="8110728" cy="0"/>
          </a:xfrm>
          <a:prstGeom prst="line">
            <a:avLst/>
          </a:prstGeom>
          <a:noFill/>
          <a:ln w="9525">
            <a:solidFill>
              <a:srgbClr val="D8D2C4"/>
            </a:solidFill>
            <a:prstDash val="solid"/>
          </a:ln>
        </p:spPr>
      </p:sp>
      <p:sp>
        <p:nvSpPr>
          <p:cNvPr id="45" name="Text 43"/>
          <p:cNvSpPr txBox="1"/>
          <p:nvPr/>
        </p:nvSpPr>
        <p:spPr>
          <a:xfrm>
            <a:off x="3611880" y="5559552"/>
            <a:ext cx="1097280" cy="201168"/>
          </a:xfrm>
          <a:prstGeom prst="rect">
            <a:avLst/>
          </a:prstGeom>
          <a:noFill/>
          <a:ln/>
        </p:spPr>
        <p:txBody>
          <a:bodyPr wrap="square" lIns="0" tIns="0" rIns="0" bIns="0" rtlCol="0" anchor="t"/>
          <a:lstStyle/>
          <a:p>
            <a:pPr indent="0" marL="0">
              <a:buNone/>
            </a:pPr>
            <a:r>
              <a:rPr lang="en-US" sz="700" b="1" spc="180" kern="0" dirty="0">
                <a:solidFill>
                  <a:srgbClr val="0F0F10"/>
                </a:solidFill>
                <a:latin typeface="Manrope" pitchFamily="34" charset="0"/>
                <a:ea typeface="Manrope" pitchFamily="34" charset="-122"/>
                <a:cs typeface="Manrope" pitchFamily="34" charset="-120"/>
              </a:rPr>
              <a:t>LABEL</a:t>
            </a:r>
            <a:endParaRPr lang="en-US" sz="700" dirty="0"/>
          </a:p>
        </p:txBody>
      </p:sp>
      <p:sp>
        <p:nvSpPr>
          <p:cNvPr id="46" name="Text 44"/>
          <p:cNvSpPr txBox="1"/>
          <p:nvPr/>
        </p:nvSpPr>
        <p:spPr>
          <a:xfrm>
            <a:off x="4800600" y="5449824"/>
            <a:ext cx="4846320" cy="621792"/>
          </a:xfrm>
          <a:prstGeom prst="rect">
            <a:avLst/>
          </a:prstGeom>
          <a:noFill/>
          <a:ln/>
        </p:spPr>
        <p:txBody>
          <a:bodyPr wrap="square" lIns="0" tIns="0" rIns="0" bIns="0" rtlCol="0" anchor="ctr"/>
          <a:lstStyle/>
          <a:p>
            <a:pPr indent="0" marL="0">
              <a:buNone/>
            </a:pPr>
            <a:r>
              <a:rPr lang="en-US" sz="900" dirty="0">
                <a:solidFill>
                  <a:srgbClr val="1C1A17"/>
                </a:solidFill>
                <a:latin typeface="Manrope" pitchFamily="34" charset="0"/>
                <a:ea typeface="Manrope" pitchFamily="34" charset="-122"/>
                <a:cs typeface="Manrope" pitchFamily="34" charset="-120"/>
              </a:rPr>
              <a:t>We bring the city to your door</a:t>
            </a:r>
            <a:endParaRPr lang="en-US" sz="900" dirty="0"/>
          </a:p>
        </p:txBody>
      </p:sp>
      <p:sp>
        <p:nvSpPr>
          <p:cNvPr id="47" name="Text 45"/>
          <p:cNvSpPr txBox="1"/>
          <p:nvPr/>
        </p:nvSpPr>
        <p:spPr>
          <a:xfrm>
            <a:off x="9784080" y="5614416"/>
            <a:ext cx="1005840" cy="274320"/>
          </a:xfrm>
          <a:prstGeom prst="rect">
            <a:avLst/>
          </a:prstGeom>
          <a:noFill/>
          <a:ln/>
        </p:spPr>
        <p:txBody>
          <a:bodyPr wrap="square" lIns="0" tIns="0" rIns="0" bIns="0" rtlCol="0" anchor="t"/>
          <a:lstStyle/>
          <a:p>
            <a:pPr indent="0" marL="0">
              <a:buNone/>
            </a:pPr>
            <a:r>
              <a:rPr lang="en-US" sz="800" dirty="0">
                <a:solidFill>
                  <a:srgbClr val="5E574C"/>
                </a:solidFill>
                <a:latin typeface="Manrope" pitchFamily="34" charset="0"/>
                <a:ea typeface="Manrope" pitchFamily="34" charset="-122"/>
                <a:cs typeface="Manrope" pitchFamily="34" charset="-120"/>
              </a:rPr>
              <a:t>9 / caps / +1.8</a:t>
            </a:r>
            <a:endParaRPr lang="en-US" sz="800" dirty="0"/>
          </a:p>
        </p:txBody>
      </p:sp>
      <p:sp>
        <p:nvSpPr>
          <p:cNvPr id="48" name="Text 46"/>
          <p:cNvSpPr txBox="1"/>
          <p:nvPr/>
        </p:nvSpPr>
        <p:spPr>
          <a:xfrm>
            <a:off x="10835640" y="5614416"/>
            <a:ext cx="886968" cy="274320"/>
          </a:xfrm>
          <a:prstGeom prst="rect">
            <a:avLst/>
          </a:prstGeom>
          <a:noFill/>
          <a:ln/>
        </p:spPr>
        <p:txBody>
          <a:bodyPr wrap="square" lIns="0" tIns="0" rIns="0" bIns="0" rtlCol="0" anchor="t"/>
          <a:lstStyle/>
          <a:p>
            <a:pPr indent="0" marL="0">
              <a:buNone/>
            </a:pPr>
            <a:r>
              <a:rPr lang="en-US" sz="800" dirty="0">
                <a:solidFill>
                  <a:srgbClr val="7A7264"/>
                </a:solidFill>
                <a:latin typeface="Manrope" pitchFamily="34" charset="0"/>
                <a:ea typeface="Manrope" pitchFamily="34" charset="-122"/>
                <a:cs typeface="Manrope" pitchFamily="34" charset="-120"/>
              </a:rPr>
              <a:t>Eyebrows, tables</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566928" y="274320"/>
            <a:ext cx="0" cy="6309360"/>
          </a:xfrm>
          <a:prstGeom prst="line">
            <a:avLst/>
          </a:prstGeom>
          <a:noFill/>
          <a:ln w="9525">
            <a:solidFill>
              <a:srgbClr val="BDB4A2"/>
            </a:solidFill>
            <a:prstDash val="solid"/>
          </a:ln>
        </p:spPr>
      </p:sp>
      <p:sp>
        <p:nvSpPr>
          <p:cNvPr id="3" name="Text 1"/>
          <p:cNvSpPr txBox="1"/>
          <p:nvPr/>
        </p:nvSpPr>
        <p:spPr>
          <a:xfrm rot="16200000">
            <a:off x="9144" y="256032"/>
            <a:ext cx="457200" cy="274320"/>
          </a:xfrm>
          <a:prstGeom prst="rect">
            <a:avLst/>
          </a:prstGeom>
          <a:noFill/>
          <a:ln/>
        </p:spPr>
        <p:txBody>
          <a:bodyPr wrap="none" lIns="0" tIns="0" rIns="0" bIns="0" rtlCol="0" anchor="ctr"/>
          <a:lstStyle/>
          <a:p>
            <a:pPr algn="ctr" indent="0" marL="0">
              <a:buNone/>
            </a:pPr>
            <a:r>
              <a:rPr lang="en-US" sz="700" spc="160" kern="0" dirty="0">
                <a:solidFill>
                  <a:srgbClr val="7A7264"/>
                </a:solidFill>
                <a:latin typeface="Manrope" pitchFamily="34" charset="0"/>
                <a:ea typeface="Manrope" pitchFamily="34" charset="-122"/>
                <a:cs typeface="Manrope" pitchFamily="34" charset="-120"/>
              </a:rPr>
              <a:t>027</a:t>
            </a:r>
            <a:endParaRPr lang="en-US" sz="700" dirty="0"/>
          </a:p>
        </p:txBody>
      </p:sp>
      <p:sp>
        <p:nvSpPr>
          <p:cNvPr id="4" name="Text 2"/>
          <p:cNvSpPr txBox="1"/>
          <p:nvPr/>
        </p:nvSpPr>
        <p:spPr>
          <a:xfrm rot="16200000">
            <a:off x="-950976" y="5257800"/>
            <a:ext cx="2377440" cy="274320"/>
          </a:xfrm>
          <a:prstGeom prst="rect">
            <a:avLst/>
          </a:prstGeom>
          <a:noFill/>
          <a:ln/>
        </p:spPr>
        <p:txBody>
          <a:bodyPr wrap="none" lIns="0" tIns="0" rIns="0" bIns="0" rtlCol="0" anchor="ctr"/>
          <a:lstStyle/>
          <a:p>
            <a:pPr algn="l" indent="0" marL="0">
              <a:buNone/>
            </a:pPr>
            <a:r>
              <a:rPr lang="en-US" sz="700" spc="160" kern="0" dirty="0">
                <a:solidFill>
                  <a:srgbClr val="7A7264"/>
                </a:solidFill>
                <a:latin typeface="Manrope" pitchFamily="34" charset="0"/>
                <a:ea typeface="Manrope" pitchFamily="34" charset="-122"/>
                <a:cs typeface="Manrope" pitchFamily="34" charset="-120"/>
              </a:rPr>
              <a:t>THE IDENTITY BOOK</a:t>
            </a:r>
            <a:endParaRPr lang="en-US" sz="700" dirty="0"/>
          </a:p>
        </p:txBody>
      </p:sp>
      <p:sp>
        <p:nvSpPr>
          <p:cNvPr id="5" name="Shape 3"/>
          <p:cNvSpPr/>
          <p:nvPr/>
        </p:nvSpPr>
        <p:spPr>
          <a:xfrm>
            <a:off x="3474720" y="274320"/>
            <a:ext cx="0" cy="6309360"/>
          </a:xfrm>
          <a:prstGeom prst="line">
            <a:avLst/>
          </a:prstGeom>
          <a:noFill/>
          <a:ln w="9525">
            <a:solidFill>
              <a:srgbClr val="BDB4A2"/>
            </a:solidFill>
            <a:prstDash val="solid"/>
          </a:ln>
        </p:spPr>
      </p:sp>
      <p:sp>
        <p:nvSpPr>
          <p:cNvPr id="6" name="Text 4"/>
          <p:cNvSpPr txBox="1"/>
          <p:nvPr/>
        </p:nvSpPr>
        <p:spPr>
          <a:xfrm>
            <a:off x="749808" y="292608"/>
            <a:ext cx="2619756" cy="201168"/>
          </a:xfrm>
          <a:prstGeom prst="rect">
            <a:avLst/>
          </a:prstGeom>
          <a:noFill/>
          <a:ln/>
        </p:spPr>
        <p:txBody>
          <a:bodyPr wrap="square" lIns="0" tIns="0" rIns="0" bIns="0" rtlCol="0" anchor="t"/>
          <a:lstStyle/>
          <a:p>
            <a:pPr indent="0" marL="0">
              <a:buNone/>
            </a:pPr>
            <a:r>
              <a:rPr lang="en-US" sz="900" b="1" spc="180" kern="0" dirty="0">
                <a:solidFill>
                  <a:srgbClr val="0F0F10"/>
                </a:solidFill>
                <a:latin typeface="Manrope" pitchFamily="34" charset="0"/>
                <a:ea typeface="Manrope" pitchFamily="34" charset="-122"/>
                <a:cs typeface="Manrope" pitchFamily="34" charset="-120"/>
              </a:rPr>
              <a:t>4.4  TYPE MISUSE</a:t>
            </a:r>
            <a:endParaRPr lang="en-US" sz="900" dirty="0"/>
          </a:p>
        </p:txBody>
      </p:sp>
      <p:sp>
        <p:nvSpPr>
          <p:cNvPr id="7" name="Text 5"/>
          <p:cNvSpPr txBox="1"/>
          <p:nvPr/>
        </p:nvSpPr>
        <p:spPr>
          <a:xfrm>
            <a:off x="749808" y="694944"/>
            <a:ext cx="2619756" cy="3840480"/>
          </a:xfrm>
          <a:prstGeom prst="rect">
            <a:avLst/>
          </a:prstGeom>
          <a:noFill/>
          <a:ln/>
        </p:spPr>
        <p:txBody>
          <a:bodyPr wrap="square" lIns="0" tIns="0" rIns="0" bIns="0" rtlCol="0" anchor="t"/>
          <a:lstStyle/>
          <a:p>
            <a:pPr indent="0" marL="0">
              <a:lnSpc>
                <a:spcPct val="142000"/>
              </a:lnSpc>
              <a:buNone/>
            </a:pPr>
            <a:r>
              <a:rPr lang="en-US" sz="1150" dirty="0">
                <a:solidFill>
                  <a:srgbClr val="1C1A17"/>
                </a:solidFill>
                <a:latin typeface="Bookmania" pitchFamily="34" charset="0"/>
                <a:ea typeface="Bookmania" pitchFamily="34" charset="-122"/>
                <a:cs typeface="Bookmania" pitchFamily="34" charset="-120"/>
              </a:rPr>
              <a:t>Typography carries most of the weight of this brand, so the ways it is weakened matter. Outlined over the page are the practices to avoid.</a:t>
            </a:r>
            <a:endParaRPr lang="en-US" sz="1150" dirty="0"/>
          </a:p>
        </p:txBody>
      </p:sp>
      <p:sp>
        <p:nvSpPr>
          <p:cNvPr id="8" name="Text 6"/>
          <p:cNvSpPr txBox="1"/>
          <p:nvPr/>
        </p:nvSpPr>
        <p:spPr>
          <a:xfrm>
            <a:off x="749808" y="4297680"/>
            <a:ext cx="2619756" cy="2286000"/>
          </a:xfrm>
          <a:prstGeom prst="rect">
            <a:avLst/>
          </a:prstGeom>
          <a:noFill/>
          <a:ln/>
        </p:spPr>
        <p:txBody>
          <a:bodyPr wrap="square" lIns="0" tIns="0" rIns="0" bIns="0" rtlCol="0" anchor="t"/>
          <a:lstStyle/>
          <a:p>
            <a:pPr indent="0" marL="0">
              <a:lnSpc>
                <a:spcPct val="132000"/>
              </a:lnSpc>
              <a:buNone/>
            </a:pPr>
            <a:r>
              <a:rPr lang="en-US" sz="900" dirty="0">
                <a:solidFill>
                  <a:srgbClr val="5E574C"/>
                </a:solidFill>
                <a:latin typeface="Manrope" pitchFamily="34" charset="0"/>
                <a:ea typeface="Manrope" pitchFamily="34" charset="-122"/>
                <a:cs typeface="Manrope" pitchFamily="34" charset="-120"/>
              </a:rPr>
              <a:t>01  Do not letterspace body</a:t>
            </a:r>
            <a:endParaRPr lang="en-US" sz="900" dirty="0"/>
          </a:p>
          <a:p>
            <a:pPr indent="0" marL="0">
              <a:lnSpc>
                <a:spcPct val="132000"/>
              </a:lnSpc>
              <a:buNone/>
            </a:pPr>
            <a:r>
              <a:rPr lang="en-US" sz="900" dirty="0">
                <a:solidFill>
                  <a:srgbClr val="5E574C"/>
                </a:solidFill>
                <a:latin typeface="Manrope" pitchFamily="34" charset="0"/>
                <a:ea typeface="Manrope" pitchFamily="34" charset="-122"/>
                <a:cs typeface="Manrope" pitchFamily="34" charset="-120"/>
              </a:rPr>
              <a:t>02  Do not centre long copy</a:t>
            </a:r>
            <a:endParaRPr lang="en-US" sz="900" dirty="0"/>
          </a:p>
          <a:p>
            <a:pPr indent="0" marL="0">
              <a:lnSpc>
                <a:spcPct val="132000"/>
              </a:lnSpc>
              <a:buNone/>
            </a:pPr>
            <a:r>
              <a:rPr lang="en-US" sz="900" dirty="0">
                <a:solidFill>
                  <a:srgbClr val="5E574C"/>
                </a:solidFill>
                <a:latin typeface="Manrope" pitchFamily="34" charset="0"/>
                <a:ea typeface="Manrope" pitchFamily="34" charset="-122"/>
                <a:cs typeface="Manrope" pitchFamily="34" charset="-120"/>
              </a:rPr>
              <a:t>03  Do not set tight</a:t>
            </a:r>
            <a:endParaRPr lang="en-US" sz="900" dirty="0"/>
          </a:p>
          <a:p>
            <a:pPr indent="0" marL="0">
              <a:lnSpc>
                <a:spcPct val="132000"/>
              </a:lnSpc>
              <a:buNone/>
            </a:pPr>
            <a:r>
              <a:rPr lang="en-US" sz="900" dirty="0">
                <a:solidFill>
                  <a:srgbClr val="5E574C"/>
                </a:solidFill>
                <a:latin typeface="Manrope" pitchFamily="34" charset="0"/>
                <a:ea typeface="Manrope" pitchFamily="34" charset="-122"/>
                <a:cs typeface="Manrope" pitchFamily="34" charset="-120"/>
              </a:rPr>
              <a:t>04  Do not set loose</a:t>
            </a:r>
            <a:endParaRPr lang="en-US" sz="900" dirty="0"/>
          </a:p>
          <a:p>
            <a:pPr indent="0" marL="0">
              <a:lnSpc>
                <a:spcPct val="132000"/>
              </a:lnSpc>
              <a:buNone/>
            </a:pPr>
            <a:r>
              <a:rPr lang="en-US" sz="900" dirty="0">
                <a:solidFill>
                  <a:srgbClr val="5E574C"/>
                </a:solidFill>
                <a:latin typeface="Manrope" pitchFamily="34" charset="0"/>
                <a:ea typeface="Manrope" pitchFamily="34" charset="-122"/>
                <a:cs typeface="Manrope" pitchFamily="34" charset="-120"/>
              </a:rPr>
              <a:t>05  Do not set body in capitals</a:t>
            </a:r>
            <a:endParaRPr lang="en-US" sz="900" dirty="0"/>
          </a:p>
          <a:p>
            <a:pPr indent="0" marL="0">
              <a:lnSpc>
                <a:spcPct val="132000"/>
              </a:lnSpc>
              <a:buNone/>
            </a:pPr>
            <a:r>
              <a:rPr lang="en-US" sz="900" dirty="0">
                <a:solidFill>
                  <a:srgbClr val="5E574C"/>
                </a:solidFill>
                <a:latin typeface="Manrope" pitchFamily="34" charset="0"/>
                <a:ea typeface="Manrope" pitchFamily="34" charset="-122"/>
                <a:cs typeface="Manrope" pitchFamily="34" charset="-120"/>
              </a:rPr>
              <a:t>06  Do not mix in a foreign face</a:t>
            </a:r>
            <a:endParaRPr lang="en-US" sz="900" dirty="0"/>
          </a:p>
          <a:p>
            <a:pPr indent="0" marL="0">
              <a:lnSpc>
                <a:spcPct val="132000"/>
              </a:lnSpc>
              <a:buNone/>
            </a:pPr>
            <a:r>
              <a:rPr lang="en-US" sz="900" dirty="0">
                <a:solidFill>
                  <a:srgbClr val="5E574C"/>
                </a:solidFill>
                <a:latin typeface="Manrope" pitchFamily="34" charset="0"/>
                <a:ea typeface="Manrope" pitchFamily="34" charset="-122"/>
                <a:cs typeface="Manrope" pitchFamily="34" charset="-120"/>
              </a:rPr>
              <a:t>07  Do not italicise by default</a:t>
            </a:r>
            <a:endParaRPr lang="en-US" sz="900" dirty="0"/>
          </a:p>
          <a:p>
            <a:pPr indent="0" marL="0">
              <a:lnSpc>
                <a:spcPct val="132000"/>
              </a:lnSpc>
              <a:buNone/>
            </a:pPr>
            <a:r>
              <a:rPr lang="en-US" sz="900" dirty="0">
                <a:solidFill>
                  <a:srgbClr val="5E574C"/>
                </a:solidFill>
                <a:latin typeface="Manrope" pitchFamily="34" charset="0"/>
                <a:ea typeface="Manrope" pitchFamily="34" charset="-122"/>
                <a:cs typeface="Manrope" pitchFamily="34" charset="-120"/>
              </a:rPr>
              <a:t>08  Do not set below nine point</a:t>
            </a:r>
            <a:endParaRPr lang="en-US" sz="900" dirty="0"/>
          </a:p>
          <a:p>
            <a:pPr indent="0" marL="0">
              <a:lnSpc>
                <a:spcPct val="132000"/>
              </a:lnSpc>
              <a:buNone/>
            </a:pPr>
            <a:r>
              <a:rPr lang="en-US" sz="900" dirty="0">
                <a:solidFill>
                  <a:srgbClr val="5E574C"/>
                </a:solidFill>
                <a:latin typeface="Manrope" pitchFamily="34" charset="0"/>
                <a:ea typeface="Manrope" pitchFamily="34" charset="-122"/>
                <a:cs typeface="Manrope" pitchFamily="34" charset="-120"/>
              </a:rPr>
              <a:t>09  Do not colour body off-palette</a:t>
            </a:r>
            <a:endParaRPr lang="en-US" sz="900" dirty="0"/>
          </a:p>
        </p:txBody>
      </p:sp>
      <p:sp>
        <p:nvSpPr>
          <p:cNvPr id="9" name="Shape 7"/>
          <p:cNvSpPr/>
          <p:nvPr/>
        </p:nvSpPr>
        <p:spPr>
          <a:xfrm>
            <a:off x="3611880" y="274320"/>
            <a:ext cx="2569464" cy="1481328"/>
          </a:xfrm>
          <a:prstGeom prst="roundRect">
            <a:avLst>
              <a:gd name="adj" fmla="val 5556"/>
            </a:avLst>
          </a:prstGeom>
          <a:ln w="9525">
            <a:solidFill>
              <a:srgbClr val="D8D2C4"/>
            </a:solidFill>
            <a:prstDash val="solid"/>
          </a:ln>
        </p:spPr>
      </p:sp>
      <p:sp>
        <p:nvSpPr>
          <p:cNvPr id="10" name="Text 8"/>
          <p:cNvSpPr txBox="1"/>
          <p:nvPr/>
        </p:nvSpPr>
        <p:spPr>
          <a:xfrm>
            <a:off x="3758184" y="402336"/>
            <a:ext cx="548640" cy="201168"/>
          </a:xfrm>
          <a:prstGeom prst="rect">
            <a:avLst/>
          </a:prstGeom>
          <a:noFill/>
          <a:ln/>
        </p:spPr>
        <p:txBody>
          <a:bodyPr wrap="square" lIns="0" tIns="0" rIns="0" bIns="0" rtlCol="0" anchor="t"/>
          <a:lstStyle/>
          <a:p>
            <a:pPr indent="0" marL="0">
              <a:buNone/>
            </a:pPr>
            <a:r>
              <a:rPr lang="en-US" sz="700" spc="180" kern="0" dirty="0">
                <a:solidFill>
                  <a:srgbClr val="7A7264"/>
                </a:solidFill>
                <a:latin typeface="Manrope" pitchFamily="34" charset="0"/>
                <a:ea typeface="Manrope" pitchFamily="34" charset="-122"/>
                <a:cs typeface="Manrope" pitchFamily="34" charset="-120"/>
              </a:rPr>
              <a:t>01</a:t>
            </a:r>
            <a:endParaRPr lang="en-US" sz="700" dirty="0"/>
          </a:p>
        </p:txBody>
      </p:sp>
      <p:sp>
        <p:nvSpPr>
          <p:cNvPr id="11" name="Text 9"/>
          <p:cNvSpPr txBox="1"/>
          <p:nvPr/>
        </p:nvSpPr>
        <p:spPr>
          <a:xfrm>
            <a:off x="3758184" y="676656"/>
            <a:ext cx="2276856" cy="932688"/>
          </a:xfrm>
          <a:prstGeom prst="rect">
            <a:avLst/>
          </a:prstGeom>
          <a:noFill/>
          <a:ln/>
        </p:spPr>
        <p:txBody>
          <a:bodyPr wrap="square" lIns="0" tIns="0" rIns="0" bIns="0" rtlCol="0" anchor="t"/>
          <a:lstStyle/>
          <a:p>
            <a:pPr indent="0" marL="0">
              <a:lnSpc>
                <a:spcPct val="140000"/>
              </a:lnSpc>
              <a:buNone/>
            </a:pPr>
            <a:r>
              <a:rPr lang="en-US" sz="950" spc="400" kern="0" dirty="0">
                <a:solidFill>
                  <a:srgbClr val="1C1A17"/>
                </a:solidFill>
                <a:latin typeface="Manrope" pitchFamily="34" charset="0"/>
                <a:ea typeface="Manrope" pitchFamily="34" charset="-122"/>
                <a:cs typeface="Manrope" pitchFamily="34" charset="-120"/>
              </a:rPr>
              <a:t>Lorem ipsum dolor sit amet, consectetur quis amet.</a:t>
            </a:r>
            <a:endParaRPr lang="en-US" sz="950" dirty="0"/>
          </a:p>
        </p:txBody>
      </p:sp>
      <p:sp>
        <p:nvSpPr>
          <p:cNvPr id="12" name="Shape 10"/>
          <p:cNvSpPr/>
          <p:nvPr/>
        </p:nvSpPr>
        <p:spPr>
          <a:xfrm>
            <a:off x="6382512" y="274320"/>
            <a:ext cx="2569464" cy="1481328"/>
          </a:xfrm>
          <a:prstGeom prst="roundRect">
            <a:avLst>
              <a:gd name="adj" fmla="val 5556"/>
            </a:avLst>
          </a:prstGeom>
          <a:ln w="9525">
            <a:solidFill>
              <a:srgbClr val="D8D2C4"/>
            </a:solidFill>
            <a:prstDash val="solid"/>
          </a:ln>
        </p:spPr>
      </p:sp>
      <p:sp>
        <p:nvSpPr>
          <p:cNvPr id="13" name="Text 11"/>
          <p:cNvSpPr txBox="1"/>
          <p:nvPr/>
        </p:nvSpPr>
        <p:spPr>
          <a:xfrm>
            <a:off x="6528816" y="402336"/>
            <a:ext cx="548640" cy="201168"/>
          </a:xfrm>
          <a:prstGeom prst="rect">
            <a:avLst/>
          </a:prstGeom>
          <a:noFill/>
          <a:ln/>
        </p:spPr>
        <p:txBody>
          <a:bodyPr wrap="square" lIns="0" tIns="0" rIns="0" bIns="0" rtlCol="0" anchor="t"/>
          <a:lstStyle/>
          <a:p>
            <a:pPr indent="0" marL="0">
              <a:buNone/>
            </a:pPr>
            <a:r>
              <a:rPr lang="en-US" sz="700" spc="180" kern="0" dirty="0">
                <a:solidFill>
                  <a:srgbClr val="7A7264"/>
                </a:solidFill>
                <a:latin typeface="Manrope" pitchFamily="34" charset="0"/>
                <a:ea typeface="Manrope" pitchFamily="34" charset="-122"/>
                <a:cs typeface="Manrope" pitchFamily="34" charset="-120"/>
              </a:rPr>
              <a:t>02</a:t>
            </a:r>
            <a:endParaRPr lang="en-US" sz="700" dirty="0"/>
          </a:p>
        </p:txBody>
      </p:sp>
      <p:sp>
        <p:nvSpPr>
          <p:cNvPr id="14" name="Text 12"/>
          <p:cNvSpPr txBox="1"/>
          <p:nvPr/>
        </p:nvSpPr>
        <p:spPr>
          <a:xfrm>
            <a:off x="6528816" y="676656"/>
            <a:ext cx="2276856" cy="932688"/>
          </a:xfrm>
          <a:prstGeom prst="rect">
            <a:avLst/>
          </a:prstGeom>
          <a:noFill/>
          <a:ln/>
        </p:spPr>
        <p:txBody>
          <a:bodyPr wrap="square" lIns="0" tIns="0" rIns="0" bIns="0" rtlCol="0" anchor="t"/>
          <a:lstStyle/>
          <a:p>
            <a:pPr algn="ctr" indent="0" marL="0">
              <a:lnSpc>
                <a:spcPct val="140000"/>
              </a:lnSpc>
              <a:buNone/>
            </a:pPr>
            <a:r>
              <a:rPr lang="en-US" sz="950" dirty="0">
                <a:solidFill>
                  <a:srgbClr val="1C1A17"/>
                </a:solidFill>
                <a:latin typeface="Manrope" pitchFamily="34" charset="0"/>
                <a:ea typeface="Manrope" pitchFamily="34" charset="-122"/>
                <a:cs typeface="Manrope" pitchFamily="34" charset="-120"/>
              </a:rPr>
              <a:t>Lorem ipsum dolor sit amet, consectetur quis amet adipiscing elit, sed do eiusmod tempor.</a:t>
            </a:r>
            <a:endParaRPr lang="en-US" sz="950" dirty="0"/>
          </a:p>
        </p:txBody>
      </p:sp>
      <p:sp>
        <p:nvSpPr>
          <p:cNvPr id="15" name="Shape 13"/>
          <p:cNvSpPr/>
          <p:nvPr/>
        </p:nvSpPr>
        <p:spPr>
          <a:xfrm>
            <a:off x="9153144" y="274320"/>
            <a:ext cx="2569464" cy="1481328"/>
          </a:xfrm>
          <a:prstGeom prst="roundRect">
            <a:avLst>
              <a:gd name="adj" fmla="val 5556"/>
            </a:avLst>
          </a:prstGeom>
          <a:ln w="9525">
            <a:solidFill>
              <a:srgbClr val="D8D2C4"/>
            </a:solidFill>
            <a:prstDash val="solid"/>
          </a:ln>
        </p:spPr>
      </p:sp>
      <p:sp>
        <p:nvSpPr>
          <p:cNvPr id="16" name="Text 14"/>
          <p:cNvSpPr txBox="1"/>
          <p:nvPr/>
        </p:nvSpPr>
        <p:spPr>
          <a:xfrm>
            <a:off x="9299448" y="402336"/>
            <a:ext cx="548640" cy="201168"/>
          </a:xfrm>
          <a:prstGeom prst="rect">
            <a:avLst/>
          </a:prstGeom>
          <a:noFill/>
          <a:ln/>
        </p:spPr>
        <p:txBody>
          <a:bodyPr wrap="square" lIns="0" tIns="0" rIns="0" bIns="0" rtlCol="0" anchor="t"/>
          <a:lstStyle/>
          <a:p>
            <a:pPr indent="0" marL="0">
              <a:buNone/>
            </a:pPr>
            <a:r>
              <a:rPr lang="en-US" sz="700" spc="180" kern="0" dirty="0">
                <a:solidFill>
                  <a:srgbClr val="7A7264"/>
                </a:solidFill>
                <a:latin typeface="Manrope" pitchFamily="34" charset="0"/>
                <a:ea typeface="Manrope" pitchFamily="34" charset="-122"/>
                <a:cs typeface="Manrope" pitchFamily="34" charset="-120"/>
              </a:rPr>
              <a:t>03</a:t>
            </a:r>
            <a:endParaRPr lang="en-US" sz="700" dirty="0"/>
          </a:p>
        </p:txBody>
      </p:sp>
      <p:sp>
        <p:nvSpPr>
          <p:cNvPr id="17" name="Text 15"/>
          <p:cNvSpPr txBox="1"/>
          <p:nvPr/>
        </p:nvSpPr>
        <p:spPr>
          <a:xfrm>
            <a:off x="9299448" y="676656"/>
            <a:ext cx="2276856" cy="932688"/>
          </a:xfrm>
          <a:prstGeom prst="rect">
            <a:avLst/>
          </a:prstGeom>
          <a:noFill/>
          <a:ln/>
        </p:spPr>
        <p:txBody>
          <a:bodyPr wrap="square" lIns="0" tIns="0" rIns="0" bIns="0" rtlCol="0" anchor="t"/>
          <a:lstStyle/>
          <a:p>
            <a:pPr indent="0" marL="0">
              <a:lnSpc>
                <a:spcPct val="82000"/>
              </a:lnSpc>
              <a:buNone/>
            </a:pPr>
            <a:r>
              <a:rPr lang="en-US" sz="950" dirty="0">
                <a:solidFill>
                  <a:srgbClr val="1C1A17"/>
                </a:solidFill>
                <a:latin typeface="Manrope" pitchFamily="34" charset="0"/>
                <a:ea typeface="Manrope" pitchFamily="34" charset="-122"/>
                <a:cs typeface="Manrope" pitchFamily="34" charset="-120"/>
              </a:rPr>
              <a:t>Lorem ipsum dolor sit amet, consectetur quis amet adipiscing elit, sed do eiusmod tempor.</a:t>
            </a:r>
            <a:endParaRPr lang="en-US" sz="950" dirty="0"/>
          </a:p>
        </p:txBody>
      </p:sp>
      <p:sp>
        <p:nvSpPr>
          <p:cNvPr id="18" name="Shape 16"/>
          <p:cNvSpPr/>
          <p:nvPr/>
        </p:nvSpPr>
        <p:spPr>
          <a:xfrm>
            <a:off x="3611880" y="1993392"/>
            <a:ext cx="2569464" cy="1481328"/>
          </a:xfrm>
          <a:prstGeom prst="roundRect">
            <a:avLst>
              <a:gd name="adj" fmla="val 5556"/>
            </a:avLst>
          </a:prstGeom>
          <a:ln w="9525">
            <a:solidFill>
              <a:srgbClr val="D8D2C4"/>
            </a:solidFill>
            <a:prstDash val="solid"/>
          </a:ln>
        </p:spPr>
      </p:sp>
      <p:sp>
        <p:nvSpPr>
          <p:cNvPr id="19" name="Text 17"/>
          <p:cNvSpPr txBox="1"/>
          <p:nvPr/>
        </p:nvSpPr>
        <p:spPr>
          <a:xfrm>
            <a:off x="3758184" y="2121408"/>
            <a:ext cx="548640" cy="201168"/>
          </a:xfrm>
          <a:prstGeom prst="rect">
            <a:avLst/>
          </a:prstGeom>
          <a:noFill/>
          <a:ln/>
        </p:spPr>
        <p:txBody>
          <a:bodyPr wrap="square" lIns="0" tIns="0" rIns="0" bIns="0" rtlCol="0" anchor="t"/>
          <a:lstStyle/>
          <a:p>
            <a:pPr indent="0" marL="0">
              <a:buNone/>
            </a:pPr>
            <a:r>
              <a:rPr lang="en-US" sz="700" spc="180" kern="0" dirty="0">
                <a:solidFill>
                  <a:srgbClr val="7A7264"/>
                </a:solidFill>
                <a:latin typeface="Manrope" pitchFamily="34" charset="0"/>
                <a:ea typeface="Manrope" pitchFamily="34" charset="-122"/>
                <a:cs typeface="Manrope" pitchFamily="34" charset="-120"/>
              </a:rPr>
              <a:t>04</a:t>
            </a:r>
            <a:endParaRPr lang="en-US" sz="700" dirty="0"/>
          </a:p>
        </p:txBody>
      </p:sp>
      <p:sp>
        <p:nvSpPr>
          <p:cNvPr id="20" name="Text 18"/>
          <p:cNvSpPr txBox="1"/>
          <p:nvPr/>
        </p:nvSpPr>
        <p:spPr>
          <a:xfrm>
            <a:off x="3758184" y="2395728"/>
            <a:ext cx="2276856" cy="932688"/>
          </a:xfrm>
          <a:prstGeom prst="rect">
            <a:avLst/>
          </a:prstGeom>
          <a:noFill/>
          <a:ln/>
        </p:spPr>
        <p:txBody>
          <a:bodyPr wrap="square" lIns="0" tIns="0" rIns="0" bIns="0" rtlCol="0" anchor="t"/>
          <a:lstStyle/>
          <a:p>
            <a:pPr indent="0" marL="0">
              <a:lnSpc>
                <a:spcPct val="230000"/>
              </a:lnSpc>
              <a:buNone/>
            </a:pPr>
            <a:r>
              <a:rPr lang="en-US" sz="950" dirty="0">
                <a:solidFill>
                  <a:srgbClr val="1C1A17"/>
                </a:solidFill>
                <a:latin typeface="Manrope" pitchFamily="34" charset="0"/>
                <a:ea typeface="Manrope" pitchFamily="34" charset="-122"/>
                <a:cs typeface="Manrope" pitchFamily="34" charset="-120"/>
              </a:rPr>
              <a:t>Lorem ipsum dolor sit amet, consectetur quis amet adipiscing elit, sed do eiusmod tempor.</a:t>
            </a:r>
            <a:endParaRPr lang="en-US" sz="950" dirty="0"/>
          </a:p>
        </p:txBody>
      </p:sp>
      <p:sp>
        <p:nvSpPr>
          <p:cNvPr id="21" name="Shape 19"/>
          <p:cNvSpPr/>
          <p:nvPr/>
        </p:nvSpPr>
        <p:spPr>
          <a:xfrm>
            <a:off x="6382512" y="1993392"/>
            <a:ext cx="2569464" cy="1481328"/>
          </a:xfrm>
          <a:prstGeom prst="roundRect">
            <a:avLst>
              <a:gd name="adj" fmla="val 5556"/>
            </a:avLst>
          </a:prstGeom>
          <a:ln w="9525">
            <a:solidFill>
              <a:srgbClr val="D8D2C4"/>
            </a:solidFill>
            <a:prstDash val="solid"/>
          </a:ln>
        </p:spPr>
      </p:sp>
      <p:sp>
        <p:nvSpPr>
          <p:cNvPr id="22" name="Text 20"/>
          <p:cNvSpPr txBox="1"/>
          <p:nvPr/>
        </p:nvSpPr>
        <p:spPr>
          <a:xfrm>
            <a:off x="6528816" y="2121408"/>
            <a:ext cx="548640" cy="201168"/>
          </a:xfrm>
          <a:prstGeom prst="rect">
            <a:avLst/>
          </a:prstGeom>
          <a:noFill/>
          <a:ln/>
        </p:spPr>
        <p:txBody>
          <a:bodyPr wrap="square" lIns="0" tIns="0" rIns="0" bIns="0" rtlCol="0" anchor="t"/>
          <a:lstStyle/>
          <a:p>
            <a:pPr indent="0" marL="0">
              <a:buNone/>
            </a:pPr>
            <a:r>
              <a:rPr lang="en-US" sz="700" spc="180" kern="0" dirty="0">
                <a:solidFill>
                  <a:srgbClr val="7A7264"/>
                </a:solidFill>
                <a:latin typeface="Manrope" pitchFamily="34" charset="0"/>
                <a:ea typeface="Manrope" pitchFamily="34" charset="-122"/>
                <a:cs typeface="Manrope" pitchFamily="34" charset="-120"/>
              </a:rPr>
              <a:t>05</a:t>
            </a:r>
            <a:endParaRPr lang="en-US" sz="700" dirty="0"/>
          </a:p>
        </p:txBody>
      </p:sp>
      <p:sp>
        <p:nvSpPr>
          <p:cNvPr id="23" name="Text 21"/>
          <p:cNvSpPr txBox="1"/>
          <p:nvPr/>
        </p:nvSpPr>
        <p:spPr>
          <a:xfrm>
            <a:off x="6528816" y="2395728"/>
            <a:ext cx="2276856" cy="932688"/>
          </a:xfrm>
          <a:prstGeom prst="rect">
            <a:avLst/>
          </a:prstGeom>
          <a:noFill/>
          <a:ln/>
        </p:spPr>
        <p:txBody>
          <a:bodyPr wrap="square" lIns="0" tIns="0" rIns="0" bIns="0" rtlCol="0" anchor="t"/>
          <a:lstStyle/>
          <a:p>
            <a:pPr indent="0" marL="0">
              <a:lnSpc>
                <a:spcPct val="140000"/>
              </a:lnSpc>
              <a:buNone/>
            </a:pPr>
            <a:r>
              <a:rPr lang="en-US" sz="950" dirty="0">
                <a:solidFill>
                  <a:srgbClr val="1C1A17"/>
                </a:solidFill>
                <a:latin typeface="Manrope" pitchFamily="34" charset="0"/>
                <a:ea typeface="Manrope" pitchFamily="34" charset="-122"/>
                <a:cs typeface="Manrope" pitchFamily="34" charset="-120"/>
              </a:rPr>
              <a:t>LOREM IPSUM DOLOR SIT AMET, CONSECTETUR QUIS AMET ADIPISCING ELIT, SED DO EIUSMOD TEMPOR.</a:t>
            </a:r>
            <a:endParaRPr lang="en-US" sz="950" dirty="0"/>
          </a:p>
        </p:txBody>
      </p:sp>
      <p:sp>
        <p:nvSpPr>
          <p:cNvPr id="24" name="Shape 22"/>
          <p:cNvSpPr/>
          <p:nvPr/>
        </p:nvSpPr>
        <p:spPr>
          <a:xfrm>
            <a:off x="9153144" y="1993392"/>
            <a:ext cx="2569464" cy="1481328"/>
          </a:xfrm>
          <a:prstGeom prst="roundRect">
            <a:avLst>
              <a:gd name="adj" fmla="val 5556"/>
            </a:avLst>
          </a:prstGeom>
          <a:ln w="9525">
            <a:solidFill>
              <a:srgbClr val="D8D2C4"/>
            </a:solidFill>
            <a:prstDash val="solid"/>
          </a:ln>
        </p:spPr>
      </p:sp>
      <p:sp>
        <p:nvSpPr>
          <p:cNvPr id="25" name="Text 23"/>
          <p:cNvSpPr txBox="1"/>
          <p:nvPr/>
        </p:nvSpPr>
        <p:spPr>
          <a:xfrm>
            <a:off x="9299448" y="2121408"/>
            <a:ext cx="548640" cy="201168"/>
          </a:xfrm>
          <a:prstGeom prst="rect">
            <a:avLst/>
          </a:prstGeom>
          <a:noFill/>
          <a:ln/>
        </p:spPr>
        <p:txBody>
          <a:bodyPr wrap="square" lIns="0" tIns="0" rIns="0" bIns="0" rtlCol="0" anchor="t"/>
          <a:lstStyle/>
          <a:p>
            <a:pPr indent="0" marL="0">
              <a:buNone/>
            </a:pPr>
            <a:r>
              <a:rPr lang="en-US" sz="700" spc="180" kern="0" dirty="0">
                <a:solidFill>
                  <a:srgbClr val="7A7264"/>
                </a:solidFill>
                <a:latin typeface="Manrope" pitchFamily="34" charset="0"/>
                <a:ea typeface="Manrope" pitchFamily="34" charset="-122"/>
                <a:cs typeface="Manrope" pitchFamily="34" charset="-120"/>
              </a:rPr>
              <a:t>06</a:t>
            </a:r>
            <a:endParaRPr lang="en-US" sz="700" dirty="0"/>
          </a:p>
        </p:txBody>
      </p:sp>
      <p:sp>
        <p:nvSpPr>
          <p:cNvPr id="26" name="Text 24"/>
          <p:cNvSpPr txBox="1"/>
          <p:nvPr/>
        </p:nvSpPr>
        <p:spPr>
          <a:xfrm>
            <a:off x="9299448" y="2395728"/>
            <a:ext cx="2276856" cy="932688"/>
          </a:xfrm>
          <a:prstGeom prst="rect">
            <a:avLst/>
          </a:prstGeom>
          <a:noFill/>
          <a:ln/>
        </p:spPr>
        <p:txBody>
          <a:bodyPr wrap="square" lIns="0" tIns="0" rIns="0" bIns="0" rtlCol="0" anchor="t"/>
          <a:lstStyle/>
          <a:p>
            <a:pPr indent="0" marL="0">
              <a:lnSpc>
                <a:spcPct val="140000"/>
              </a:lnSpc>
              <a:buNone/>
            </a:pPr>
            <a:r>
              <a:rPr lang="en-US" sz="950" dirty="0">
                <a:solidFill>
                  <a:srgbClr val="1C1A17"/>
                </a:solidFill>
                <a:latin typeface="Arial" pitchFamily="34" charset="0"/>
                <a:ea typeface="Arial" pitchFamily="34" charset="-122"/>
                <a:cs typeface="Arial" pitchFamily="34" charset="-120"/>
              </a:rPr>
              <a:t>Lorem ipsum dolor sit amet, consectetur quis amet adipiscing elit, sed do eiusmod tempor.</a:t>
            </a:r>
            <a:endParaRPr lang="en-US" sz="950" dirty="0"/>
          </a:p>
        </p:txBody>
      </p:sp>
      <p:sp>
        <p:nvSpPr>
          <p:cNvPr id="27" name="Shape 25"/>
          <p:cNvSpPr/>
          <p:nvPr/>
        </p:nvSpPr>
        <p:spPr>
          <a:xfrm>
            <a:off x="3611880" y="3712464"/>
            <a:ext cx="2569464" cy="1481328"/>
          </a:xfrm>
          <a:prstGeom prst="roundRect">
            <a:avLst>
              <a:gd name="adj" fmla="val 5556"/>
            </a:avLst>
          </a:prstGeom>
          <a:ln w="9525">
            <a:solidFill>
              <a:srgbClr val="D8D2C4"/>
            </a:solidFill>
            <a:prstDash val="solid"/>
          </a:ln>
        </p:spPr>
      </p:sp>
      <p:sp>
        <p:nvSpPr>
          <p:cNvPr id="28" name="Text 26"/>
          <p:cNvSpPr txBox="1"/>
          <p:nvPr/>
        </p:nvSpPr>
        <p:spPr>
          <a:xfrm>
            <a:off x="3758184" y="3840480"/>
            <a:ext cx="548640" cy="201168"/>
          </a:xfrm>
          <a:prstGeom prst="rect">
            <a:avLst/>
          </a:prstGeom>
          <a:noFill/>
          <a:ln/>
        </p:spPr>
        <p:txBody>
          <a:bodyPr wrap="square" lIns="0" tIns="0" rIns="0" bIns="0" rtlCol="0" anchor="t"/>
          <a:lstStyle/>
          <a:p>
            <a:pPr indent="0" marL="0">
              <a:buNone/>
            </a:pPr>
            <a:r>
              <a:rPr lang="en-US" sz="700" spc="180" kern="0" dirty="0">
                <a:solidFill>
                  <a:srgbClr val="7A7264"/>
                </a:solidFill>
                <a:latin typeface="Manrope" pitchFamily="34" charset="0"/>
                <a:ea typeface="Manrope" pitchFamily="34" charset="-122"/>
                <a:cs typeface="Manrope" pitchFamily="34" charset="-120"/>
              </a:rPr>
              <a:t>07</a:t>
            </a:r>
            <a:endParaRPr lang="en-US" sz="700" dirty="0"/>
          </a:p>
        </p:txBody>
      </p:sp>
      <p:sp>
        <p:nvSpPr>
          <p:cNvPr id="29" name="Text 27"/>
          <p:cNvSpPr txBox="1"/>
          <p:nvPr/>
        </p:nvSpPr>
        <p:spPr>
          <a:xfrm>
            <a:off x="3758184" y="4114800"/>
            <a:ext cx="2276856" cy="932688"/>
          </a:xfrm>
          <a:prstGeom prst="rect">
            <a:avLst/>
          </a:prstGeom>
          <a:noFill/>
          <a:ln/>
        </p:spPr>
        <p:txBody>
          <a:bodyPr wrap="square" lIns="0" tIns="0" rIns="0" bIns="0" rtlCol="0" anchor="t"/>
          <a:lstStyle/>
          <a:p>
            <a:pPr indent="0" marL="0">
              <a:lnSpc>
                <a:spcPct val="140000"/>
              </a:lnSpc>
              <a:buNone/>
            </a:pPr>
            <a:r>
              <a:rPr lang="en-US" sz="950" i="1" dirty="0">
                <a:solidFill>
                  <a:srgbClr val="1C1A17"/>
                </a:solidFill>
                <a:latin typeface="Manrope" pitchFamily="34" charset="0"/>
                <a:ea typeface="Manrope" pitchFamily="34" charset="-122"/>
                <a:cs typeface="Manrope" pitchFamily="34" charset="-120"/>
              </a:rPr>
              <a:t>Lorem ipsum dolor sit amet, consectetur quis amet adipiscing elit, sed do eiusmod tempor.</a:t>
            </a:r>
            <a:endParaRPr lang="en-US" sz="950" dirty="0"/>
          </a:p>
        </p:txBody>
      </p:sp>
      <p:sp>
        <p:nvSpPr>
          <p:cNvPr id="30" name="Shape 28"/>
          <p:cNvSpPr/>
          <p:nvPr/>
        </p:nvSpPr>
        <p:spPr>
          <a:xfrm>
            <a:off x="6382512" y="3712464"/>
            <a:ext cx="2569464" cy="1481328"/>
          </a:xfrm>
          <a:prstGeom prst="roundRect">
            <a:avLst>
              <a:gd name="adj" fmla="val 5556"/>
            </a:avLst>
          </a:prstGeom>
          <a:ln w="9525">
            <a:solidFill>
              <a:srgbClr val="D8D2C4"/>
            </a:solidFill>
            <a:prstDash val="solid"/>
          </a:ln>
        </p:spPr>
      </p:sp>
      <p:sp>
        <p:nvSpPr>
          <p:cNvPr id="31" name="Text 29"/>
          <p:cNvSpPr txBox="1"/>
          <p:nvPr/>
        </p:nvSpPr>
        <p:spPr>
          <a:xfrm>
            <a:off x="6528816" y="3840480"/>
            <a:ext cx="548640" cy="201168"/>
          </a:xfrm>
          <a:prstGeom prst="rect">
            <a:avLst/>
          </a:prstGeom>
          <a:noFill/>
          <a:ln/>
        </p:spPr>
        <p:txBody>
          <a:bodyPr wrap="square" lIns="0" tIns="0" rIns="0" bIns="0" rtlCol="0" anchor="t"/>
          <a:lstStyle/>
          <a:p>
            <a:pPr indent="0" marL="0">
              <a:buNone/>
            </a:pPr>
            <a:r>
              <a:rPr lang="en-US" sz="700" spc="180" kern="0" dirty="0">
                <a:solidFill>
                  <a:srgbClr val="7A7264"/>
                </a:solidFill>
                <a:latin typeface="Manrope" pitchFamily="34" charset="0"/>
                <a:ea typeface="Manrope" pitchFamily="34" charset="-122"/>
                <a:cs typeface="Manrope" pitchFamily="34" charset="-120"/>
              </a:rPr>
              <a:t>08</a:t>
            </a:r>
            <a:endParaRPr lang="en-US" sz="700" dirty="0"/>
          </a:p>
        </p:txBody>
      </p:sp>
      <p:sp>
        <p:nvSpPr>
          <p:cNvPr id="32" name="Text 30"/>
          <p:cNvSpPr txBox="1"/>
          <p:nvPr/>
        </p:nvSpPr>
        <p:spPr>
          <a:xfrm>
            <a:off x="6528816" y="4114800"/>
            <a:ext cx="2276856" cy="932688"/>
          </a:xfrm>
          <a:prstGeom prst="rect">
            <a:avLst/>
          </a:prstGeom>
          <a:noFill/>
          <a:ln/>
        </p:spPr>
        <p:txBody>
          <a:bodyPr wrap="square" lIns="0" tIns="0" rIns="0" bIns="0" rtlCol="0" anchor="t"/>
          <a:lstStyle/>
          <a:p>
            <a:pPr indent="0" marL="0">
              <a:lnSpc>
                <a:spcPct val="140000"/>
              </a:lnSpc>
              <a:buNone/>
            </a:pPr>
            <a:r>
              <a:rPr lang="en-US" sz="650" dirty="0">
                <a:solidFill>
                  <a:srgbClr val="1C1A17"/>
                </a:solidFill>
                <a:latin typeface="Manrope" pitchFamily="34" charset="0"/>
                <a:ea typeface="Manrope" pitchFamily="34" charset="-122"/>
                <a:cs typeface="Manrope" pitchFamily="34" charset="-120"/>
              </a:rPr>
              <a:t>Lorem ipsum dolor sit amet, consectetur quis amet adipiscing elit, sed do eiusmod tempor.</a:t>
            </a:r>
            <a:endParaRPr lang="en-US" sz="650" dirty="0"/>
          </a:p>
        </p:txBody>
      </p:sp>
      <p:sp>
        <p:nvSpPr>
          <p:cNvPr id="33" name="Shape 31"/>
          <p:cNvSpPr/>
          <p:nvPr/>
        </p:nvSpPr>
        <p:spPr>
          <a:xfrm>
            <a:off x="9153144" y="3712464"/>
            <a:ext cx="2569464" cy="1481328"/>
          </a:xfrm>
          <a:prstGeom prst="roundRect">
            <a:avLst>
              <a:gd name="adj" fmla="val 5556"/>
            </a:avLst>
          </a:prstGeom>
          <a:ln w="9525">
            <a:solidFill>
              <a:srgbClr val="D8D2C4"/>
            </a:solidFill>
            <a:prstDash val="solid"/>
          </a:ln>
        </p:spPr>
      </p:sp>
      <p:sp>
        <p:nvSpPr>
          <p:cNvPr id="34" name="Text 32"/>
          <p:cNvSpPr txBox="1"/>
          <p:nvPr/>
        </p:nvSpPr>
        <p:spPr>
          <a:xfrm>
            <a:off x="9299448" y="3840480"/>
            <a:ext cx="548640" cy="201168"/>
          </a:xfrm>
          <a:prstGeom prst="rect">
            <a:avLst/>
          </a:prstGeom>
          <a:noFill/>
          <a:ln/>
        </p:spPr>
        <p:txBody>
          <a:bodyPr wrap="square" lIns="0" tIns="0" rIns="0" bIns="0" rtlCol="0" anchor="t"/>
          <a:lstStyle/>
          <a:p>
            <a:pPr indent="0" marL="0">
              <a:buNone/>
            </a:pPr>
            <a:r>
              <a:rPr lang="en-US" sz="700" spc="180" kern="0" dirty="0">
                <a:solidFill>
                  <a:srgbClr val="7A7264"/>
                </a:solidFill>
                <a:latin typeface="Manrope" pitchFamily="34" charset="0"/>
                <a:ea typeface="Manrope" pitchFamily="34" charset="-122"/>
                <a:cs typeface="Manrope" pitchFamily="34" charset="-120"/>
              </a:rPr>
              <a:t>09</a:t>
            </a:r>
            <a:endParaRPr lang="en-US" sz="700" dirty="0"/>
          </a:p>
        </p:txBody>
      </p:sp>
      <p:sp>
        <p:nvSpPr>
          <p:cNvPr id="35" name="Text 33"/>
          <p:cNvSpPr txBox="1"/>
          <p:nvPr/>
        </p:nvSpPr>
        <p:spPr>
          <a:xfrm>
            <a:off x="9299448" y="4114800"/>
            <a:ext cx="2276856" cy="932688"/>
          </a:xfrm>
          <a:prstGeom prst="rect">
            <a:avLst/>
          </a:prstGeom>
          <a:noFill/>
          <a:ln/>
        </p:spPr>
        <p:txBody>
          <a:bodyPr wrap="square" lIns="0" tIns="0" rIns="0" bIns="0" rtlCol="0" anchor="t"/>
          <a:lstStyle/>
          <a:p>
            <a:pPr indent="0" marL="0">
              <a:lnSpc>
                <a:spcPct val="140000"/>
              </a:lnSpc>
              <a:buNone/>
            </a:pPr>
            <a:r>
              <a:rPr lang="en-US" sz="950" dirty="0">
                <a:solidFill>
                  <a:srgbClr val="2E7D32"/>
                </a:solidFill>
                <a:latin typeface="Manrope" pitchFamily="34" charset="0"/>
                <a:ea typeface="Manrope" pitchFamily="34" charset="-122"/>
                <a:cs typeface="Manrope" pitchFamily="34" charset="-120"/>
              </a:rPr>
              <a:t>Lorem ipsum dolor sit amet, consectetur quis amet adipiscing elit, sed do eiusmod tempor.</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566928" y="274320"/>
            <a:ext cx="0" cy="6309360"/>
          </a:xfrm>
          <a:prstGeom prst="line">
            <a:avLst/>
          </a:prstGeom>
          <a:noFill/>
          <a:ln w="9525">
            <a:solidFill>
              <a:srgbClr val="BDB4A2"/>
            </a:solidFill>
            <a:prstDash val="solid"/>
          </a:ln>
        </p:spPr>
      </p:sp>
      <p:sp>
        <p:nvSpPr>
          <p:cNvPr id="3" name="Text 1"/>
          <p:cNvSpPr txBox="1"/>
          <p:nvPr/>
        </p:nvSpPr>
        <p:spPr>
          <a:xfrm rot="16200000">
            <a:off x="9144" y="256032"/>
            <a:ext cx="457200" cy="274320"/>
          </a:xfrm>
          <a:prstGeom prst="rect">
            <a:avLst/>
          </a:prstGeom>
          <a:noFill/>
          <a:ln/>
        </p:spPr>
        <p:txBody>
          <a:bodyPr wrap="none" lIns="0" tIns="0" rIns="0" bIns="0" rtlCol="0" anchor="ctr"/>
          <a:lstStyle/>
          <a:p>
            <a:pPr algn="ctr" indent="0" marL="0">
              <a:buNone/>
            </a:pPr>
            <a:r>
              <a:rPr lang="en-US" sz="700" spc="160" kern="0" dirty="0">
                <a:solidFill>
                  <a:srgbClr val="7A7264"/>
                </a:solidFill>
                <a:latin typeface="Manrope" pitchFamily="34" charset="0"/>
                <a:ea typeface="Manrope" pitchFamily="34" charset="-122"/>
                <a:cs typeface="Manrope" pitchFamily="34" charset="-120"/>
              </a:rPr>
              <a:t>028</a:t>
            </a:r>
            <a:endParaRPr lang="en-US" sz="700" dirty="0"/>
          </a:p>
        </p:txBody>
      </p:sp>
      <p:sp>
        <p:nvSpPr>
          <p:cNvPr id="4" name="Text 2"/>
          <p:cNvSpPr txBox="1"/>
          <p:nvPr/>
        </p:nvSpPr>
        <p:spPr>
          <a:xfrm rot="16200000">
            <a:off x="-950976" y="5257800"/>
            <a:ext cx="2377440" cy="274320"/>
          </a:xfrm>
          <a:prstGeom prst="rect">
            <a:avLst/>
          </a:prstGeom>
          <a:noFill/>
          <a:ln/>
        </p:spPr>
        <p:txBody>
          <a:bodyPr wrap="none" lIns="0" tIns="0" rIns="0" bIns="0" rtlCol="0" anchor="ctr"/>
          <a:lstStyle/>
          <a:p>
            <a:pPr algn="l" indent="0" marL="0">
              <a:buNone/>
            </a:pPr>
            <a:r>
              <a:rPr lang="en-US" sz="700" spc="160" kern="0" dirty="0">
                <a:solidFill>
                  <a:srgbClr val="7A7264"/>
                </a:solidFill>
                <a:latin typeface="Manrope" pitchFamily="34" charset="0"/>
                <a:ea typeface="Manrope" pitchFamily="34" charset="-122"/>
                <a:cs typeface="Manrope" pitchFamily="34" charset="-120"/>
              </a:rPr>
              <a:t>THE IDENTITY BOOK</a:t>
            </a:r>
            <a:endParaRPr lang="en-US" sz="700" dirty="0"/>
          </a:p>
        </p:txBody>
      </p:sp>
      <p:sp>
        <p:nvSpPr>
          <p:cNvPr id="5" name="Text 3"/>
          <p:cNvSpPr txBox="1"/>
          <p:nvPr/>
        </p:nvSpPr>
        <p:spPr>
          <a:xfrm rot="16200000">
            <a:off x="-1586484" y="3337560"/>
            <a:ext cx="5623560" cy="868680"/>
          </a:xfrm>
          <a:prstGeom prst="rect">
            <a:avLst/>
          </a:prstGeom>
          <a:noFill/>
          <a:ln/>
        </p:spPr>
        <p:txBody>
          <a:bodyPr wrap="none" lIns="0" tIns="0" rIns="0" bIns="0" rtlCol="0" anchor="ctr"/>
          <a:lstStyle/>
          <a:p>
            <a:pPr algn="l" indent="0" marL="0">
              <a:buNone/>
            </a:pPr>
            <a:r>
              <a:rPr lang="en-US" sz="5000" dirty="0">
                <a:solidFill>
                  <a:srgbClr val="0F0F10"/>
                </a:solidFill>
                <a:latin typeface="Bookmania" pitchFamily="34" charset="0"/>
                <a:ea typeface="Bookmania" pitchFamily="34" charset="-122"/>
                <a:cs typeface="Bookmania" pitchFamily="34" charset="-120"/>
              </a:rPr>
              <a:t>PHOTOGRAPHY</a:t>
            </a:r>
            <a:endParaRPr lang="en-US" sz="5000" dirty="0"/>
          </a:p>
        </p:txBody>
      </p:sp>
      <p:sp>
        <p:nvSpPr>
          <p:cNvPr id="6" name="Shape 4"/>
          <p:cNvSpPr/>
          <p:nvPr/>
        </p:nvSpPr>
        <p:spPr>
          <a:xfrm>
            <a:off x="1700784" y="274320"/>
            <a:ext cx="0" cy="6309360"/>
          </a:xfrm>
          <a:prstGeom prst="line">
            <a:avLst/>
          </a:prstGeom>
          <a:noFill/>
          <a:ln w="9525">
            <a:solidFill>
              <a:srgbClr val="BDB4A2"/>
            </a:solidFill>
            <a:prstDash val="solid"/>
          </a:ln>
        </p:spPr>
      </p:sp>
      <p:sp>
        <p:nvSpPr>
          <p:cNvPr id="7" name="Text 5"/>
          <p:cNvSpPr txBox="1"/>
          <p:nvPr/>
        </p:nvSpPr>
        <p:spPr>
          <a:xfrm>
            <a:off x="1956816" y="292608"/>
            <a:ext cx="548640" cy="201168"/>
          </a:xfrm>
          <a:prstGeom prst="rect">
            <a:avLst/>
          </a:prstGeom>
          <a:noFill/>
          <a:ln/>
        </p:spPr>
        <p:txBody>
          <a:bodyPr wrap="square" lIns="0" tIns="0" rIns="0" bIns="0" rtlCol="0" anchor="t"/>
          <a:lstStyle/>
          <a:p>
            <a:pPr indent="0" marL="0">
              <a:buNone/>
            </a:pPr>
            <a:r>
              <a:rPr lang="en-US" sz="950" b="1" spc="180" kern="0" dirty="0">
                <a:solidFill>
                  <a:srgbClr val="0F0F10"/>
                </a:solidFill>
                <a:latin typeface="Manrope" pitchFamily="34" charset="0"/>
                <a:ea typeface="Manrope" pitchFamily="34" charset="-122"/>
                <a:cs typeface="Manrope" pitchFamily="34" charset="-120"/>
              </a:rPr>
              <a:t>5.0</a:t>
            </a:r>
            <a:endParaRPr lang="en-US" sz="950" dirty="0"/>
          </a:p>
        </p:txBody>
      </p:sp>
      <p:sp>
        <p:nvSpPr>
          <p:cNvPr id="8" name="Text 6"/>
          <p:cNvSpPr txBox="1"/>
          <p:nvPr/>
        </p:nvSpPr>
        <p:spPr>
          <a:xfrm>
            <a:off x="2615184" y="292608"/>
            <a:ext cx="2103120" cy="201168"/>
          </a:xfrm>
          <a:prstGeom prst="rect">
            <a:avLst/>
          </a:prstGeom>
          <a:noFill/>
          <a:ln/>
        </p:spPr>
        <p:txBody>
          <a:bodyPr wrap="square" lIns="0" tIns="0" rIns="0" bIns="0" rtlCol="0" anchor="t"/>
          <a:lstStyle/>
          <a:p>
            <a:pPr indent="0" marL="0">
              <a:buNone/>
            </a:pPr>
            <a:r>
              <a:rPr lang="en-US" sz="950" b="1" spc="180" kern="0" dirty="0">
                <a:solidFill>
                  <a:srgbClr val="0F0F10"/>
                </a:solidFill>
                <a:latin typeface="Manrope" pitchFamily="34" charset="0"/>
                <a:ea typeface="Manrope" pitchFamily="34" charset="-122"/>
                <a:cs typeface="Manrope" pitchFamily="34" charset="-120"/>
              </a:rPr>
              <a:t>PHOTOGRAPHY</a:t>
            </a:r>
            <a:endParaRPr lang="en-US" sz="950" dirty="0"/>
          </a:p>
        </p:txBody>
      </p:sp>
      <p:sp>
        <p:nvSpPr>
          <p:cNvPr id="9" name="Text 7"/>
          <p:cNvSpPr txBox="1"/>
          <p:nvPr/>
        </p:nvSpPr>
        <p:spPr>
          <a:xfrm>
            <a:off x="4608576" y="292608"/>
            <a:ext cx="457200" cy="201168"/>
          </a:xfrm>
          <a:prstGeom prst="rect">
            <a:avLst/>
          </a:prstGeom>
          <a:noFill/>
          <a:ln/>
        </p:spPr>
        <p:txBody>
          <a:bodyPr wrap="square" lIns="0" tIns="0" rIns="0" bIns="0" rtlCol="0" anchor="t"/>
          <a:lstStyle/>
          <a:p>
            <a:pPr algn="r" indent="0" marL="0">
              <a:buNone/>
            </a:pPr>
            <a:r>
              <a:rPr lang="en-US" sz="950" b="1" spc="180" kern="0" dirty="0">
                <a:solidFill>
                  <a:srgbClr val="0F0F10"/>
                </a:solidFill>
                <a:latin typeface="Manrope" pitchFamily="34" charset="0"/>
                <a:ea typeface="Manrope" pitchFamily="34" charset="-122"/>
                <a:cs typeface="Manrope" pitchFamily="34" charset="-120"/>
              </a:rPr>
              <a:t>28</a:t>
            </a:r>
            <a:endParaRPr lang="en-US" sz="950" dirty="0"/>
          </a:p>
        </p:txBody>
      </p:sp>
      <p:sp>
        <p:nvSpPr>
          <p:cNvPr id="10" name="Text 8"/>
          <p:cNvSpPr txBox="1"/>
          <p:nvPr/>
        </p:nvSpPr>
        <p:spPr>
          <a:xfrm>
            <a:off x="1956816" y="694944"/>
            <a:ext cx="548640" cy="219456"/>
          </a:xfrm>
          <a:prstGeom prst="rect">
            <a:avLst/>
          </a:prstGeom>
          <a:noFill/>
          <a:ln/>
        </p:spPr>
        <p:txBody>
          <a:bodyPr wrap="square" lIns="0" tIns="0" rIns="0" bIns="0" rtlCol="0" anchor="t"/>
          <a:lstStyle/>
          <a:p>
            <a:pPr indent="0" marL="0">
              <a:buNone/>
            </a:pPr>
            <a:r>
              <a:rPr lang="en-US" sz="1050" dirty="0">
                <a:solidFill>
                  <a:srgbClr val="5E574C"/>
                </a:solidFill>
                <a:latin typeface="Bookmania" pitchFamily="34" charset="0"/>
                <a:ea typeface="Bookmania" pitchFamily="34" charset="-122"/>
                <a:cs typeface="Bookmania" pitchFamily="34" charset="-120"/>
              </a:rPr>
              <a:t>5.1</a:t>
            </a:r>
            <a:endParaRPr lang="en-US" sz="1050" dirty="0"/>
          </a:p>
        </p:txBody>
      </p:sp>
      <p:sp>
        <p:nvSpPr>
          <p:cNvPr id="11" name="Text 9"/>
          <p:cNvSpPr txBox="1"/>
          <p:nvPr/>
        </p:nvSpPr>
        <p:spPr>
          <a:xfrm>
            <a:off x="2615184" y="694944"/>
            <a:ext cx="2103120" cy="219456"/>
          </a:xfrm>
          <a:prstGeom prst="rect">
            <a:avLst/>
          </a:prstGeom>
          <a:noFill/>
          <a:ln/>
        </p:spPr>
        <p:txBody>
          <a:bodyPr wrap="square" lIns="0" tIns="0" rIns="0" bIns="0" rtlCol="0" anchor="t"/>
          <a:lstStyle/>
          <a:p>
            <a:pPr indent="0" marL="0">
              <a:buNone/>
            </a:pPr>
            <a:r>
              <a:rPr lang="en-US" sz="1050" dirty="0">
                <a:solidFill>
                  <a:srgbClr val="1C1A17"/>
                </a:solidFill>
                <a:latin typeface="Bookmania" pitchFamily="34" charset="0"/>
                <a:ea typeface="Bookmania" pitchFamily="34" charset="-122"/>
                <a:cs typeface="Bookmania" pitchFamily="34" charset="-120"/>
              </a:rPr>
              <a:t>Photographic Style</a:t>
            </a:r>
            <a:endParaRPr lang="en-US" sz="1050" dirty="0"/>
          </a:p>
        </p:txBody>
      </p:sp>
      <p:sp>
        <p:nvSpPr>
          <p:cNvPr id="12" name="Text 10"/>
          <p:cNvSpPr txBox="1"/>
          <p:nvPr/>
        </p:nvSpPr>
        <p:spPr>
          <a:xfrm>
            <a:off x="4608576" y="694944"/>
            <a:ext cx="457200" cy="219456"/>
          </a:xfrm>
          <a:prstGeom prst="rect">
            <a:avLst/>
          </a:prstGeom>
          <a:noFill/>
          <a:ln/>
        </p:spPr>
        <p:txBody>
          <a:bodyPr wrap="square" lIns="0" tIns="0" rIns="0" bIns="0" rtlCol="0" anchor="t"/>
          <a:lstStyle/>
          <a:p>
            <a:pPr algn="r" indent="0" marL="0">
              <a:buNone/>
            </a:pPr>
            <a:r>
              <a:rPr lang="en-US" sz="1050" dirty="0">
                <a:solidFill>
                  <a:srgbClr val="5E574C"/>
                </a:solidFill>
                <a:latin typeface="Bookmania" pitchFamily="34" charset="0"/>
                <a:ea typeface="Bookmania" pitchFamily="34" charset="-122"/>
                <a:cs typeface="Bookmania" pitchFamily="34" charset="-120"/>
              </a:rPr>
              <a:t>29</a:t>
            </a:r>
            <a:endParaRPr lang="en-US" sz="1050" dirty="0"/>
          </a:p>
        </p:txBody>
      </p:sp>
      <p:sp>
        <p:nvSpPr>
          <p:cNvPr id="13" name="Text 11"/>
          <p:cNvSpPr txBox="1"/>
          <p:nvPr/>
        </p:nvSpPr>
        <p:spPr>
          <a:xfrm>
            <a:off x="1956816" y="941832"/>
            <a:ext cx="548640" cy="219456"/>
          </a:xfrm>
          <a:prstGeom prst="rect">
            <a:avLst/>
          </a:prstGeom>
          <a:noFill/>
          <a:ln/>
        </p:spPr>
        <p:txBody>
          <a:bodyPr wrap="square" lIns="0" tIns="0" rIns="0" bIns="0" rtlCol="0" anchor="t"/>
          <a:lstStyle/>
          <a:p>
            <a:pPr indent="0" marL="0">
              <a:buNone/>
            </a:pPr>
            <a:r>
              <a:rPr lang="en-US" sz="1050" dirty="0">
                <a:solidFill>
                  <a:srgbClr val="5E574C"/>
                </a:solidFill>
                <a:latin typeface="Bookmania" pitchFamily="34" charset="0"/>
                <a:ea typeface="Bookmania" pitchFamily="34" charset="-122"/>
                <a:cs typeface="Bookmania" pitchFamily="34" charset="-120"/>
              </a:rPr>
              <a:t>5.2</a:t>
            </a:r>
            <a:endParaRPr lang="en-US" sz="1050" dirty="0"/>
          </a:p>
        </p:txBody>
      </p:sp>
      <p:sp>
        <p:nvSpPr>
          <p:cNvPr id="14" name="Text 12"/>
          <p:cNvSpPr txBox="1"/>
          <p:nvPr/>
        </p:nvSpPr>
        <p:spPr>
          <a:xfrm>
            <a:off x="2615184" y="941832"/>
            <a:ext cx="2103120" cy="219456"/>
          </a:xfrm>
          <a:prstGeom prst="rect">
            <a:avLst/>
          </a:prstGeom>
          <a:noFill/>
          <a:ln/>
        </p:spPr>
        <p:txBody>
          <a:bodyPr wrap="square" lIns="0" tIns="0" rIns="0" bIns="0" rtlCol="0" anchor="t"/>
          <a:lstStyle/>
          <a:p>
            <a:pPr indent="0" marL="0">
              <a:buNone/>
            </a:pPr>
            <a:r>
              <a:rPr lang="en-US" sz="1050" dirty="0">
                <a:solidFill>
                  <a:srgbClr val="1C1A17"/>
                </a:solidFill>
                <a:latin typeface="Bookmania" pitchFamily="34" charset="0"/>
                <a:ea typeface="Bookmania" pitchFamily="34" charset="-122"/>
                <a:cs typeface="Bookmania" pitchFamily="34" charset="-120"/>
              </a:rPr>
              <a:t>Light and Colour</a:t>
            </a:r>
            <a:endParaRPr lang="en-US" sz="1050" dirty="0"/>
          </a:p>
        </p:txBody>
      </p:sp>
      <p:sp>
        <p:nvSpPr>
          <p:cNvPr id="15" name="Text 13"/>
          <p:cNvSpPr txBox="1"/>
          <p:nvPr/>
        </p:nvSpPr>
        <p:spPr>
          <a:xfrm>
            <a:off x="4608576" y="941832"/>
            <a:ext cx="457200" cy="219456"/>
          </a:xfrm>
          <a:prstGeom prst="rect">
            <a:avLst/>
          </a:prstGeom>
          <a:noFill/>
          <a:ln/>
        </p:spPr>
        <p:txBody>
          <a:bodyPr wrap="square" lIns="0" tIns="0" rIns="0" bIns="0" rtlCol="0" anchor="t"/>
          <a:lstStyle/>
          <a:p>
            <a:pPr algn="r" indent="0" marL="0">
              <a:buNone/>
            </a:pPr>
            <a:r>
              <a:rPr lang="en-US" sz="1050" dirty="0">
                <a:solidFill>
                  <a:srgbClr val="5E574C"/>
                </a:solidFill>
                <a:latin typeface="Bookmania" pitchFamily="34" charset="0"/>
                <a:ea typeface="Bookmania" pitchFamily="34" charset="-122"/>
                <a:cs typeface="Bookmania" pitchFamily="34" charset="-120"/>
              </a:rPr>
              <a:t>30</a:t>
            </a:r>
            <a:endParaRPr lang="en-US" sz="1050" dirty="0"/>
          </a:p>
        </p:txBody>
      </p:sp>
      <p:sp>
        <p:nvSpPr>
          <p:cNvPr id="16" name="Text 14"/>
          <p:cNvSpPr txBox="1"/>
          <p:nvPr/>
        </p:nvSpPr>
        <p:spPr>
          <a:xfrm>
            <a:off x="1956816" y="1188720"/>
            <a:ext cx="548640" cy="219456"/>
          </a:xfrm>
          <a:prstGeom prst="rect">
            <a:avLst/>
          </a:prstGeom>
          <a:noFill/>
          <a:ln/>
        </p:spPr>
        <p:txBody>
          <a:bodyPr wrap="square" lIns="0" tIns="0" rIns="0" bIns="0" rtlCol="0" anchor="t"/>
          <a:lstStyle/>
          <a:p>
            <a:pPr indent="0" marL="0">
              <a:buNone/>
            </a:pPr>
            <a:r>
              <a:rPr lang="en-US" sz="1050" dirty="0">
                <a:solidFill>
                  <a:srgbClr val="5E574C"/>
                </a:solidFill>
                <a:latin typeface="Bookmania" pitchFamily="34" charset="0"/>
                <a:ea typeface="Bookmania" pitchFamily="34" charset="-122"/>
                <a:cs typeface="Bookmania" pitchFamily="34" charset="-120"/>
              </a:rPr>
              <a:t>5.3</a:t>
            </a:r>
            <a:endParaRPr lang="en-US" sz="1050" dirty="0"/>
          </a:p>
        </p:txBody>
      </p:sp>
      <p:sp>
        <p:nvSpPr>
          <p:cNvPr id="17" name="Text 15"/>
          <p:cNvSpPr txBox="1"/>
          <p:nvPr/>
        </p:nvSpPr>
        <p:spPr>
          <a:xfrm>
            <a:off x="2615184" y="1188720"/>
            <a:ext cx="2103120" cy="219456"/>
          </a:xfrm>
          <a:prstGeom prst="rect">
            <a:avLst/>
          </a:prstGeom>
          <a:noFill/>
          <a:ln/>
        </p:spPr>
        <p:txBody>
          <a:bodyPr wrap="square" lIns="0" tIns="0" rIns="0" bIns="0" rtlCol="0" anchor="t"/>
          <a:lstStyle/>
          <a:p>
            <a:pPr indent="0" marL="0">
              <a:buNone/>
            </a:pPr>
            <a:r>
              <a:rPr lang="en-US" sz="1050" dirty="0">
                <a:solidFill>
                  <a:srgbClr val="1C1A17"/>
                </a:solidFill>
                <a:latin typeface="Bookmania" pitchFamily="34" charset="0"/>
                <a:ea typeface="Bookmania" pitchFamily="34" charset="-122"/>
                <a:cs typeface="Bookmania" pitchFamily="34" charset="-120"/>
              </a:rPr>
              <a:t>Casting and Composition</a:t>
            </a:r>
            <a:endParaRPr lang="en-US" sz="1050" dirty="0"/>
          </a:p>
        </p:txBody>
      </p:sp>
      <p:sp>
        <p:nvSpPr>
          <p:cNvPr id="18" name="Text 16"/>
          <p:cNvSpPr txBox="1"/>
          <p:nvPr/>
        </p:nvSpPr>
        <p:spPr>
          <a:xfrm>
            <a:off x="4608576" y="1188720"/>
            <a:ext cx="457200" cy="219456"/>
          </a:xfrm>
          <a:prstGeom prst="rect">
            <a:avLst/>
          </a:prstGeom>
          <a:noFill/>
          <a:ln/>
        </p:spPr>
        <p:txBody>
          <a:bodyPr wrap="square" lIns="0" tIns="0" rIns="0" bIns="0" rtlCol="0" anchor="t"/>
          <a:lstStyle/>
          <a:p>
            <a:pPr algn="r" indent="0" marL="0">
              <a:buNone/>
            </a:pPr>
            <a:r>
              <a:rPr lang="en-US" sz="1050" dirty="0">
                <a:solidFill>
                  <a:srgbClr val="5E574C"/>
                </a:solidFill>
                <a:latin typeface="Bookmania" pitchFamily="34" charset="0"/>
                <a:ea typeface="Bookmania" pitchFamily="34" charset="-122"/>
                <a:cs typeface="Bookmania" pitchFamily="34" charset="-120"/>
              </a:rPr>
              <a:t>31</a:t>
            </a:r>
            <a:endParaRPr lang="en-US" sz="1050" dirty="0"/>
          </a:p>
        </p:txBody>
      </p:sp>
      <p:sp>
        <p:nvSpPr>
          <p:cNvPr id="19" name="Shape 17"/>
          <p:cNvSpPr/>
          <p:nvPr/>
        </p:nvSpPr>
        <p:spPr>
          <a:xfrm>
            <a:off x="5440680" y="274320"/>
            <a:ext cx="0" cy="6309360"/>
          </a:xfrm>
          <a:prstGeom prst="line">
            <a:avLst/>
          </a:prstGeom>
          <a:noFill/>
          <a:ln w="9525">
            <a:solidFill>
              <a:srgbClr val="BDB4A2"/>
            </a:solidFill>
            <a:prstDash val="solid"/>
          </a:ln>
        </p:spPr>
      </p:sp>
      <p:sp>
        <p:nvSpPr>
          <p:cNvPr id="20" name="Text 18"/>
          <p:cNvSpPr txBox="1"/>
          <p:nvPr/>
        </p:nvSpPr>
        <p:spPr>
          <a:xfrm>
            <a:off x="5943600" y="1417320"/>
            <a:ext cx="5669280" cy="4023360"/>
          </a:xfrm>
          <a:prstGeom prst="rect">
            <a:avLst/>
          </a:prstGeom>
          <a:noFill/>
          <a:ln/>
        </p:spPr>
        <p:txBody>
          <a:bodyPr wrap="square" lIns="0" tIns="0" rIns="0" bIns="0" rtlCol="0" anchor="ctr"/>
          <a:lstStyle/>
          <a:p>
            <a:pPr algn="ctr" indent="0" marL="0">
              <a:buNone/>
            </a:pPr>
            <a:r>
              <a:rPr lang="en-US" sz="19000" dirty="0">
                <a:solidFill>
                  <a:srgbClr val="0F0F10"/>
                </a:solidFill>
                <a:latin typeface="Bookmania" pitchFamily="34" charset="0"/>
                <a:ea typeface="Bookmania" pitchFamily="34" charset="-122"/>
                <a:cs typeface="Bookmania" pitchFamily="34" charset="-120"/>
              </a:rPr>
              <a:t>V</a:t>
            </a:r>
            <a:endParaRPr lang="en-US" sz="19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566928" y="274320"/>
            <a:ext cx="0" cy="6309360"/>
          </a:xfrm>
          <a:prstGeom prst="line">
            <a:avLst/>
          </a:prstGeom>
          <a:noFill/>
          <a:ln w="9525">
            <a:solidFill>
              <a:srgbClr val="BDB4A2"/>
            </a:solidFill>
            <a:prstDash val="solid"/>
          </a:ln>
        </p:spPr>
      </p:sp>
      <p:sp>
        <p:nvSpPr>
          <p:cNvPr id="3" name="Text 1"/>
          <p:cNvSpPr txBox="1"/>
          <p:nvPr/>
        </p:nvSpPr>
        <p:spPr>
          <a:xfrm rot="16200000">
            <a:off x="9144" y="256032"/>
            <a:ext cx="457200" cy="274320"/>
          </a:xfrm>
          <a:prstGeom prst="rect">
            <a:avLst/>
          </a:prstGeom>
          <a:noFill/>
          <a:ln/>
        </p:spPr>
        <p:txBody>
          <a:bodyPr wrap="none" lIns="0" tIns="0" rIns="0" bIns="0" rtlCol="0" anchor="ctr"/>
          <a:lstStyle/>
          <a:p>
            <a:pPr algn="ctr" indent="0" marL="0">
              <a:buNone/>
            </a:pPr>
            <a:r>
              <a:rPr lang="en-US" sz="700" spc="160" kern="0" dirty="0">
                <a:solidFill>
                  <a:srgbClr val="7A7264"/>
                </a:solidFill>
                <a:latin typeface="Manrope" pitchFamily="34" charset="0"/>
                <a:ea typeface="Manrope" pitchFamily="34" charset="-122"/>
                <a:cs typeface="Manrope" pitchFamily="34" charset="-120"/>
              </a:rPr>
              <a:t>029</a:t>
            </a:r>
            <a:endParaRPr lang="en-US" sz="700" dirty="0"/>
          </a:p>
        </p:txBody>
      </p:sp>
      <p:sp>
        <p:nvSpPr>
          <p:cNvPr id="4" name="Text 2"/>
          <p:cNvSpPr txBox="1"/>
          <p:nvPr/>
        </p:nvSpPr>
        <p:spPr>
          <a:xfrm rot="16200000">
            <a:off x="-950976" y="5257800"/>
            <a:ext cx="2377440" cy="274320"/>
          </a:xfrm>
          <a:prstGeom prst="rect">
            <a:avLst/>
          </a:prstGeom>
          <a:noFill/>
          <a:ln/>
        </p:spPr>
        <p:txBody>
          <a:bodyPr wrap="none" lIns="0" tIns="0" rIns="0" bIns="0" rtlCol="0" anchor="ctr"/>
          <a:lstStyle/>
          <a:p>
            <a:pPr algn="l" indent="0" marL="0">
              <a:buNone/>
            </a:pPr>
            <a:r>
              <a:rPr lang="en-US" sz="700" spc="160" kern="0" dirty="0">
                <a:solidFill>
                  <a:srgbClr val="7A7264"/>
                </a:solidFill>
                <a:latin typeface="Manrope" pitchFamily="34" charset="0"/>
                <a:ea typeface="Manrope" pitchFamily="34" charset="-122"/>
                <a:cs typeface="Manrope" pitchFamily="34" charset="-120"/>
              </a:rPr>
              <a:t>THE IDENTITY BOOK</a:t>
            </a:r>
            <a:endParaRPr lang="en-US" sz="700" dirty="0"/>
          </a:p>
        </p:txBody>
      </p:sp>
      <p:sp>
        <p:nvSpPr>
          <p:cNvPr id="5" name="Shape 3"/>
          <p:cNvSpPr/>
          <p:nvPr/>
        </p:nvSpPr>
        <p:spPr>
          <a:xfrm>
            <a:off x="3474720" y="274320"/>
            <a:ext cx="0" cy="6309360"/>
          </a:xfrm>
          <a:prstGeom prst="line">
            <a:avLst/>
          </a:prstGeom>
          <a:noFill/>
          <a:ln w="9525">
            <a:solidFill>
              <a:srgbClr val="BDB4A2"/>
            </a:solidFill>
            <a:prstDash val="solid"/>
          </a:ln>
        </p:spPr>
      </p:sp>
      <p:sp>
        <p:nvSpPr>
          <p:cNvPr id="6" name="Text 4"/>
          <p:cNvSpPr txBox="1"/>
          <p:nvPr/>
        </p:nvSpPr>
        <p:spPr>
          <a:xfrm>
            <a:off x="749808" y="292608"/>
            <a:ext cx="2619756" cy="201168"/>
          </a:xfrm>
          <a:prstGeom prst="rect">
            <a:avLst/>
          </a:prstGeom>
          <a:noFill/>
          <a:ln/>
        </p:spPr>
        <p:txBody>
          <a:bodyPr wrap="square" lIns="0" tIns="0" rIns="0" bIns="0" rtlCol="0" anchor="t"/>
          <a:lstStyle/>
          <a:p>
            <a:pPr indent="0" marL="0">
              <a:buNone/>
            </a:pPr>
            <a:r>
              <a:rPr lang="en-US" sz="900" b="1" spc="180" kern="0" dirty="0">
                <a:solidFill>
                  <a:srgbClr val="0F0F10"/>
                </a:solidFill>
                <a:latin typeface="Manrope" pitchFamily="34" charset="0"/>
                <a:ea typeface="Manrope" pitchFamily="34" charset="-122"/>
                <a:cs typeface="Manrope" pitchFamily="34" charset="-120"/>
              </a:rPr>
              <a:t>5.1  PHOTOGRAPHIC STYLE</a:t>
            </a:r>
            <a:endParaRPr lang="en-US" sz="900" dirty="0"/>
          </a:p>
        </p:txBody>
      </p:sp>
      <p:sp>
        <p:nvSpPr>
          <p:cNvPr id="7" name="Text 5"/>
          <p:cNvSpPr txBox="1"/>
          <p:nvPr/>
        </p:nvSpPr>
        <p:spPr>
          <a:xfrm>
            <a:off x="749808" y="694944"/>
            <a:ext cx="2619756" cy="3840480"/>
          </a:xfrm>
          <a:prstGeom prst="rect">
            <a:avLst/>
          </a:prstGeom>
          <a:noFill/>
          <a:ln/>
        </p:spPr>
        <p:txBody>
          <a:bodyPr wrap="square" lIns="0" tIns="0" rIns="0" bIns="0" rtlCol="0" anchor="t"/>
          <a:lstStyle/>
          <a:p>
            <a:pPr indent="0" marL="0">
              <a:lnSpc>
                <a:spcPct val="142000"/>
              </a:lnSpc>
              <a:buNone/>
            </a:pPr>
            <a:r>
              <a:rPr lang="en-US" sz="1150" dirty="0">
                <a:solidFill>
                  <a:srgbClr val="1C1A17"/>
                </a:solidFill>
                <a:latin typeface="Bookmania" pitchFamily="34" charset="0"/>
                <a:ea typeface="Bookmania" pitchFamily="34" charset="-122"/>
                <a:cs typeface="Bookmania" pitchFamily="34" charset="-120"/>
              </a:rPr>
              <a:t>Photography is people. The owner at his place, the crew, the truck in the drive, hands at work. Faces allowed. Evening light.</a:t>
            </a:r>
            <a:endParaRPr lang="en-US" sz="1150" dirty="0"/>
          </a:p>
          <a:p>
            <a:pPr indent="0" marL="0">
              <a:lnSpc>
                <a:spcPct val="142000"/>
              </a:lnSpc>
              <a:buNone/>
            </a:pPr>
            <a:endParaRPr lang="en-US" sz="1150" dirty="0"/>
          </a:p>
          <a:p>
            <a:pPr indent="0" marL="0">
              <a:lnSpc>
                <a:spcPct val="142000"/>
              </a:lnSpc>
              <a:buNone/>
            </a:pPr>
            <a:r>
              <a:rPr lang="en-US" sz="1150" dirty="0">
                <a:solidFill>
                  <a:srgbClr val="1C1A17"/>
                </a:solidFill>
                <a:latin typeface="Bookmania" pitchFamily="34" charset="0"/>
                <a:ea typeface="Bookmania" pitchFamily="34" charset="-122"/>
                <a:cs typeface="Bookmania" pitchFamily="34" charset="-120"/>
              </a:rPr>
              <a:t>The image library should feel like a private archive of the working day, never a stock library.</a:t>
            </a:r>
            <a:endParaRPr lang="en-US" sz="1150" dirty="0"/>
          </a:p>
        </p:txBody>
      </p:sp>
      <p:sp>
        <p:nvSpPr>
          <p:cNvPr id="8" name="Text 6"/>
          <p:cNvSpPr txBox="1"/>
          <p:nvPr/>
        </p:nvSpPr>
        <p:spPr>
          <a:xfrm>
            <a:off x="749808" y="4251960"/>
            <a:ext cx="2619756" cy="2331720"/>
          </a:xfrm>
          <a:prstGeom prst="rect">
            <a:avLst/>
          </a:prstGeom>
          <a:noFill/>
          <a:ln/>
        </p:spPr>
        <p:txBody>
          <a:bodyPr wrap="square" lIns="0" tIns="0" rIns="0" bIns="0" rtlCol="0" anchor="t"/>
          <a:lstStyle/>
          <a:p>
            <a:pPr indent="0" marL="0">
              <a:lnSpc>
                <a:spcPct val="134000"/>
              </a:lnSpc>
              <a:buNone/>
            </a:pPr>
            <a:r>
              <a:rPr lang="en-US" sz="950" dirty="0">
                <a:solidFill>
                  <a:srgbClr val="5E574C"/>
                </a:solidFill>
                <a:latin typeface="Manrope" pitchFamily="34" charset="0"/>
                <a:ea typeface="Manrope" pitchFamily="34" charset="-122"/>
                <a:cs typeface="Manrope" pitchFamily="34" charset="-120"/>
              </a:rPr>
              <a:t>THE OWNER</a:t>
            </a:r>
            <a:endParaRPr lang="en-US" sz="950" dirty="0"/>
          </a:p>
          <a:p>
            <a:pPr indent="0" marL="0">
              <a:lnSpc>
                <a:spcPct val="134000"/>
              </a:lnSpc>
              <a:buNone/>
            </a:pPr>
            <a:r>
              <a:rPr lang="en-US" sz="950" dirty="0">
                <a:solidFill>
                  <a:srgbClr val="5E574C"/>
                </a:solidFill>
                <a:latin typeface="Manrope" pitchFamily="34" charset="0"/>
                <a:ea typeface="Manrope" pitchFamily="34" charset="-122"/>
                <a:cs typeface="Manrope" pitchFamily="34" charset="-120"/>
              </a:rPr>
              <a:t>At his own place — the yard, the shop, the kitchen table. Never behind a desk that is not his.</a:t>
            </a:r>
            <a:endParaRPr lang="en-US" sz="950" dirty="0"/>
          </a:p>
          <a:p>
            <a:pPr indent="0" marL="0">
              <a:lnSpc>
                <a:spcPct val="134000"/>
              </a:lnSpc>
              <a:buNone/>
            </a:pPr>
            <a:endParaRPr lang="en-US" sz="950" dirty="0"/>
          </a:p>
          <a:p>
            <a:pPr indent="0" marL="0">
              <a:lnSpc>
                <a:spcPct val="134000"/>
              </a:lnSpc>
              <a:buNone/>
            </a:pPr>
            <a:r>
              <a:rPr lang="en-US" sz="950" dirty="0">
                <a:solidFill>
                  <a:srgbClr val="5E574C"/>
                </a:solidFill>
                <a:latin typeface="Manrope" pitchFamily="34" charset="0"/>
                <a:ea typeface="Manrope" pitchFamily="34" charset="-122"/>
                <a:cs typeface="Manrope" pitchFamily="34" charset="-120"/>
              </a:rPr>
              <a:t>THE WORK</a:t>
            </a:r>
            <a:endParaRPr lang="en-US" sz="950" dirty="0"/>
          </a:p>
          <a:p>
            <a:pPr indent="0" marL="0">
              <a:lnSpc>
                <a:spcPct val="134000"/>
              </a:lnSpc>
              <a:buNone/>
            </a:pPr>
            <a:r>
              <a:rPr lang="en-US" sz="950" dirty="0">
                <a:solidFill>
                  <a:srgbClr val="5E574C"/>
                </a:solidFill>
                <a:latin typeface="Manrope" pitchFamily="34" charset="0"/>
                <a:ea typeface="Manrope" pitchFamily="34" charset="-122"/>
                <a:cs typeface="Manrope" pitchFamily="34" charset="-120"/>
              </a:rPr>
              <a:t>Hands, tools, materials, the van. The object of the trade, closely and honestly.</a:t>
            </a:r>
            <a:endParaRPr lang="en-US" sz="950" dirty="0"/>
          </a:p>
          <a:p>
            <a:pPr indent="0" marL="0">
              <a:lnSpc>
                <a:spcPct val="134000"/>
              </a:lnSpc>
              <a:buNone/>
            </a:pPr>
            <a:endParaRPr lang="en-US" sz="950" dirty="0"/>
          </a:p>
          <a:p>
            <a:pPr indent="0" marL="0">
              <a:lnSpc>
                <a:spcPct val="134000"/>
              </a:lnSpc>
              <a:buNone/>
            </a:pPr>
            <a:r>
              <a:rPr lang="en-US" sz="950" dirty="0">
                <a:solidFill>
                  <a:srgbClr val="5E574C"/>
                </a:solidFill>
                <a:latin typeface="Manrope" pitchFamily="34" charset="0"/>
                <a:ea typeface="Manrope" pitchFamily="34" charset="-122"/>
                <a:cs typeface="Manrope" pitchFamily="34" charset="-120"/>
              </a:rPr>
              <a:t>THE PLACE</a:t>
            </a:r>
            <a:endParaRPr lang="en-US" sz="950" dirty="0"/>
          </a:p>
          <a:p>
            <a:pPr indent="0" marL="0">
              <a:lnSpc>
                <a:spcPct val="134000"/>
              </a:lnSpc>
              <a:buNone/>
            </a:pPr>
            <a:r>
              <a:rPr lang="en-US" sz="950" dirty="0">
                <a:solidFill>
                  <a:srgbClr val="5E574C"/>
                </a:solidFill>
                <a:latin typeface="Manrope" pitchFamily="34" charset="0"/>
                <a:ea typeface="Manrope" pitchFamily="34" charset="-122"/>
                <a:cs typeface="Manrope" pitchFamily="34" charset="-120"/>
              </a:rPr>
              <a:t>Atlanta as it looks at the end of a working day. Never a skyline.</a:t>
            </a:r>
            <a:endParaRPr lang="en-US" sz="950" dirty="0"/>
          </a:p>
        </p:txBody>
      </p:sp>
      <p:pic>
        <p:nvPicPr>
          <p:cNvPr id="9" name="Image 0" descr="scr-hero.png">    </p:cNvPr>
          <p:cNvPicPr>
            <a:picLocks noChangeAspect="1"/>
          </p:cNvPicPr>
          <p:nvPr/>
        </p:nvPicPr>
        <p:blipFill>
          <a:blip r:embed="rId1"/>
          <a:stretch>
            <a:fillRect/>
          </a:stretch>
        </p:blipFill>
        <p:spPr>
          <a:xfrm>
            <a:off x="3611880" y="274320"/>
            <a:ext cx="2532888" cy="3221834"/>
          </a:xfrm>
          <a:prstGeom prst="rect">
            <a:avLst/>
          </a:prstGeom>
        </p:spPr>
      </p:pic>
      <p:sp>
        <p:nvSpPr>
          <p:cNvPr id="10" name="Text 7"/>
          <p:cNvSpPr txBox="1"/>
          <p:nvPr/>
        </p:nvSpPr>
        <p:spPr>
          <a:xfrm>
            <a:off x="3611880" y="3624170"/>
            <a:ext cx="2532888" cy="201168"/>
          </a:xfrm>
          <a:prstGeom prst="rect">
            <a:avLst/>
          </a:prstGeom>
          <a:noFill/>
          <a:ln/>
        </p:spPr>
        <p:txBody>
          <a:bodyPr wrap="square" lIns="0" tIns="0" rIns="0" bIns="0" rtlCol="0" anchor="t"/>
          <a:lstStyle/>
          <a:p>
            <a:pPr indent="0" marL="0">
              <a:buNone/>
            </a:pPr>
            <a:r>
              <a:rPr lang="en-US" sz="700" spc="180" kern="0" dirty="0">
                <a:solidFill>
                  <a:srgbClr val="7A7264"/>
                </a:solidFill>
                <a:latin typeface="Manrope" pitchFamily="34" charset="0"/>
                <a:ea typeface="Manrope" pitchFamily="34" charset="-122"/>
                <a:cs typeface="Manrope" pitchFamily="34" charset="-120"/>
              </a:rPr>
              <a:t>THE OWNER</a:t>
            </a:r>
            <a:endParaRPr lang="en-US" sz="700" dirty="0"/>
          </a:p>
        </p:txBody>
      </p:sp>
      <p:pic>
        <p:nvPicPr>
          <p:cNvPr id="11" name="Image 1" descr="scr-second.png">    </p:cNvPr>
          <p:cNvPicPr>
            <a:picLocks noChangeAspect="1"/>
          </p:cNvPicPr>
          <p:nvPr/>
        </p:nvPicPr>
        <p:blipFill>
          <a:blip r:embed="rId2"/>
          <a:stretch>
            <a:fillRect/>
          </a:stretch>
        </p:blipFill>
        <p:spPr>
          <a:xfrm>
            <a:off x="6400800" y="274320"/>
            <a:ext cx="2532888" cy="3221834"/>
          </a:xfrm>
          <a:prstGeom prst="rect">
            <a:avLst/>
          </a:prstGeom>
        </p:spPr>
      </p:pic>
      <p:sp>
        <p:nvSpPr>
          <p:cNvPr id="12" name="Text 8"/>
          <p:cNvSpPr txBox="1"/>
          <p:nvPr/>
        </p:nvSpPr>
        <p:spPr>
          <a:xfrm>
            <a:off x="6400800" y="3624170"/>
            <a:ext cx="2532888" cy="201168"/>
          </a:xfrm>
          <a:prstGeom prst="rect">
            <a:avLst/>
          </a:prstGeom>
          <a:noFill/>
          <a:ln/>
        </p:spPr>
        <p:txBody>
          <a:bodyPr wrap="square" lIns="0" tIns="0" rIns="0" bIns="0" rtlCol="0" anchor="t"/>
          <a:lstStyle/>
          <a:p>
            <a:pPr indent="0" marL="0">
              <a:buNone/>
            </a:pPr>
            <a:r>
              <a:rPr lang="en-US" sz="700" spc="180" kern="0" dirty="0">
                <a:solidFill>
                  <a:srgbClr val="7A7264"/>
                </a:solidFill>
                <a:latin typeface="Manrope" pitchFamily="34" charset="0"/>
                <a:ea typeface="Manrope" pitchFamily="34" charset="-122"/>
                <a:cs typeface="Manrope" pitchFamily="34" charset="-120"/>
              </a:rPr>
              <a:t>THE WORK</a:t>
            </a:r>
            <a:endParaRPr lang="en-US" sz="700" dirty="0"/>
          </a:p>
        </p:txBody>
      </p:sp>
      <p:pic>
        <p:nvPicPr>
          <p:cNvPr id="13" name="Image 2" descr="scr-third.png">    </p:cNvPr>
          <p:cNvPicPr>
            <a:picLocks noChangeAspect="1"/>
          </p:cNvPicPr>
          <p:nvPr/>
        </p:nvPicPr>
        <p:blipFill>
          <a:blip r:embed="rId3"/>
          <a:stretch>
            <a:fillRect/>
          </a:stretch>
        </p:blipFill>
        <p:spPr>
          <a:xfrm>
            <a:off x="9189720" y="274320"/>
            <a:ext cx="2532888" cy="3221834"/>
          </a:xfrm>
          <a:prstGeom prst="rect">
            <a:avLst/>
          </a:prstGeom>
        </p:spPr>
      </p:pic>
      <p:sp>
        <p:nvSpPr>
          <p:cNvPr id="14" name="Text 9"/>
          <p:cNvSpPr txBox="1"/>
          <p:nvPr/>
        </p:nvSpPr>
        <p:spPr>
          <a:xfrm>
            <a:off x="9189720" y="3624170"/>
            <a:ext cx="2532888" cy="201168"/>
          </a:xfrm>
          <a:prstGeom prst="rect">
            <a:avLst/>
          </a:prstGeom>
          <a:noFill/>
          <a:ln/>
        </p:spPr>
        <p:txBody>
          <a:bodyPr wrap="square" lIns="0" tIns="0" rIns="0" bIns="0" rtlCol="0" anchor="t"/>
          <a:lstStyle/>
          <a:p>
            <a:pPr indent="0" marL="0">
              <a:buNone/>
            </a:pPr>
            <a:r>
              <a:rPr lang="en-US" sz="700" spc="180" kern="0" dirty="0">
                <a:solidFill>
                  <a:srgbClr val="7A7264"/>
                </a:solidFill>
                <a:latin typeface="Manrope" pitchFamily="34" charset="0"/>
                <a:ea typeface="Manrope" pitchFamily="34" charset="-122"/>
                <a:cs typeface="Manrope" pitchFamily="34" charset="-120"/>
              </a:rPr>
              <a:t>THE PLACE</a:t>
            </a:r>
            <a:endParaRPr lang="en-US" sz="700" dirty="0"/>
          </a:p>
        </p:txBody>
      </p:sp>
      <p:sp>
        <p:nvSpPr>
          <p:cNvPr id="15" name="Text 10"/>
          <p:cNvSpPr txBox="1"/>
          <p:nvPr/>
        </p:nvSpPr>
        <p:spPr>
          <a:xfrm>
            <a:off x="3611880" y="3880202"/>
            <a:ext cx="8110728" cy="201168"/>
          </a:xfrm>
          <a:prstGeom prst="rect">
            <a:avLst/>
          </a:prstGeom>
          <a:noFill/>
          <a:ln/>
        </p:spPr>
        <p:txBody>
          <a:bodyPr wrap="square" lIns="0" tIns="0" rIns="0" bIns="0" rtlCol="0" anchor="t"/>
          <a:lstStyle/>
          <a:p>
            <a:pPr indent="0" marL="0">
              <a:buNone/>
            </a:pPr>
            <a:r>
              <a:rPr lang="en-US" sz="700" spc="180" kern="0" dirty="0">
                <a:solidFill>
                  <a:srgbClr val="7A7264"/>
                </a:solidFill>
                <a:latin typeface="Manrope" pitchFamily="34" charset="0"/>
                <a:ea typeface="Manrope" pitchFamily="34" charset="-122"/>
                <a:cs typeface="Manrope" pitchFamily="34" charset="-120"/>
              </a:rPr>
              <a:t>EVERY PHOTOGRAPH IN THE DOCUMENTATION SHIPS SCREENED — SEE 6.3. SOURCES HERE ARE PLACEHOLDERS FROM THE GENERATED LIBRARY; COMMISSIONED PHOTOGRAPHY OF THE TRADES ENTERS AT THE NEXT REVENUE RUNG.</a:t>
            </a:r>
            <a:endParaRPr lang="en-US" sz="7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566928" y="274320"/>
            <a:ext cx="0" cy="6309360"/>
          </a:xfrm>
          <a:prstGeom prst="line">
            <a:avLst/>
          </a:prstGeom>
          <a:noFill/>
          <a:ln w="9525">
            <a:solidFill>
              <a:srgbClr val="BDB4A2"/>
            </a:solidFill>
            <a:prstDash val="solid"/>
          </a:ln>
        </p:spPr>
      </p:sp>
      <p:sp>
        <p:nvSpPr>
          <p:cNvPr id="3" name="Text 1"/>
          <p:cNvSpPr txBox="1"/>
          <p:nvPr/>
        </p:nvSpPr>
        <p:spPr>
          <a:xfrm rot="16200000">
            <a:off x="9144" y="256032"/>
            <a:ext cx="457200" cy="274320"/>
          </a:xfrm>
          <a:prstGeom prst="rect">
            <a:avLst/>
          </a:prstGeom>
          <a:noFill/>
          <a:ln/>
        </p:spPr>
        <p:txBody>
          <a:bodyPr wrap="none" lIns="0" tIns="0" rIns="0" bIns="0" rtlCol="0" anchor="ctr"/>
          <a:lstStyle/>
          <a:p>
            <a:pPr algn="ctr" indent="0" marL="0">
              <a:buNone/>
            </a:pPr>
            <a:r>
              <a:rPr lang="en-US" sz="700" spc="160" kern="0" dirty="0">
                <a:solidFill>
                  <a:srgbClr val="7A7264"/>
                </a:solidFill>
                <a:latin typeface="Manrope" pitchFamily="34" charset="0"/>
                <a:ea typeface="Manrope" pitchFamily="34" charset="-122"/>
                <a:cs typeface="Manrope" pitchFamily="34" charset="-120"/>
              </a:rPr>
              <a:t>030</a:t>
            </a:r>
            <a:endParaRPr lang="en-US" sz="700" dirty="0"/>
          </a:p>
        </p:txBody>
      </p:sp>
      <p:sp>
        <p:nvSpPr>
          <p:cNvPr id="4" name="Text 2"/>
          <p:cNvSpPr txBox="1"/>
          <p:nvPr/>
        </p:nvSpPr>
        <p:spPr>
          <a:xfrm rot="16200000">
            <a:off x="-950976" y="5257800"/>
            <a:ext cx="2377440" cy="274320"/>
          </a:xfrm>
          <a:prstGeom prst="rect">
            <a:avLst/>
          </a:prstGeom>
          <a:noFill/>
          <a:ln/>
        </p:spPr>
        <p:txBody>
          <a:bodyPr wrap="none" lIns="0" tIns="0" rIns="0" bIns="0" rtlCol="0" anchor="ctr"/>
          <a:lstStyle/>
          <a:p>
            <a:pPr algn="l" indent="0" marL="0">
              <a:buNone/>
            </a:pPr>
            <a:r>
              <a:rPr lang="en-US" sz="700" spc="160" kern="0" dirty="0">
                <a:solidFill>
                  <a:srgbClr val="7A7264"/>
                </a:solidFill>
                <a:latin typeface="Manrope" pitchFamily="34" charset="0"/>
                <a:ea typeface="Manrope" pitchFamily="34" charset="-122"/>
                <a:cs typeface="Manrope" pitchFamily="34" charset="-120"/>
              </a:rPr>
              <a:t>THE IDENTITY BOOK</a:t>
            </a:r>
            <a:endParaRPr lang="en-US" sz="700" dirty="0"/>
          </a:p>
        </p:txBody>
      </p:sp>
      <p:sp>
        <p:nvSpPr>
          <p:cNvPr id="5" name="Shape 3"/>
          <p:cNvSpPr/>
          <p:nvPr/>
        </p:nvSpPr>
        <p:spPr>
          <a:xfrm>
            <a:off x="3474720" y="274320"/>
            <a:ext cx="0" cy="6309360"/>
          </a:xfrm>
          <a:prstGeom prst="line">
            <a:avLst/>
          </a:prstGeom>
          <a:noFill/>
          <a:ln w="9525">
            <a:solidFill>
              <a:srgbClr val="BDB4A2"/>
            </a:solidFill>
            <a:prstDash val="solid"/>
          </a:ln>
        </p:spPr>
      </p:sp>
      <p:sp>
        <p:nvSpPr>
          <p:cNvPr id="6" name="Text 4"/>
          <p:cNvSpPr txBox="1"/>
          <p:nvPr/>
        </p:nvSpPr>
        <p:spPr>
          <a:xfrm>
            <a:off x="749808" y="292608"/>
            <a:ext cx="2619756" cy="201168"/>
          </a:xfrm>
          <a:prstGeom prst="rect">
            <a:avLst/>
          </a:prstGeom>
          <a:noFill/>
          <a:ln/>
        </p:spPr>
        <p:txBody>
          <a:bodyPr wrap="square" lIns="0" tIns="0" rIns="0" bIns="0" rtlCol="0" anchor="t"/>
          <a:lstStyle/>
          <a:p>
            <a:pPr indent="0" marL="0">
              <a:buNone/>
            </a:pPr>
            <a:r>
              <a:rPr lang="en-US" sz="900" b="1" spc="180" kern="0" dirty="0">
                <a:solidFill>
                  <a:srgbClr val="0F0F10"/>
                </a:solidFill>
                <a:latin typeface="Manrope" pitchFamily="34" charset="0"/>
                <a:ea typeface="Manrope" pitchFamily="34" charset="-122"/>
                <a:cs typeface="Manrope" pitchFamily="34" charset="-120"/>
              </a:rPr>
              <a:t>5.2  LIGHT AND COLOUR</a:t>
            </a:r>
            <a:endParaRPr lang="en-US" sz="900" dirty="0"/>
          </a:p>
        </p:txBody>
      </p:sp>
      <p:sp>
        <p:nvSpPr>
          <p:cNvPr id="7" name="Text 5"/>
          <p:cNvSpPr txBox="1"/>
          <p:nvPr/>
        </p:nvSpPr>
        <p:spPr>
          <a:xfrm>
            <a:off x="749808" y="694944"/>
            <a:ext cx="2619756" cy="3840480"/>
          </a:xfrm>
          <a:prstGeom prst="rect">
            <a:avLst/>
          </a:prstGeom>
          <a:noFill/>
          <a:ln/>
        </p:spPr>
        <p:txBody>
          <a:bodyPr wrap="square" lIns="0" tIns="0" rIns="0" bIns="0" rtlCol="0" anchor="t"/>
          <a:lstStyle/>
          <a:p>
            <a:pPr indent="0" marL="0">
              <a:lnSpc>
                <a:spcPct val="142000"/>
              </a:lnSpc>
              <a:buNone/>
            </a:pPr>
            <a:r>
              <a:rPr lang="en-US" sz="1150" dirty="0">
                <a:solidFill>
                  <a:srgbClr val="1C1A17"/>
                </a:solidFill>
                <a:latin typeface="Bookmania" pitchFamily="34" charset="0"/>
                <a:ea typeface="Bookmania" pitchFamily="34" charset="-122"/>
                <a:cs typeface="Bookmania" pitchFamily="34" charset="-120"/>
              </a:rPr>
              <a:t>One source, warm and directional — a work lamp, a doorway, the end of the day. Shadow is welcome as a compositional element.</a:t>
            </a:r>
            <a:endParaRPr lang="en-US" sz="1150" dirty="0"/>
          </a:p>
        </p:txBody>
      </p:sp>
      <p:sp>
        <p:nvSpPr>
          <p:cNvPr id="8" name="Text 6"/>
          <p:cNvSpPr txBox="1"/>
          <p:nvPr/>
        </p:nvSpPr>
        <p:spPr>
          <a:xfrm>
            <a:off x="749808" y="4434840"/>
            <a:ext cx="2619756" cy="2148840"/>
          </a:xfrm>
          <a:prstGeom prst="rect">
            <a:avLst/>
          </a:prstGeom>
          <a:noFill/>
          <a:ln/>
        </p:spPr>
        <p:txBody>
          <a:bodyPr wrap="square" lIns="0" tIns="0" rIns="0" bIns="0" rtlCol="0" anchor="t"/>
          <a:lstStyle/>
          <a:p>
            <a:pPr indent="0" marL="0">
              <a:lnSpc>
                <a:spcPct val="134000"/>
              </a:lnSpc>
              <a:buNone/>
            </a:pPr>
            <a:r>
              <a:rPr lang="en-US" sz="950" dirty="0">
                <a:solidFill>
                  <a:srgbClr val="5E574C"/>
                </a:solidFill>
                <a:latin typeface="Manrope" pitchFamily="34" charset="0"/>
                <a:ea typeface="Manrope" pitchFamily="34" charset="-122"/>
                <a:cs typeface="Manrope" pitchFamily="34" charset="-120"/>
              </a:rPr>
              <a:t>DO</a:t>
            </a:r>
            <a:endParaRPr lang="en-US" sz="950" dirty="0"/>
          </a:p>
          <a:p>
            <a:pPr indent="0" marL="0">
              <a:lnSpc>
                <a:spcPct val="134000"/>
              </a:lnSpc>
              <a:buNone/>
            </a:pPr>
            <a:r>
              <a:rPr lang="en-US" sz="950" dirty="0">
                <a:solidFill>
                  <a:srgbClr val="5E574C"/>
                </a:solidFill>
                <a:latin typeface="Manrope" pitchFamily="34" charset="0"/>
                <a:ea typeface="Manrope" pitchFamily="34" charset="-122"/>
                <a:cs typeface="Manrope" pitchFamily="34" charset="-120"/>
              </a:rPr>
              <a:t>Warm single-source light. Natural colour balance. Shadow detail retained. Monochrome only when the subject earns it.</a:t>
            </a:r>
            <a:endParaRPr lang="en-US" sz="950" dirty="0"/>
          </a:p>
          <a:p>
            <a:pPr indent="0" marL="0">
              <a:lnSpc>
                <a:spcPct val="134000"/>
              </a:lnSpc>
              <a:buNone/>
            </a:pPr>
            <a:endParaRPr lang="en-US" sz="950" dirty="0"/>
          </a:p>
          <a:p>
            <a:pPr indent="0" marL="0">
              <a:lnSpc>
                <a:spcPct val="134000"/>
              </a:lnSpc>
              <a:buNone/>
            </a:pPr>
            <a:r>
              <a:rPr lang="en-US" sz="950" dirty="0">
                <a:solidFill>
                  <a:srgbClr val="5E574C"/>
                </a:solidFill>
                <a:latin typeface="Manrope" pitchFamily="34" charset="0"/>
                <a:ea typeface="Manrope" pitchFamily="34" charset="-122"/>
                <a:cs typeface="Manrope" pitchFamily="34" charset="-120"/>
              </a:rPr>
              <a:t>DO NOT</a:t>
            </a:r>
            <a:endParaRPr lang="en-US" sz="950" dirty="0"/>
          </a:p>
          <a:p>
            <a:pPr indent="0" marL="0">
              <a:lnSpc>
                <a:spcPct val="134000"/>
              </a:lnSpc>
              <a:buNone/>
            </a:pPr>
            <a:r>
              <a:rPr lang="en-US" sz="950" dirty="0">
                <a:solidFill>
                  <a:srgbClr val="5E574C"/>
                </a:solidFill>
                <a:latin typeface="Manrope" pitchFamily="34" charset="0"/>
                <a:ea typeface="Manrope" pitchFamily="34" charset="-122"/>
                <a:cs typeface="Manrope" pitchFamily="34" charset="-120"/>
              </a:rPr>
              <a:t>Ring light. Flat office light. On-camera flash. Heavy teal and orange. Bright-and-airy grading.</a:t>
            </a:r>
            <a:endParaRPr lang="en-US" sz="950" dirty="0"/>
          </a:p>
        </p:txBody>
      </p:sp>
      <p:sp>
        <p:nvSpPr>
          <p:cNvPr id="9" name="Shape 7"/>
          <p:cNvSpPr/>
          <p:nvPr/>
        </p:nvSpPr>
        <p:spPr>
          <a:xfrm>
            <a:off x="3611880" y="274320"/>
            <a:ext cx="2557272" cy="4480560"/>
          </a:xfrm>
          <a:prstGeom prst="roundRect">
            <a:avLst>
              <a:gd name="adj" fmla="val 3218"/>
            </a:avLst>
          </a:prstGeom>
          <a:solidFill>
            <a:srgbClr val="EDEAE3"/>
          </a:solidFill>
          <a:ln w="9525">
            <a:solidFill>
              <a:srgbClr val="D8D2C4"/>
            </a:solidFill>
            <a:prstDash val="solid"/>
          </a:ln>
        </p:spPr>
      </p:sp>
      <p:sp>
        <p:nvSpPr>
          <p:cNvPr id="10" name="Text 8"/>
          <p:cNvSpPr txBox="1"/>
          <p:nvPr/>
        </p:nvSpPr>
        <p:spPr>
          <a:xfrm>
            <a:off x="3611880" y="2368296"/>
            <a:ext cx="2557272" cy="292608"/>
          </a:xfrm>
          <a:prstGeom prst="rect">
            <a:avLst/>
          </a:prstGeom>
          <a:noFill/>
          <a:ln/>
        </p:spPr>
        <p:txBody>
          <a:bodyPr wrap="square" lIns="0" tIns="0" rIns="0" bIns="0" rtlCol="0" anchor="ctr"/>
          <a:lstStyle/>
          <a:p>
            <a:pPr algn="ctr" indent="0" marL="0">
              <a:buNone/>
            </a:pPr>
            <a:r>
              <a:rPr lang="en-US" sz="700" spc="160" kern="0" dirty="0">
                <a:solidFill>
                  <a:srgbClr val="7A7264"/>
                </a:solidFill>
                <a:latin typeface="Manrope" pitchFamily="34" charset="0"/>
                <a:ea typeface="Manrope" pitchFamily="34" charset="-122"/>
                <a:cs typeface="Manrope" pitchFamily="34" charset="-120"/>
              </a:rPr>
              <a:t>GOLDEN HOUR</a:t>
            </a:r>
            <a:endParaRPr lang="en-US" sz="700" dirty="0"/>
          </a:p>
        </p:txBody>
      </p:sp>
      <p:sp>
        <p:nvSpPr>
          <p:cNvPr id="11" name="Shape 9"/>
          <p:cNvSpPr/>
          <p:nvPr/>
        </p:nvSpPr>
        <p:spPr>
          <a:xfrm>
            <a:off x="6388608" y="274320"/>
            <a:ext cx="2557272" cy="2130552"/>
          </a:xfrm>
          <a:prstGeom prst="roundRect">
            <a:avLst>
              <a:gd name="adj" fmla="val 3863"/>
            </a:avLst>
          </a:prstGeom>
          <a:solidFill>
            <a:srgbClr val="EDEAE3"/>
          </a:solidFill>
          <a:ln w="9525">
            <a:solidFill>
              <a:srgbClr val="D8D2C4"/>
            </a:solidFill>
            <a:prstDash val="solid"/>
          </a:ln>
        </p:spPr>
      </p:sp>
      <p:sp>
        <p:nvSpPr>
          <p:cNvPr id="12" name="Text 10"/>
          <p:cNvSpPr txBox="1"/>
          <p:nvPr/>
        </p:nvSpPr>
        <p:spPr>
          <a:xfrm>
            <a:off x="6388608" y="1193292"/>
            <a:ext cx="2557272" cy="292608"/>
          </a:xfrm>
          <a:prstGeom prst="rect">
            <a:avLst/>
          </a:prstGeom>
          <a:noFill/>
          <a:ln/>
        </p:spPr>
        <p:txBody>
          <a:bodyPr wrap="square" lIns="0" tIns="0" rIns="0" bIns="0" rtlCol="0" anchor="ctr"/>
          <a:lstStyle/>
          <a:p>
            <a:pPr algn="ctr" indent="0" marL="0">
              <a:buNone/>
            </a:pPr>
            <a:r>
              <a:rPr lang="en-US" sz="700" spc="160" kern="0" dirty="0">
                <a:solidFill>
                  <a:srgbClr val="7A7264"/>
                </a:solidFill>
                <a:latin typeface="Manrope" pitchFamily="34" charset="0"/>
                <a:ea typeface="Manrope" pitchFamily="34" charset="-122"/>
                <a:cs typeface="Manrope" pitchFamily="34" charset="-120"/>
              </a:rPr>
              <a:t>WORK LAMP</a:t>
            </a:r>
            <a:endParaRPr lang="en-US" sz="700" dirty="0"/>
          </a:p>
        </p:txBody>
      </p:sp>
      <p:sp>
        <p:nvSpPr>
          <p:cNvPr id="13" name="Shape 11"/>
          <p:cNvSpPr/>
          <p:nvPr/>
        </p:nvSpPr>
        <p:spPr>
          <a:xfrm>
            <a:off x="6388608" y="2624328"/>
            <a:ext cx="2557272" cy="2130552"/>
          </a:xfrm>
          <a:prstGeom prst="roundRect">
            <a:avLst>
              <a:gd name="adj" fmla="val 3863"/>
            </a:avLst>
          </a:prstGeom>
          <a:solidFill>
            <a:srgbClr val="EDEAE3"/>
          </a:solidFill>
          <a:ln w="9525">
            <a:solidFill>
              <a:srgbClr val="D8D2C4"/>
            </a:solidFill>
            <a:prstDash val="solid"/>
          </a:ln>
        </p:spPr>
      </p:sp>
      <p:sp>
        <p:nvSpPr>
          <p:cNvPr id="14" name="Text 12"/>
          <p:cNvSpPr txBox="1"/>
          <p:nvPr/>
        </p:nvSpPr>
        <p:spPr>
          <a:xfrm>
            <a:off x="6388608" y="3543300"/>
            <a:ext cx="2557272" cy="292608"/>
          </a:xfrm>
          <a:prstGeom prst="rect">
            <a:avLst/>
          </a:prstGeom>
          <a:noFill/>
          <a:ln/>
        </p:spPr>
        <p:txBody>
          <a:bodyPr wrap="square" lIns="0" tIns="0" rIns="0" bIns="0" rtlCol="0" anchor="ctr"/>
          <a:lstStyle/>
          <a:p>
            <a:pPr algn="ctr" indent="0" marL="0">
              <a:buNone/>
            </a:pPr>
            <a:r>
              <a:rPr lang="en-US" sz="700" spc="160" kern="0" dirty="0">
                <a:solidFill>
                  <a:srgbClr val="7A7264"/>
                </a:solidFill>
                <a:latin typeface="Manrope" pitchFamily="34" charset="0"/>
                <a:ea typeface="Manrope" pitchFamily="34" charset="-122"/>
                <a:cs typeface="Manrope" pitchFamily="34" charset="-120"/>
              </a:rPr>
              <a:t>DOORWAY</a:t>
            </a:r>
            <a:endParaRPr lang="en-US" sz="700" dirty="0"/>
          </a:p>
        </p:txBody>
      </p:sp>
      <p:sp>
        <p:nvSpPr>
          <p:cNvPr id="15" name="Shape 13"/>
          <p:cNvSpPr/>
          <p:nvPr/>
        </p:nvSpPr>
        <p:spPr>
          <a:xfrm>
            <a:off x="9165336" y="274320"/>
            <a:ext cx="2557272" cy="4480560"/>
          </a:xfrm>
          <a:prstGeom prst="roundRect">
            <a:avLst>
              <a:gd name="adj" fmla="val 3218"/>
            </a:avLst>
          </a:prstGeom>
          <a:solidFill>
            <a:srgbClr val="EDEAE3"/>
          </a:solidFill>
          <a:ln w="9525">
            <a:solidFill>
              <a:srgbClr val="D8D2C4"/>
            </a:solidFill>
            <a:prstDash val="solid"/>
          </a:ln>
        </p:spPr>
      </p:sp>
      <p:sp>
        <p:nvSpPr>
          <p:cNvPr id="16" name="Text 14"/>
          <p:cNvSpPr txBox="1"/>
          <p:nvPr/>
        </p:nvSpPr>
        <p:spPr>
          <a:xfrm>
            <a:off x="9165336" y="2368296"/>
            <a:ext cx="2557272" cy="292608"/>
          </a:xfrm>
          <a:prstGeom prst="rect">
            <a:avLst/>
          </a:prstGeom>
          <a:noFill/>
          <a:ln/>
        </p:spPr>
        <p:txBody>
          <a:bodyPr wrap="square" lIns="0" tIns="0" rIns="0" bIns="0" rtlCol="0" anchor="ctr"/>
          <a:lstStyle/>
          <a:p>
            <a:pPr algn="ctr" indent="0" marL="0">
              <a:buNone/>
            </a:pPr>
            <a:r>
              <a:rPr lang="en-US" sz="700" spc="160" kern="0" dirty="0">
                <a:solidFill>
                  <a:srgbClr val="7A7264"/>
                </a:solidFill>
                <a:latin typeface="Manrope" pitchFamily="34" charset="0"/>
                <a:ea typeface="Manrope" pitchFamily="34" charset="-122"/>
                <a:cs typeface="Manrope" pitchFamily="34" charset="-120"/>
              </a:rPr>
              <a:t>EVENING</a:t>
            </a:r>
            <a:endParaRPr lang="en-US" sz="700" dirty="0"/>
          </a:p>
        </p:txBody>
      </p:sp>
      <p:sp>
        <p:nvSpPr>
          <p:cNvPr id="17" name="Text 15"/>
          <p:cNvSpPr txBox="1"/>
          <p:nvPr/>
        </p:nvSpPr>
        <p:spPr>
          <a:xfrm>
            <a:off x="3611880" y="4974336"/>
            <a:ext cx="8110728" cy="201168"/>
          </a:xfrm>
          <a:prstGeom prst="rect">
            <a:avLst/>
          </a:prstGeom>
          <a:noFill/>
          <a:ln/>
        </p:spPr>
        <p:txBody>
          <a:bodyPr wrap="square" lIns="0" tIns="0" rIns="0" bIns="0" rtlCol="0" anchor="t"/>
          <a:lstStyle/>
          <a:p>
            <a:pPr indent="0" marL="0">
              <a:buNone/>
            </a:pPr>
            <a:r>
              <a:rPr lang="en-US" sz="700" spc="180" kern="0" dirty="0">
                <a:solidFill>
                  <a:srgbClr val="7A7264"/>
                </a:solidFill>
                <a:latin typeface="Manrope" pitchFamily="34" charset="0"/>
                <a:ea typeface="Manrope" pitchFamily="34" charset="-122"/>
                <a:cs typeface="Manrope" pitchFamily="34" charset="-120"/>
              </a:rPr>
              <a:t>GALLERY WALL  ·  MODULAR, NEVER A UNIFORM GRID</a:t>
            </a:r>
            <a:endParaRPr lang="en-US" sz="7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566928" y="274320"/>
            <a:ext cx="0" cy="6309360"/>
          </a:xfrm>
          <a:prstGeom prst="line">
            <a:avLst/>
          </a:prstGeom>
          <a:noFill/>
          <a:ln w="9525">
            <a:solidFill>
              <a:srgbClr val="BDB4A2"/>
            </a:solidFill>
            <a:prstDash val="solid"/>
          </a:ln>
        </p:spPr>
      </p:sp>
      <p:sp>
        <p:nvSpPr>
          <p:cNvPr id="3" name="Text 1"/>
          <p:cNvSpPr txBox="1"/>
          <p:nvPr/>
        </p:nvSpPr>
        <p:spPr>
          <a:xfrm rot="16200000">
            <a:off x="9144" y="256032"/>
            <a:ext cx="457200" cy="274320"/>
          </a:xfrm>
          <a:prstGeom prst="rect">
            <a:avLst/>
          </a:prstGeom>
          <a:noFill/>
          <a:ln/>
        </p:spPr>
        <p:txBody>
          <a:bodyPr wrap="none" lIns="0" tIns="0" rIns="0" bIns="0" rtlCol="0" anchor="ctr"/>
          <a:lstStyle/>
          <a:p>
            <a:pPr algn="ctr" indent="0" marL="0">
              <a:buNone/>
            </a:pPr>
            <a:r>
              <a:rPr lang="en-US" sz="700" spc="160" kern="0" dirty="0">
                <a:solidFill>
                  <a:srgbClr val="7A7264"/>
                </a:solidFill>
                <a:latin typeface="Manrope" pitchFamily="34" charset="0"/>
                <a:ea typeface="Manrope" pitchFamily="34" charset="-122"/>
                <a:cs typeface="Manrope" pitchFamily="34" charset="-120"/>
              </a:rPr>
              <a:t>031</a:t>
            </a:r>
            <a:endParaRPr lang="en-US" sz="700" dirty="0"/>
          </a:p>
        </p:txBody>
      </p:sp>
      <p:sp>
        <p:nvSpPr>
          <p:cNvPr id="4" name="Text 2"/>
          <p:cNvSpPr txBox="1"/>
          <p:nvPr/>
        </p:nvSpPr>
        <p:spPr>
          <a:xfrm rot="16200000">
            <a:off x="-950976" y="5257800"/>
            <a:ext cx="2377440" cy="274320"/>
          </a:xfrm>
          <a:prstGeom prst="rect">
            <a:avLst/>
          </a:prstGeom>
          <a:noFill/>
          <a:ln/>
        </p:spPr>
        <p:txBody>
          <a:bodyPr wrap="none" lIns="0" tIns="0" rIns="0" bIns="0" rtlCol="0" anchor="ctr"/>
          <a:lstStyle/>
          <a:p>
            <a:pPr algn="l" indent="0" marL="0">
              <a:buNone/>
            </a:pPr>
            <a:r>
              <a:rPr lang="en-US" sz="700" spc="160" kern="0" dirty="0">
                <a:solidFill>
                  <a:srgbClr val="7A7264"/>
                </a:solidFill>
                <a:latin typeface="Manrope" pitchFamily="34" charset="0"/>
                <a:ea typeface="Manrope" pitchFamily="34" charset="-122"/>
                <a:cs typeface="Manrope" pitchFamily="34" charset="-120"/>
              </a:rPr>
              <a:t>THE IDENTITY BOOK</a:t>
            </a:r>
            <a:endParaRPr lang="en-US" sz="700" dirty="0"/>
          </a:p>
        </p:txBody>
      </p:sp>
      <p:sp>
        <p:nvSpPr>
          <p:cNvPr id="5" name="Shape 3"/>
          <p:cNvSpPr/>
          <p:nvPr/>
        </p:nvSpPr>
        <p:spPr>
          <a:xfrm>
            <a:off x="3474720" y="274320"/>
            <a:ext cx="0" cy="6309360"/>
          </a:xfrm>
          <a:prstGeom prst="line">
            <a:avLst/>
          </a:prstGeom>
          <a:noFill/>
          <a:ln w="9525">
            <a:solidFill>
              <a:srgbClr val="BDB4A2"/>
            </a:solidFill>
            <a:prstDash val="solid"/>
          </a:ln>
        </p:spPr>
      </p:sp>
      <p:sp>
        <p:nvSpPr>
          <p:cNvPr id="6" name="Text 4"/>
          <p:cNvSpPr txBox="1"/>
          <p:nvPr/>
        </p:nvSpPr>
        <p:spPr>
          <a:xfrm>
            <a:off x="749808" y="292608"/>
            <a:ext cx="2619756" cy="201168"/>
          </a:xfrm>
          <a:prstGeom prst="rect">
            <a:avLst/>
          </a:prstGeom>
          <a:noFill/>
          <a:ln/>
        </p:spPr>
        <p:txBody>
          <a:bodyPr wrap="square" lIns="0" tIns="0" rIns="0" bIns="0" rtlCol="0" anchor="t"/>
          <a:lstStyle/>
          <a:p>
            <a:pPr indent="0" marL="0">
              <a:buNone/>
            </a:pPr>
            <a:r>
              <a:rPr lang="en-US" sz="900" b="1" spc="180" kern="0" dirty="0">
                <a:solidFill>
                  <a:srgbClr val="0F0F10"/>
                </a:solidFill>
                <a:latin typeface="Manrope" pitchFamily="34" charset="0"/>
                <a:ea typeface="Manrope" pitchFamily="34" charset="-122"/>
                <a:cs typeface="Manrope" pitchFamily="34" charset="-120"/>
              </a:rPr>
              <a:t>5.3  CASTING AND COMPOSITION</a:t>
            </a:r>
            <a:endParaRPr lang="en-US" sz="900" dirty="0"/>
          </a:p>
        </p:txBody>
      </p:sp>
      <p:sp>
        <p:nvSpPr>
          <p:cNvPr id="7" name="Text 5"/>
          <p:cNvSpPr txBox="1"/>
          <p:nvPr/>
        </p:nvSpPr>
        <p:spPr>
          <a:xfrm>
            <a:off x="749808" y="694944"/>
            <a:ext cx="2619756" cy="3840480"/>
          </a:xfrm>
          <a:prstGeom prst="rect">
            <a:avLst/>
          </a:prstGeom>
          <a:noFill/>
          <a:ln/>
        </p:spPr>
        <p:txBody>
          <a:bodyPr wrap="square" lIns="0" tIns="0" rIns="0" bIns="0" rtlCol="0" anchor="t"/>
          <a:lstStyle/>
          <a:p>
            <a:pPr indent="0" marL="0">
              <a:lnSpc>
                <a:spcPct val="142000"/>
              </a:lnSpc>
              <a:buNone/>
            </a:pPr>
            <a:r>
              <a:rPr lang="en-US" sz="1150" dirty="0">
                <a:solidFill>
                  <a:srgbClr val="1C1A17"/>
                </a:solidFill>
                <a:latin typeface="Bookmania" pitchFamily="34" charset="0"/>
                <a:ea typeface="Bookmania" pitchFamily="34" charset="-122"/>
                <a:cs typeface="Bookmania" pitchFamily="34" charset="-120"/>
              </a:rPr>
              <a:t>Cast the people who actually do the work, and the people they serve. Atlanta as it is: every race, every age on a crew, women on the tools as readily as men.</a:t>
            </a:r>
            <a:endParaRPr lang="en-US" sz="1150" dirty="0"/>
          </a:p>
        </p:txBody>
      </p:sp>
      <p:sp>
        <p:nvSpPr>
          <p:cNvPr id="8" name="Text 6"/>
          <p:cNvSpPr txBox="1"/>
          <p:nvPr/>
        </p:nvSpPr>
        <p:spPr>
          <a:xfrm>
            <a:off x="749808" y="5166360"/>
            <a:ext cx="2619756" cy="1417320"/>
          </a:xfrm>
          <a:prstGeom prst="rect">
            <a:avLst/>
          </a:prstGeom>
          <a:noFill/>
          <a:ln/>
        </p:spPr>
        <p:txBody>
          <a:bodyPr wrap="square" lIns="0" tIns="0" rIns="0" bIns="0" rtlCol="0" anchor="t"/>
          <a:lstStyle/>
          <a:p>
            <a:pPr indent="0" marL="0">
              <a:lnSpc>
                <a:spcPct val="140000"/>
              </a:lnSpc>
              <a:buNone/>
            </a:pPr>
            <a:r>
              <a:rPr lang="en-US" sz="950" dirty="0">
                <a:solidFill>
                  <a:srgbClr val="5E574C"/>
                </a:solidFill>
                <a:latin typeface="Manrope" pitchFamily="34" charset="0"/>
                <a:ea typeface="Manrope" pitchFamily="34" charset="-122"/>
                <a:cs typeface="Manrope" pitchFamily="34" charset="-120"/>
              </a:rPr>
              <a:t>Frame with floor-plan discipline. Negative space between half and two thirds. People sit within the frame rather than filling it — the work has equal weight.</a:t>
            </a:r>
            <a:endParaRPr lang="en-US" sz="950" dirty="0"/>
          </a:p>
        </p:txBody>
      </p:sp>
      <p:sp>
        <p:nvSpPr>
          <p:cNvPr id="9" name="Shape 7"/>
          <p:cNvSpPr/>
          <p:nvPr/>
        </p:nvSpPr>
        <p:spPr>
          <a:xfrm>
            <a:off x="3611880" y="274320"/>
            <a:ext cx="2569464" cy="2103120"/>
          </a:xfrm>
          <a:prstGeom prst="roundRect">
            <a:avLst>
              <a:gd name="adj" fmla="val 3913"/>
            </a:avLst>
          </a:prstGeom>
          <a:solidFill>
            <a:srgbClr val="EDEAE3"/>
          </a:solidFill>
          <a:ln w="9525">
            <a:solidFill>
              <a:srgbClr val="D8D2C4"/>
            </a:solidFill>
            <a:prstDash val="solid"/>
          </a:ln>
        </p:spPr>
      </p:sp>
      <p:sp>
        <p:nvSpPr>
          <p:cNvPr id="10" name="Text 8"/>
          <p:cNvSpPr txBox="1"/>
          <p:nvPr/>
        </p:nvSpPr>
        <p:spPr>
          <a:xfrm>
            <a:off x="3611880" y="1179576"/>
            <a:ext cx="2569464" cy="292608"/>
          </a:xfrm>
          <a:prstGeom prst="rect">
            <a:avLst/>
          </a:prstGeom>
          <a:noFill/>
          <a:ln/>
        </p:spPr>
        <p:txBody>
          <a:bodyPr wrap="square" lIns="0" tIns="0" rIns="0" bIns="0" rtlCol="0" anchor="ctr"/>
          <a:lstStyle/>
          <a:p>
            <a:pPr algn="ctr" indent="0" marL="0">
              <a:buNone/>
            </a:pPr>
            <a:r>
              <a:rPr lang="en-US" sz="700" spc="160" kern="0" dirty="0">
                <a:solidFill>
                  <a:srgbClr val="7A7264"/>
                </a:solidFill>
                <a:latin typeface="Manrope" pitchFamily="34" charset="0"/>
                <a:ea typeface="Manrope" pitchFamily="34" charset="-122"/>
                <a:cs typeface="Manrope" pitchFamily="34" charset="-120"/>
              </a:rPr>
              <a:t>LANDSCAPE</a:t>
            </a:r>
            <a:endParaRPr lang="en-US" sz="700" dirty="0"/>
          </a:p>
        </p:txBody>
      </p:sp>
      <p:sp>
        <p:nvSpPr>
          <p:cNvPr id="11" name="Text 9"/>
          <p:cNvSpPr txBox="1"/>
          <p:nvPr/>
        </p:nvSpPr>
        <p:spPr>
          <a:xfrm>
            <a:off x="3611880" y="2496312"/>
            <a:ext cx="2569464" cy="201168"/>
          </a:xfrm>
          <a:prstGeom prst="rect">
            <a:avLst/>
          </a:prstGeom>
          <a:noFill/>
          <a:ln/>
        </p:spPr>
        <p:txBody>
          <a:bodyPr wrap="square" lIns="0" tIns="0" rIns="0" bIns="0" rtlCol="0" anchor="t"/>
          <a:lstStyle/>
          <a:p>
            <a:pPr indent="0" marL="0">
              <a:buNone/>
            </a:pPr>
            <a:r>
              <a:rPr lang="en-US" sz="700" spc="180" kern="0" dirty="0">
                <a:solidFill>
                  <a:srgbClr val="7A7264"/>
                </a:solidFill>
                <a:latin typeface="Manrope" pitchFamily="34" charset="0"/>
                <a:ea typeface="Manrope" pitchFamily="34" charset="-122"/>
                <a:cs typeface="Manrope" pitchFamily="34" charset="-120"/>
              </a:rPr>
              <a:t>OWNER-OPERATOR</a:t>
            </a:r>
            <a:endParaRPr lang="en-US" sz="700" dirty="0"/>
          </a:p>
        </p:txBody>
      </p:sp>
      <p:sp>
        <p:nvSpPr>
          <p:cNvPr id="12" name="Shape 10"/>
          <p:cNvSpPr/>
          <p:nvPr/>
        </p:nvSpPr>
        <p:spPr>
          <a:xfrm>
            <a:off x="6382512" y="274320"/>
            <a:ext cx="2569464" cy="2103120"/>
          </a:xfrm>
          <a:prstGeom prst="roundRect">
            <a:avLst>
              <a:gd name="adj" fmla="val 3913"/>
            </a:avLst>
          </a:prstGeom>
          <a:solidFill>
            <a:srgbClr val="EDEAE3"/>
          </a:solidFill>
          <a:ln w="9525">
            <a:solidFill>
              <a:srgbClr val="D8D2C4"/>
            </a:solidFill>
            <a:prstDash val="solid"/>
          </a:ln>
        </p:spPr>
      </p:sp>
      <p:sp>
        <p:nvSpPr>
          <p:cNvPr id="13" name="Text 11"/>
          <p:cNvSpPr txBox="1"/>
          <p:nvPr/>
        </p:nvSpPr>
        <p:spPr>
          <a:xfrm>
            <a:off x="6382512" y="1179576"/>
            <a:ext cx="2569464" cy="292608"/>
          </a:xfrm>
          <a:prstGeom prst="rect">
            <a:avLst/>
          </a:prstGeom>
          <a:noFill/>
          <a:ln/>
        </p:spPr>
        <p:txBody>
          <a:bodyPr wrap="square" lIns="0" tIns="0" rIns="0" bIns="0" rtlCol="0" anchor="ctr"/>
          <a:lstStyle/>
          <a:p>
            <a:pPr algn="ctr" indent="0" marL="0">
              <a:buNone/>
            </a:pPr>
            <a:r>
              <a:rPr lang="en-US" sz="700" spc="160" kern="0" dirty="0">
                <a:solidFill>
                  <a:srgbClr val="7A7264"/>
                </a:solidFill>
                <a:latin typeface="Manrope" pitchFamily="34" charset="0"/>
                <a:ea typeface="Manrope" pitchFamily="34" charset="-122"/>
                <a:cs typeface="Manrope" pitchFamily="34" charset="-120"/>
              </a:rPr>
              <a:t>LANDSCAPE</a:t>
            </a:r>
            <a:endParaRPr lang="en-US" sz="700" dirty="0"/>
          </a:p>
        </p:txBody>
      </p:sp>
      <p:sp>
        <p:nvSpPr>
          <p:cNvPr id="14" name="Text 12"/>
          <p:cNvSpPr txBox="1"/>
          <p:nvPr/>
        </p:nvSpPr>
        <p:spPr>
          <a:xfrm>
            <a:off x="6382512" y="2496312"/>
            <a:ext cx="2569464" cy="201168"/>
          </a:xfrm>
          <a:prstGeom prst="rect">
            <a:avLst/>
          </a:prstGeom>
          <a:noFill/>
          <a:ln/>
        </p:spPr>
        <p:txBody>
          <a:bodyPr wrap="square" lIns="0" tIns="0" rIns="0" bIns="0" rtlCol="0" anchor="t"/>
          <a:lstStyle/>
          <a:p>
            <a:pPr indent="0" marL="0">
              <a:buNone/>
            </a:pPr>
            <a:r>
              <a:rPr lang="en-US" sz="700" spc="180" kern="0" dirty="0">
                <a:solidFill>
                  <a:srgbClr val="7A7264"/>
                </a:solidFill>
                <a:latin typeface="Manrope" pitchFamily="34" charset="0"/>
                <a:ea typeface="Manrope" pitchFamily="34" charset="-122"/>
                <a:cs typeface="Manrope" pitchFamily="34" charset="-120"/>
              </a:rPr>
              <a:t>THE CREW</a:t>
            </a:r>
            <a:endParaRPr lang="en-US" sz="700" dirty="0"/>
          </a:p>
        </p:txBody>
      </p:sp>
      <p:sp>
        <p:nvSpPr>
          <p:cNvPr id="15" name="Shape 13"/>
          <p:cNvSpPr/>
          <p:nvPr/>
        </p:nvSpPr>
        <p:spPr>
          <a:xfrm>
            <a:off x="9153144" y="274320"/>
            <a:ext cx="2569464" cy="2103120"/>
          </a:xfrm>
          <a:prstGeom prst="roundRect">
            <a:avLst>
              <a:gd name="adj" fmla="val 3913"/>
            </a:avLst>
          </a:prstGeom>
          <a:solidFill>
            <a:srgbClr val="EDEAE3"/>
          </a:solidFill>
          <a:ln w="9525">
            <a:solidFill>
              <a:srgbClr val="D8D2C4"/>
            </a:solidFill>
            <a:prstDash val="solid"/>
          </a:ln>
        </p:spPr>
      </p:sp>
      <p:sp>
        <p:nvSpPr>
          <p:cNvPr id="16" name="Text 14"/>
          <p:cNvSpPr txBox="1"/>
          <p:nvPr/>
        </p:nvSpPr>
        <p:spPr>
          <a:xfrm>
            <a:off x="9153144" y="1179576"/>
            <a:ext cx="2569464" cy="292608"/>
          </a:xfrm>
          <a:prstGeom prst="rect">
            <a:avLst/>
          </a:prstGeom>
          <a:noFill/>
          <a:ln/>
        </p:spPr>
        <p:txBody>
          <a:bodyPr wrap="square" lIns="0" tIns="0" rIns="0" bIns="0" rtlCol="0" anchor="ctr"/>
          <a:lstStyle/>
          <a:p>
            <a:pPr algn="ctr" indent="0" marL="0">
              <a:buNone/>
            </a:pPr>
            <a:r>
              <a:rPr lang="en-US" sz="700" spc="160" kern="0" dirty="0">
                <a:solidFill>
                  <a:srgbClr val="7A7264"/>
                </a:solidFill>
                <a:latin typeface="Manrope" pitchFamily="34" charset="0"/>
                <a:ea typeface="Manrope" pitchFamily="34" charset="-122"/>
                <a:cs typeface="Manrope" pitchFamily="34" charset="-120"/>
              </a:rPr>
              <a:t>LANDSCAPE</a:t>
            </a:r>
            <a:endParaRPr lang="en-US" sz="700" dirty="0"/>
          </a:p>
        </p:txBody>
      </p:sp>
      <p:sp>
        <p:nvSpPr>
          <p:cNvPr id="17" name="Text 15"/>
          <p:cNvSpPr txBox="1"/>
          <p:nvPr/>
        </p:nvSpPr>
        <p:spPr>
          <a:xfrm>
            <a:off x="9153144" y="2496312"/>
            <a:ext cx="2569464" cy="201168"/>
          </a:xfrm>
          <a:prstGeom prst="rect">
            <a:avLst/>
          </a:prstGeom>
          <a:noFill/>
          <a:ln/>
        </p:spPr>
        <p:txBody>
          <a:bodyPr wrap="square" lIns="0" tIns="0" rIns="0" bIns="0" rtlCol="0" anchor="t"/>
          <a:lstStyle/>
          <a:p>
            <a:pPr indent="0" marL="0">
              <a:buNone/>
            </a:pPr>
            <a:r>
              <a:rPr lang="en-US" sz="700" spc="180" kern="0" dirty="0">
                <a:solidFill>
                  <a:srgbClr val="7A7264"/>
                </a:solidFill>
                <a:latin typeface="Manrope" pitchFamily="34" charset="0"/>
                <a:ea typeface="Manrope" pitchFamily="34" charset="-122"/>
                <a:cs typeface="Manrope" pitchFamily="34" charset="-120"/>
              </a:rPr>
              <a:t>THE CUSTOMER</a:t>
            </a:r>
            <a:endParaRPr lang="en-US" sz="700" dirty="0"/>
          </a:p>
        </p:txBody>
      </p:sp>
      <p:sp>
        <p:nvSpPr>
          <p:cNvPr id="18" name="Shape 16"/>
          <p:cNvSpPr/>
          <p:nvPr/>
        </p:nvSpPr>
        <p:spPr>
          <a:xfrm>
            <a:off x="3611880" y="2852928"/>
            <a:ext cx="2569464" cy="2103120"/>
          </a:xfrm>
          <a:prstGeom prst="roundRect">
            <a:avLst>
              <a:gd name="adj" fmla="val 3913"/>
            </a:avLst>
          </a:prstGeom>
          <a:solidFill>
            <a:srgbClr val="EDEAE3"/>
          </a:solidFill>
          <a:ln w="9525">
            <a:solidFill>
              <a:srgbClr val="D8D2C4"/>
            </a:solidFill>
            <a:prstDash val="solid"/>
          </a:ln>
        </p:spPr>
      </p:sp>
      <p:sp>
        <p:nvSpPr>
          <p:cNvPr id="19" name="Text 17"/>
          <p:cNvSpPr txBox="1"/>
          <p:nvPr/>
        </p:nvSpPr>
        <p:spPr>
          <a:xfrm>
            <a:off x="3611880" y="3758184"/>
            <a:ext cx="2569464" cy="292608"/>
          </a:xfrm>
          <a:prstGeom prst="rect">
            <a:avLst/>
          </a:prstGeom>
          <a:noFill/>
          <a:ln/>
        </p:spPr>
        <p:txBody>
          <a:bodyPr wrap="square" lIns="0" tIns="0" rIns="0" bIns="0" rtlCol="0" anchor="ctr"/>
          <a:lstStyle/>
          <a:p>
            <a:pPr algn="ctr" indent="0" marL="0">
              <a:buNone/>
            </a:pPr>
            <a:r>
              <a:rPr lang="en-US" sz="700" spc="160" kern="0" dirty="0">
                <a:solidFill>
                  <a:srgbClr val="7A7264"/>
                </a:solidFill>
                <a:latin typeface="Manrope" pitchFamily="34" charset="0"/>
                <a:ea typeface="Manrope" pitchFamily="34" charset="-122"/>
                <a:cs typeface="Manrope" pitchFamily="34" charset="-120"/>
              </a:rPr>
              <a:t>LANDSCAPE</a:t>
            </a:r>
            <a:endParaRPr lang="en-US" sz="700" dirty="0"/>
          </a:p>
        </p:txBody>
      </p:sp>
      <p:sp>
        <p:nvSpPr>
          <p:cNvPr id="20" name="Text 18"/>
          <p:cNvSpPr txBox="1"/>
          <p:nvPr/>
        </p:nvSpPr>
        <p:spPr>
          <a:xfrm>
            <a:off x="3611880" y="5074920"/>
            <a:ext cx="2569464" cy="201168"/>
          </a:xfrm>
          <a:prstGeom prst="rect">
            <a:avLst/>
          </a:prstGeom>
          <a:noFill/>
          <a:ln/>
        </p:spPr>
        <p:txBody>
          <a:bodyPr wrap="square" lIns="0" tIns="0" rIns="0" bIns="0" rtlCol="0" anchor="t"/>
          <a:lstStyle/>
          <a:p>
            <a:pPr indent="0" marL="0">
              <a:buNone/>
            </a:pPr>
            <a:r>
              <a:rPr lang="en-US" sz="700" spc="180" kern="0" dirty="0">
                <a:solidFill>
                  <a:srgbClr val="7A7264"/>
                </a:solidFill>
                <a:latin typeface="Manrope" pitchFamily="34" charset="0"/>
                <a:ea typeface="Manrope" pitchFamily="34" charset="-122"/>
                <a:cs typeface="Manrope" pitchFamily="34" charset="-120"/>
              </a:rPr>
              <a:t>HANDS AND TOOLS</a:t>
            </a:r>
            <a:endParaRPr lang="en-US" sz="700" dirty="0"/>
          </a:p>
        </p:txBody>
      </p:sp>
      <p:sp>
        <p:nvSpPr>
          <p:cNvPr id="21" name="Shape 19"/>
          <p:cNvSpPr/>
          <p:nvPr/>
        </p:nvSpPr>
        <p:spPr>
          <a:xfrm>
            <a:off x="6382512" y="2852928"/>
            <a:ext cx="2569464" cy="2103120"/>
          </a:xfrm>
          <a:prstGeom prst="roundRect">
            <a:avLst>
              <a:gd name="adj" fmla="val 3913"/>
            </a:avLst>
          </a:prstGeom>
          <a:solidFill>
            <a:srgbClr val="EDEAE3"/>
          </a:solidFill>
          <a:ln w="9525">
            <a:solidFill>
              <a:srgbClr val="D8D2C4"/>
            </a:solidFill>
            <a:prstDash val="solid"/>
          </a:ln>
        </p:spPr>
      </p:sp>
      <p:sp>
        <p:nvSpPr>
          <p:cNvPr id="22" name="Text 20"/>
          <p:cNvSpPr txBox="1"/>
          <p:nvPr/>
        </p:nvSpPr>
        <p:spPr>
          <a:xfrm>
            <a:off x="6382512" y="3758184"/>
            <a:ext cx="2569464" cy="292608"/>
          </a:xfrm>
          <a:prstGeom prst="rect">
            <a:avLst/>
          </a:prstGeom>
          <a:noFill/>
          <a:ln/>
        </p:spPr>
        <p:txBody>
          <a:bodyPr wrap="square" lIns="0" tIns="0" rIns="0" bIns="0" rtlCol="0" anchor="ctr"/>
          <a:lstStyle/>
          <a:p>
            <a:pPr algn="ctr" indent="0" marL="0">
              <a:buNone/>
            </a:pPr>
            <a:r>
              <a:rPr lang="en-US" sz="700" spc="160" kern="0" dirty="0">
                <a:solidFill>
                  <a:srgbClr val="7A7264"/>
                </a:solidFill>
                <a:latin typeface="Manrope" pitchFamily="34" charset="0"/>
                <a:ea typeface="Manrope" pitchFamily="34" charset="-122"/>
                <a:cs typeface="Manrope" pitchFamily="34" charset="-120"/>
              </a:rPr>
              <a:t>LANDSCAPE</a:t>
            </a:r>
            <a:endParaRPr lang="en-US" sz="700" dirty="0"/>
          </a:p>
        </p:txBody>
      </p:sp>
      <p:sp>
        <p:nvSpPr>
          <p:cNvPr id="23" name="Text 21"/>
          <p:cNvSpPr txBox="1"/>
          <p:nvPr/>
        </p:nvSpPr>
        <p:spPr>
          <a:xfrm>
            <a:off x="6382512" y="5074920"/>
            <a:ext cx="2569464" cy="201168"/>
          </a:xfrm>
          <a:prstGeom prst="rect">
            <a:avLst/>
          </a:prstGeom>
          <a:noFill/>
          <a:ln/>
        </p:spPr>
        <p:txBody>
          <a:bodyPr wrap="square" lIns="0" tIns="0" rIns="0" bIns="0" rtlCol="0" anchor="t"/>
          <a:lstStyle/>
          <a:p>
            <a:pPr indent="0" marL="0">
              <a:buNone/>
            </a:pPr>
            <a:r>
              <a:rPr lang="en-US" sz="700" spc="180" kern="0" dirty="0">
                <a:solidFill>
                  <a:srgbClr val="7A7264"/>
                </a:solidFill>
                <a:latin typeface="Manrope" pitchFamily="34" charset="0"/>
                <a:ea typeface="Manrope" pitchFamily="34" charset="-122"/>
                <a:cs typeface="Manrope" pitchFamily="34" charset="-120"/>
              </a:rPr>
              <a:t>THE VAN</a:t>
            </a:r>
            <a:endParaRPr lang="en-US" sz="700" dirty="0"/>
          </a:p>
        </p:txBody>
      </p:sp>
      <p:sp>
        <p:nvSpPr>
          <p:cNvPr id="24" name="Shape 22"/>
          <p:cNvSpPr/>
          <p:nvPr/>
        </p:nvSpPr>
        <p:spPr>
          <a:xfrm>
            <a:off x="9153144" y="2852928"/>
            <a:ext cx="2569464" cy="2103120"/>
          </a:xfrm>
          <a:prstGeom prst="roundRect">
            <a:avLst>
              <a:gd name="adj" fmla="val 3913"/>
            </a:avLst>
          </a:prstGeom>
          <a:solidFill>
            <a:srgbClr val="EDEAE3"/>
          </a:solidFill>
          <a:ln w="9525">
            <a:solidFill>
              <a:srgbClr val="D8D2C4"/>
            </a:solidFill>
            <a:prstDash val="solid"/>
          </a:ln>
        </p:spPr>
      </p:sp>
      <p:sp>
        <p:nvSpPr>
          <p:cNvPr id="25" name="Text 23"/>
          <p:cNvSpPr txBox="1"/>
          <p:nvPr/>
        </p:nvSpPr>
        <p:spPr>
          <a:xfrm>
            <a:off x="9153144" y="3758184"/>
            <a:ext cx="2569464" cy="292608"/>
          </a:xfrm>
          <a:prstGeom prst="rect">
            <a:avLst/>
          </a:prstGeom>
          <a:noFill/>
          <a:ln/>
        </p:spPr>
        <p:txBody>
          <a:bodyPr wrap="square" lIns="0" tIns="0" rIns="0" bIns="0" rtlCol="0" anchor="ctr"/>
          <a:lstStyle/>
          <a:p>
            <a:pPr algn="ctr" indent="0" marL="0">
              <a:buNone/>
            </a:pPr>
            <a:r>
              <a:rPr lang="en-US" sz="700" spc="160" kern="0" dirty="0">
                <a:solidFill>
                  <a:srgbClr val="7A7264"/>
                </a:solidFill>
                <a:latin typeface="Manrope" pitchFamily="34" charset="0"/>
                <a:ea typeface="Manrope" pitchFamily="34" charset="-122"/>
                <a:cs typeface="Manrope" pitchFamily="34" charset="-120"/>
              </a:rPr>
              <a:t>LANDSCAPE</a:t>
            </a:r>
            <a:endParaRPr lang="en-US" sz="700" dirty="0"/>
          </a:p>
        </p:txBody>
      </p:sp>
      <p:sp>
        <p:nvSpPr>
          <p:cNvPr id="26" name="Text 24"/>
          <p:cNvSpPr txBox="1"/>
          <p:nvPr/>
        </p:nvSpPr>
        <p:spPr>
          <a:xfrm>
            <a:off x="9153144" y="5074920"/>
            <a:ext cx="2569464" cy="201168"/>
          </a:xfrm>
          <a:prstGeom prst="rect">
            <a:avLst/>
          </a:prstGeom>
          <a:noFill/>
          <a:ln/>
        </p:spPr>
        <p:txBody>
          <a:bodyPr wrap="square" lIns="0" tIns="0" rIns="0" bIns="0" rtlCol="0" anchor="t"/>
          <a:lstStyle/>
          <a:p>
            <a:pPr indent="0" marL="0">
              <a:buNone/>
            </a:pPr>
            <a:r>
              <a:rPr lang="en-US" sz="700" spc="180" kern="0" dirty="0">
                <a:solidFill>
                  <a:srgbClr val="7A7264"/>
                </a:solidFill>
                <a:latin typeface="Manrope" pitchFamily="34" charset="0"/>
                <a:ea typeface="Manrope" pitchFamily="34" charset="-122"/>
                <a:cs typeface="Manrope" pitchFamily="34" charset="-120"/>
              </a:rPr>
              <a:t>THE STREET</a:t>
            </a:r>
            <a:endParaRPr lang="en-US" sz="7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566928" y="274320"/>
            <a:ext cx="0" cy="6309360"/>
          </a:xfrm>
          <a:prstGeom prst="line">
            <a:avLst/>
          </a:prstGeom>
          <a:noFill/>
          <a:ln w="9525">
            <a:solidFill>
              <a:srgbClr val="BDB4A2"/>
            </a:solidFill>
            <a:prstDash val="solid"/>
          </a:ln>
        </p:spPr>
      </p:sp>
      <p:sp>
        <p:nvSpPr>
          <p:cNvPr id="3" name="Text 1"/>
          <p:cNvSpPr txBox="1"/>
          <p:nvPr/>
        </p:nvSpPr>
        <p:spPr>
          <a:xfrm rot="16200000">
            <a:off x="9144" y="256032"/>
            <a:ext cx="457200" cy="274320"/>
          </a:xfrm>
          <a:prstGeom prst="rect">
            <a:avLst/>
          </a:prstGeom>
          <a:noFill/>
          <a:ln/>
        </p:spPr>
        <p:txBody>
          <a:bodyPr wrap="none" lIns="0" tIns="0" rIns="0" bIns="0" rtlCol="0" anchor="ctr"/>
          <a:lstStyle/>
          <a:p>
            <a:pPr algn="ctr" indent="0" marL="0">
              <a:buNone/>
            </a:pPr>
            <a:r>
              <a:rPr lang="en-US" sz="700" spc="160" kern="0" dirty="0">
                <a:solidFill>
                  <a:srgbClr val="7A7264"/>
                </a:solidFill>
                <a:latin typeface="Manrope" pitchFamily="34" charset="0"/>
                <a:ea typeface="Manrope" pitchFamily="34" charset="-122"/>
                <a:cs typeface="Manrope" pitchFamily="34" charset="-120"/>
              </a:rPr>
              <a:t>032</a:t>
            </a:r>
            <a:endParaRPr lang="en-US" sz="700" dirty="0"/>
          </a:p>
        </p:txBody>
      </p:sp>
      <p:sp>
        <p:nvSpPr>
          <p:cNvPr id="4" name="Text 2"/>
          <p:cNvSpPr txBox="1"/>
          <p:nvPr/>
        </p:nvSpPr>
        <p:spPr>
          <a:xfrm rot="16200000">
            <a:off x="-950976" y="5257800"/>
            <a:ext cx="2377440" cy="274320"/>
          </a:xfrm>
          <a:prstGeom prst="rect">
            <a:avLst/>
          </a:prstGeom>
          <a:noFill/>
          <a:ln/>
        </p:spPr>
        <p:txBody>
          <a:bodyPr wrap="none" lIns="0" tIns="0" rIns="0" bIns="0" rtlCol="0" anchor="ctr"/>
          <a:lstStyle/>
          <a:p>
            <a:pPr algn="l" indent="0" marL="0">
              <a:buNone/>
            </a:pPr>
            <a:r>
              <a:rPr lang="en-US" sz="700" spc="160" kern="0" dirty="0">
                <a:solidFill>
                  <a:srgbClr val="7A7264"/>
                </a:solidFill>
                <a:latin typeface="Manrope" pitchFamily="34" charset="0"/>
                <a:ea typeface="Manrope" pitchFamily="34" charset="-122"/>
                <a:cs typeface="Manrope" pitchFamily="34" charset="-120"/>
              </a:rPr>
              <a:t>THE IDENTITY BOOK</a:t>
            </a:r>
            <a:endParaRPr lang="en-US" sz="700" dirty="0"/>
          </a:p>
        </p:txBody>
      </p:sp>
      <p:sp>
        <p:nvSpPr>
          <p:cNvPr id="5" name="Text 3"/>
          <p:cNvSpPr txBox="1"/>
          <p:nvPr/>
        </p:nvSpPr>
        <p:spPr>
          <a:xfrm rot="16200000">
            <a:off x="-1586484" y="3337560"/>
            <a:ext cx="5623560" cy="868680"/>
          </a:xfrm>
          <a:prstGeom prst="rect">
            <a:avLst/>
          </a:prstGeom>
          <a:noFill/>
          <a:ln/>
        </p:spPr>
        <p:txBody>
          <a:bodyPr wrap="none" lIns="0" tIns="0" rIns="0" bIns="0" rtlCol="0" anchor="ctr"/>
          <a:lstStyle/>
          <a:p>
            <a:pPr algn="l" indent="0" marL="0">
              <a:buNone/>
            </a:pPr>
            <a:r>
              <a:rPr lang="en-US" sz="5000" dirty="0">
                <a:solidFill>
                  <a:srgbClr val="0F0F10"/>
                </a:solidFill>
                <a:latin typeface="Bookmania" pitchFamily="34" charset="0"/>
                <a:ea typeface="Bookmania" pitchFamily="34" charset="-122"/>
                <a:cs typeface="Bookmania" pitchFamily="34" charset="-120"/>
              </a:rPr>
              <a:t>THE FIELD</a:t>
            </a:r>
            <a:endParaRPr lang="en-US" sz="5000" dirty="0"/>
          </a:p>
        </p:txBody>
      </p:sp>
      <p:sp>
        <p:nvSpPr>
          <p:cNvPr id="6" name="Shape 4"/>
          <p:cNvSpPr/>
          <p:nvPr/>
        </p:nvSpPr>
        <p:spPr>
          <a:xfrm>
            <a:off x="1700784" y="274320"/>
            <a:ext cx="0" cy="6309360"/>
          </a:xfrm>
          <a:prstGeom prst="line">
            <a:avLst/>
          </a:prstGeom>
          <a:noFill/>
          <a:ln w="9525">
            <a:solidFill>
              <a:srgbClr val="BDB4A2"/>
            </a:solidFill>
            <a:prstDash val="solid"/>
          </a:ln>
        </p:spPr>
      </p:sp>
      <p:sp>
        <p:nvSpPr>
          <p:cNvPr id="7" name="Text 5"/>
          <p:cNvSpPr txBox="1"/>
          <p:nvPr/>
        </p:nvSpPr>
        <p:spPr>
          <a:xfrm>
            <a:off x="1956816" y="292608"/>
            <a:ext cx="548640" cy="201168"/>
          </a:xfrm>
          <a:prstGeom prst="rect">
            <a:avLst/>
          </a:prstGeom>
          <a:noFill/>
          <a:ln/>
        </p:spPr>
        <p:txBody>
          <a:bodyPr wrap="square" lIns="0" tIns="0" rIns="0" bIns="0" rtlCol="0" anchor="t"/>
          <a:lstStyle/>
          <a:p>
            <a:pPr indent="0" marL="0">
              <a:buNone/>
            </a:pPr>
            <a:r>
              <a:rPr lang="en-US" sz="950" b="1" spc="180" kern="0" dirty="0">
                <a:solidFill>
                  <a:srgbClr val="0F0F10"/>
                </a:solidFill>
                <a:latin typeface="Manrope" pitchFamily="34" charset="0"/>
                <a:ea typeface="Manrope" pitchFamily="34" charset="-122"/>
                <a:cs typeface="Manrope" pitchFamily="34" charset="-120"/>
              </a:rPr>
              <a:t>6.0</a:t>
            </a:r>
            <a:endParaRPr lang="en-US" sz="950" dirty="0"/>
          </a:p>
        </p:txBody>
      </p:sp>
      <p:sp>
        <p:nvSpPr>
          <p:cNvPr id="8" name="Text 6"/>
          <p:cNvSpPr txBox="1"/>
          <p:nvPr/>
        </p:nvSpPr>
        <p:spPr>
          <a:xfrm>
            <a:off x="2615184" y="292608"/>
            <a:ext cx="2103120" cy="201168"/>
          </a:xfrm>
          <a:prstGeom prst="rect">
            <a:avLst/>
          </a:prstGeom>
          <a:noFill/>
          <a:ln/>
        </p:spPr>
        <p:txBody>
          <a:bodyPr wrap="square" lIns="0" tIns="0" rIns="0" bIns="0" rtlCol="0" anchor="t"/>
          <a:lstStyle/>
          <a:p>
            <a:pPr indent="0" marL="0">
              <a:buNone/>
            </a:pPr>
            <a:r>
              <a:rPr lang="en-US" sz="950" b="1" spc="180" kern="0" dirty="0">
                <a:solidFill>
                  <a:srgbClr val="0F0F10"/>
                </a:solidFill>
                <a:latin typeface="Manrope" pitchFamily="34" charset="0"/>
                <a:ea typeface="Manrope" pitchFamily="34" charset="-122"/>
                <a:cs typeface="Manrope" pitchFamily="34" charset="-120"/>
              </a:rPr>
              <a:t>THE FIELD</a:t>
            </a:r>
            <a:endParaRPr lang="en-US" sz="950" dirty="0"/>
          </a:p>
        </p:txBody>
      </p:sp>
      <p:sp>
        <p:nvSpPr>
          <p:cNvPr id="9" name="Text 7"/>
          <p:cNvSpPr txBox="1"/>
          <p:nvPr/>
        </p:nvSpPr>
        <p:spPr>
          <a:xfrm>
            <a:off x="4608576" y="292608"/>
            <a:ext cx="457200" cy="201168"/>
          </a:xfrm>
          <a:prstGeom prst="rect">
            <a:avLst/>
          </a:prstGeom>
          <a:noFill/>
          <a:ln/>
        </p:spPr>
        <p:txBody>
          <a:bodyPr wrap="square" lIns="0" tIns="0" rIns="0" bIns="0" rtlCol="0" anchor="t"/>
          <a:lstStyle/>
          <a:p>
            <a:pPr algn="r" indent="0" marL="0">
              <a:buNone/>
            </a:pPr>
            <a:r>
              <a:rPr lang="en-US" sz="950" b="1" spc="180" kern="0" dirty="0">
                <a:solidFill>
                  <a:srgbClr val="0F0F10"/>
                </a:solidFill>
                <a:latin typeface="Manrope" pitchFamily="34" charset="0"/>
                <a:ea typeface="Manrope" pitchFamily="34" charset="-122"/>
                <a:cs typeface="Manrope" pitchFamily="34" charset="-120"/>
              </a:rPr>
              <a:t>32</a:t>
            </a:r>
            <a:endParaRPr lang="en-US" sz="950" dirty="0"/>
          </a:p>
        </p:txBody>
      </p:sp>
      <p:sp>
        <p:nvSpPr>
          <p:cNvPr id="10" name="Text 8"/>
          <p:cNvSpPr txBox="1"/>
          <p:nvPr/>
        </p:nvSpPr>
        <p:spPr>
          <a:xfrm>
            <a:off x="1956816" y="694944"/>
            <a:ext cx="548640" cy="219456"/>
          </a:xfrm>
          <a:prstGeom prst="rect">
            <a:avLst/>
          </a:prstGeom>
          <a:noFill/>
          <a:ln/>
        </p:spPr>
        <p:txBody>
          <a:bodyPr wrap="square" lIns="0" tIns="0" rIns="0" bIns="0" rtlCol="0" anchor="t"/>
          <a:lstStyle/>
          <a:p>
            <a:pPr indent="0" marL="0">
              <a:buNone/>
            </a:pPr>
            <a:r>
              <a:rPr lang="en-US" sz="1050" dirty="0">
                <a:solidFill>
                  <a:srgbClr val="5E574C"/>
                </a:solidFill>
                <a:latin typeface="Bookmania" pitchFamily="34" charset="0"/>
                <a:ea typeface="Bookmania" pitchFamily="34" charset="-122"/>
                <a:cs typeface="Bookmania" pitchFamily="34" charset="-120"/>
              </a:rPr>
              <a:t>6.1</a:t>
            </a:r>
            <a:endParaRPr lang="en-US" sz="1050" dirty="0"/>
          </a:p>
        </p:txBody>
      </p:sp>
      <p:sp>
        <p:nvSpPr>
          <p:cNvPr id="11" name="Text 9"/>
          <p:cNvSpPr txBox="1"/>
          <p:nvPr/>
        </p:nvSpPr>
        <p:spPr>
          <a:xfrm>
            <a:off x="2615184" y="694944"/>
            <a:ext cx="2103120" cy="219456"/>
          </a:xfrm>
          <a:prstGeom prst="rect">
            <a:avLst/>
          </a:prstGeom>
          <a:noFill/>
          <a:ln/>
        </p:spPr>
        <p:txBody>
          <a:bodyPr wrap="square" lIns="0" tIns="0" rIns="0" bIns="0" rtlCol="0" anchor="t"/>
          <a:lstStyle/>
          <a:p>
            <a:pPr indent="0" marL="0">
              <a:buNone/>
            </a:pPr>
            <a:r>
              <a:rPr lang="en-US" sz="1050" dirty="0">
                <a:solidFill>
                  <a:srgbClr val="1C1A17"/>
                </a:solidFill>
                <a:latin typeface="Bookmania" pitchFamily="34" charset="0"/>
                <a:ea typeface="Bookmania" pitchFamily="34" charset="-122"/>
                <a:cs typeface="Bookmania" pitchFamily="34" charset="-120"/>
              </a:rPr>
              <a:t>The Law of the Field</a:t>
            </a:r>
            <a:endParaRPr lang="en-US" sz="1050" dirty="0"/>
          </a:p>
        </p:txBody>
      </p:sp>
      <p:sp>
        <p:nvSpPr>
          <p:cNvPr id="12" name="Text 10"/>
          <p:cNvSpPr txBox="1"/>
          <p:nvPr/>
        </p:nvSpPr>
        <p:spPr>
          <a:xfrm>
            <a:off x="4608576" y="694944"/>
            <a:ext cx="457200" cy="219456"/>
          </a:xfrm>
          <a:prstGeom prst="rect">
            <a:avLst/>
          </a:prstGeom>
          <a:noFill/>
          <a:ln/>
        </p:spPr>
        <p:txBody>
          <a:bodyPr wrap="square" lIns="0" tIns="0" rIns="0" bIns="0" rtlCol="0" anchor="t"/>
          <a:lstStyle/>
          <a:p>
            <a:pPr algn="r" indent="0" marL="0">
              <a:buNone/>
            </a:pPr>
            <a:r>
              <a:rPr lang="en-US" sz="1050" dirty="0">
                <a:solidFill>
                  <a:srgbClr val="5E574C"/>
                </a:solidFill>
                <a:latin typeface="Bookmania" pitchFamily="34" charset="0"/>
                <a:ea typeface="Bookmania" pitchFamily="34" charset="-122"/>
                <a:cs typeface="Bookmania" pitchFamily="34" charset="-120"/>
              </a:rPr>
              <a:t>33</a:t>
            </a:r>
            <a:endParaRPr lang="en-US" sz="1050" dirty="0"/>
          </a:p>
        </p:txBody>
      </p:sp>
      <p:sp>
        <p:nvSpPr>
          <p:cNvPr id="13" name="Text 11"/>
          <p:cNvSpPr txBox="1"/>
          <p:nvPr/>
        </p:nvSpPr>
        <p:spPr>
          <a:xfrm>
            <a:off x="1956816" y="941832"/>
            <a:ext cx="548640" cy="219456"/>
          </a:xfrm>
          <a:prstGeom prst="rect">
            <a:avLst/>
          </a:prstGeom>
          <a:noFill/>
          <a:ln/>
        </p:spPr>
        <p:txBody>
          <a:bodyPr wrap="square" lIns="0" tIns="0" rIns="0" bIns="0" rtlCol="0" anchor="t"/>
          <a:lstStyle/>
          <a:p>
            <a:pPr indent="0" marL="0">
              <a:buNone/>
            </a:pPr>
            <a:r>
              <a:rPr lang="en-US" sz="1050" dirty="0">
                <a:solidFill>
                  <a:srgbClr val="5E574C"/>
                </a:solidFill>
                <a:latin typeface="Bookmania" pitchFamily="34" charset="0"/>
                <a:ea typeface="Bookmania" pitchFamily="34" charset="-122"/>
                <a:cs typeface="Bookmania" pitchFamily="34" charset="-120"/>
              </a:rPr>
              <a:t>6.2</a:t>
            </a:r>
            <a:endParaRPr lang="en-US" sz="1050" dirty="0"/>
          </a:p>
        </p:txBody>
      </p:sp>
      <p:sp>
        <p:nvSpPr>
          <p:cNvPr id="14" name="Text 12"/>
          <p:cNvSpPr txBox="1"/>
          <p:nvPr/>
        </p:nvSpPr>
        <p:spPr>
          <a:xfrm>
            <a:off x="2615184" y="941832"/>
            <a:ext cx="2103120" cy="219456"/>
          </a:xfrm>
          <a:prstGeom prst="rect">
            <a:avLst/>
          </a:prstGeom>
          <a:noFill/>
          <a:ln/>
        </p:spPr>
        <p:txBody>
          <a:bodyPr wrap="square" lIns="0" tIns="0" rIns="0" bIns="0" rtlCol="0" anchor="t"/>
          <a:lstStyle/>
          <a:p>
            <a:pPr indent="0" marL="0">
              <a:buNone/>
            </a:pPr>
            <a:r>
              <a:rPr lang="en-US" sz="1050" dirty="0">
                <a:solidFill>
                  <a:srgbClr val="1C1A17"/>
                </a:solidFill>
                <a:latin typeface="Bookmania" pitchFamily="34" charset="0"/>
                <a:ea typeface="Bookmania" pitchFamily="34" charset="-122"/>
                <a:cs typeface="Bookmania" pitchFamily="34" charset="-120"/>
              </a:rPr>
              <a:t>The Four Fields</a:t>
            </a:r>
            <a:endParaRPr lang="en-US" sz="1050" dirty="0"/>
          </a:p>
        </p:txBody>
      </p:sp>
      <p:sp>
        <p:nvSpPr>
          <p:cNvPr id="15" name="Text 13"/>
          <p:cNvSpPr txBox="1"/>
          <p:nvPr/>
        </p:nvSpPr>
        <p:spPr>
          <a:xfrm>
            <a:off x="4608576" y="941832"/>
            <a:ext cx="457200" cy="219456"/>
          </a:xfrm>
          <a:prstGeom prst="rect">
            <a:avLst/>
          </a:prstGeom>
          <a:noFill/>
          <a:ln/>
        </p:spPr>
        <p:txBody>
          <a:bodyPr wrap="square" lIns="0" tIns="0" rIns="0" bIns="0" rtlCol="0" anchor="t"/>
          <a:lstStyle/>
          <a:p>
            <a:pPr algn="r" indent="0" marL="0">
              <a:buNone/>
            </a:pPr>
            <a:r>
              <a:rPr lang="en-US" sz="1050" dirty="0">
                <a:solidFill>
                  <a:srgbClr val="5E574C"/>
                </a:solidFill>
                <a:latin typeface="Bookmania" pitchFamily="34" charset="0"/>
                <a:ea typeface="Bookmania" pitchFamily="34" charset="-122"/>
                <a:cs typeface="Bookmania" pitchFamily="34" charset="-120"/>
              </a:rPr>
              <a:t>34</a:t>
            </a:r>
            <a:endParaRPr lang="en-US" sz="1050" dirty="0"/>
          </a:p>
        </p:txBody>
      </p:sp>
      <p:sp>
        <p:nvSpPr>
          <p:cNvPr id="16" name="Text 14"/>
          <p:cNvSpPr txBox="1"/>
          <p:nvPr/>
        </p:nvSpPr>
        <p:spPr>
          <a:xfrm>
            <a:off x="1956816" y="1188720"/>
            <a:ext cx="548640" cy="219456"/>
          </a:xfrm>
          <a:prstGeom prst="rect">
            <a:avLst/>
          </a:prstGeom>
          <a:noFill/>
          <a:ln/>
        </p:spPr>
        <p:txBody>
          <a:bodyPr wrap="square" lIns="0" tIns="0" rIns="0" bIns="0" rtlCol="0" anchor="t"/>
          <a:lstStyle/>
          <a:p>
            <a:pPr indent="0" marL="0">
              <a:buNone/>
            </a:pPr>
            <a:r>
              <a:rPr lang="en-US" sz="1050" dirty="0">
                <a:solidFill>
                  <a:srgbClr val="5E574C"/>
                </a:solidFill>
                <a:latin typeface="Bookmania" pitchFamily="34" charset="0"/>
                <a:ea typeface="Bookmania" pitchFamily="34" charset="-122"/>
                <a:cs typeface="Bookmania" pitchFamily="34" charset="-120"/>
              </a:rPr>
              <a:t>6.3</a:t>
            </a:r>
            <a:endParaRPr lang="en-US" sz="1050" dirty="0"/>
          </a:p>
        </p:txBody>
      </p:sp>
      <p:sp>
        <p:nvSpPr>
          <p:cNvPr id="17" name="Text 15"/>
          <p:cNvSpPr txBox="1"/>
          <p:nvPr/>
        </p:nvSpPr>
        <p:spPr>
          <a:xfrm>
            <a:off x="2615184" y="1188720"/>
            <a:ext cx="2103120" cy="219456"/>
          </a:xfrm>
          <a:prstGeom prst="rect">
            <a:avLst/>
          </a:prstGeom>
          <a:noFill/>
          <a:ln/>
        </p:spPr>
        <p:txBody>
          <a:bodyPr wrap="square" lIns="0" tIns="0" rIns="0" bIns="0" rtlCol="0" anchor="t"/>
          <a:lstStyle/>
          <a:p>
            <a:pPr indent="0" marL="0">
              <a:buNone/>
            </a:pPr>
            <a:r>
              <a:rPr lang="en-US" sz="1050" dirty="0">
                <a:solidFill>
                  <a:srgbClr val="1C1A17"/>
                </a:solidFill>
                <a:latin typeface="Bookmania" pitchFamily="34" charset="0"/>
                <a:ea typeface="Bookmania" pitchFamily="34" charset="-122"/>
                <a:cs typeface="Bookmania" pitchFamily="34" charset="-120"/>
              </a:rPr>
              <a:t>The Screen</a:t>
            </a:r>
            <a:endParaRPr lang="en-US" sz="1050" dirty="0"/>
          </a:p>
        </p:txBody>
      </p:sp>
      <p:sp>
        <p:nvSpPr>
          <p:cNvPr id="18" name="Text 16"/>
          <p:cNvSpPr txBox="1"/>
          <p:nvPr/>
        </p:nvSpPr>
        <p:spPr>
          <a:xfrm>
            <a:off x="4608576" y="1188720"/>
            <a:ext cx="457200" cy="219456"/>
          </a:xfrm>
          <a:prstGeom prst="rect">
            <a:avLst/>
          </a:prstGeom>
          <a:noFill/>
          <a:ln/>
        </p:spPr>
        <p:txBody>
          <a:bodyPr wrap="square" lIns="0" tIns="0" rIns="0" bIns="0" rtlCol="0" anchor="t"/>
          <a:lstStyle/>
          <a:p>
            <a:pPr algn="r" indent="0" marL="0">
              <a:buNone/>
            </a:pPr>
            <a:r>
              <a:rPr lang="en-US" sz="1050" dirty="0">
                <a:solidFill>
                  <a:srgbClr val="5E574C"/>
                </a:solidFill>
                <a:latin typeface="Bookmania" pitchFamily="34" charset="0"/>
                <a:ea typeface="Bookmania" pitchFamily="34" charset="-122"/>
                <a:cs typeface="Bookmania" pitchFamily="34" charset="-120"/>
              </a:rPr>
              <a:t>35</a:t>
            </a:r>
            <a:endParaRPr lang="en-US" sz="1050" dirty="0"/>
          </a:p>
        </p:txBody>
      </p:sp>
      <p:sp>
        <p:nvSpPr>
          <p:cNvPr id="19" name="Text 17"/>
          <p:cNvSpPr txBox="1"/>
          <p:nvPr/>
        </p:nvSpPr>
        <p:spPr>
          <a:xfrm>
            <a:off x="1956816" y="1435608"/>
            <a:ext cx="548640" cy="219456"/>
          </a:xfrm>
          <a:prstGeom prst="rect">
            <a:avLst/>
          </a:prstGeom>
          <a:noFill/>
          <a:ln/>
        </p:spPr>
        <p:txBody>
          <a:bodyPr wrap="square" lIns="0" tIns="0" rIns="0" bIns="0" rtlCol="0" anchor="t"/>
          <a:lstStyle/>
          <a:p>
            <a:pPr indent="0" marL="0">
              <a:buNone/>
            </a:pPr>
            <a:r>
              <a:rPr lang="en-US" sz="1050" dirty="0">
                <a:solidFill>
                  <a:srgbClr val="5E574C"/>
                </a:solidFill>
                <a:latin typeface="Bookmania" pitchFamily="34" charset="0"/>
                <a:ea typeface="Bookmania" pitchFamily="34" charset="-122"/>
                <a:cs typeface="Bookmania" pitchFamily="34" charset="-120"/>
              </a:rPr>
              <a:t>6.4</a:t>
            </a:r>
            <a:endParaRPr lang="en-US" sz="1050" dirty="0"/>
          </a:p>
        </p:txBody>
      </p:sp>
      <p:sp>
        <p:nvSpPr>
          <p:cNvPr id="20" name="Text 18"/>
          <p:cNvSpPr txBox="1"/>
          <p:nvPr/>
        </p:nvSpPr>
        <p:spPr>
          <a:xfrm>
            <a:off x="2615184" y="1435608"/>
            <a:ext cx="2103120" cy="219456"/>
          </a:xfrm>
          <a:prstGeom prst="rect">
            <a:avLst/>
          </a:prstGeom>
          <a:noFill/>
          <a:ln/>
        </p:spPr>
        <p:txBody>
          <a:bodyPr wrap="square" lIns="0" tIns="0" rIns="0" bIns="0" rtlCol="0" anchor="t"/>
          <a:lstStyle/>
          <a:p>
            <a:pPr indent="0" marL="0">
              <a:buNone/>
            </a:pPr>
            <a:r>
              <a:rPr lang="en-US" sz="1050" dirty="0">
                <a:solidFill>
                  <a:srgbClr val="1C1A17"/>
                </a:solidFill>
                <a:latin typeface="Bookmania" pitchFamily="34" charset="0"/>
                <a:ea typeface="Bookmania" pitchFamily="34" charset="-122"/>
                <a:cs typeface="Bookmania" pitchFamily="34" charset="-120"/>
              </a:rPr>
              <a:t>The Screen in Use</a:t>
            </a:r>
            <a:endParaRPr lang="en-US" sz="1050" dirty="0"/>
          </a:p>
        </p:txBody>
      </p:sp>
      <p:sp>
        <p:nvSpPr>
          <p:cNvPr id="21" name="Text 19"/>
          <p:cNvSpPr txBox="1"/>
          <p:nvPr/>
        </p:nvSpPr>
        <p:spPr>
          <a:xfrm>
            <a:off x="4608576" y="1435608"/>
            <a:ext cx="457200" cy="219456"/>
          </a:xfrm>
          <a:prstGeom prst="rect">
            <a:avLst/>
          </a:prstGeom>
          <a:noFill/>
          <a:ln/>
        </p:spPr>
        <p:txBody>
          <a:bodyPr wrap="square" lIns="0" tIns="0" rIns="0" bIns="0" rtlCol="0" anchor="t"/>
          <a:lstStyle/>
          <a:p>
            <a:pPr algn="r" indent="0" marL="0">
              <a:buNone/>
            </a:pPr>
            <a:r>
              <a:rPr lang="en-US" sz="1050" dirty="0">
                <a:solidFill>
                  <a:srgbClr val="5E574C"/>
                </a:solidFill>
                <a:latin typeface="Bookmania" pitchFamily="34" charset="0"/>
                <a:ea typeface="Bookmania" pitchFamily="34" charset="-122"/>
                <a:cs typeface="Bookmania" pitchFamily="34" charset="-120"/>
              </a:rPr>
              <a:t>36</a:t>
            </a:r>
            <a:endParaRPr lang="en-US" sz="1050" dirty="0"/>
          </a:p>
        </p:txBody>
      </p:sp>
      <p:sp>
        <p:nvSpPr>
          <p:cNvPr id="22" name="Shape 20"/>
          <p:cNvSpPr/>
          <p:nvPr/>
        </p:nvSpPr>
        <p:spPr>
          <a:xfrm>
            <a:off x="5440680" y="274320"/>
            <a:ext cx="0" cy="6309360"/>
          </a:xfrm>
          <a:prstGeom prst="line">
            <a:avLst/>
          </a:prstGeom>
          <a:noFill/>
          <a:ln w="9525">
            <a:solidFill>
              <a:srgbClr val="BDB4A2"/>
            </a:solidFill>
            <a:prstDash val="solid"/>
          </a:ln>
        </p:spPr>
      </p:sp>
      <p:sp>
        <p:nvSpPr>
          <p:cNvPr id="23" name="Text 21"/>
          <p:cNvSpPr txBox="1"/>
          <p:nvPr/>
        </p:nvSpPr>
        <p:spPr>
          <a:xfrm>
            <a:off x="5943600" y="1417320"/>
            <a:ext cx="5669280" cy="4023360"/>
          </a:xfrm>
          <a:prstGeom prst="rect">
            <a:avLst/>
          </a:prstGeom>
          <a:noFill/>
          <a:ln/>
        </p:spPr>
        <p:txBody>
          <a:bodyPr wrap="square" lIns="0" tIns="0" rIns="0" bIns="0" rtlCol="0" anchor="ctr"/>
          <a:lstStyle/>
          <a:p>
            <a:pPr algn="ctr" indent="0" marL="0">
              <a:buNone/>
            </a:pPr>
            <a:r>
              <a:rPr lang="en-US" sz="19000" dirty="0">
                <a:solidFill>
                  <a:srgbClr val="0F0F10"/>
                </a:solidFill>
                <a:latin typeface="Bookmania" pitchFamily="34" charset="0"/>
                <a:ea typeface="Bookmania" pitchFamily="34" charset="-122"/>
                <a:cs typeface="Bookmania" pitchFamily="34" charset="-120"/>
              </a:rPr>
              <a:t>VI</a:t>
            </a:r>
            <a:endParaRPr lang="en-US" sz="19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566928" y="274320"/>
            <a:ext cx="0" cy="6309360"/>
          </a:xfrm>
          <a:prstGeom prst="line">
            <a:avLst/>
          </a:prstGeom>
          <a:noFill/>
          <a:ln w="9525">
            <a:solidFill>
              <a:srgbClr val="BDB4A2"/>
            </a:solidFill>
            <a:prstDash val="solid"/>
          </a:ln>
        </p:spPr>
      </p:sp>
      <p:sp>
        <p:nvSpPr>
          <p:cNvPr id="3" name="Text 1"/>
          <p:cNvSpPr txBox="1"/>
          <p:nvPr/>
        </p:nvSpPr>
        <p:spPr>
          <a:xfrm rot="16200000">
            <a:off x="9144" y="256032"/>
            <a:ext cx="457200" cy="274320"/>
          </a:xfrm>
          <a:prstGeom prst="rect">
            <a:avLst/>
          </a:prstGeom>
          <a:noFill/>
          <a:ln/>
        </p:spPr>
        <p:txBody>
          <a:bodyPr wrap="none" lIns="0" tIns="0" rIns="0" bIns="0" rtlCol="0" anchor="ctr"/>
          <a:lstStyle/>
          <a:p>
            <a:pPr algn="ctr" indent="0" marL="0">
              <a:buNone/>
            </a:pPr>
            <a:r>
              <a:rPr lang="en-US" sz="700" spc="160" kern="0" dirty="0">
                <a:solidFill>
                  <a:srgbClr val="7A7264"/>
                </a:solidFill>
                <a:latin typeface="Manrope" pitchFamily="34" charset="0"/>
                <a:ea typeface="Manrope" pitchFamily="34" charset="-122"/>
                <a:cs typeface="Manrope" pitchFamily="34" charset="-120"/>
              </a:rPr>
              <a:t>033</a:t>
            </a:r>
            <a:endParaRPr lang="en-US" sz="700" dirty="0"/>
          </a:p>
        </p:txBody>
      </p:sp>
      <p:sp>
        <p:nvSpPr>
          <p:cNvPr id="4" name="Text 2"/>
          <p:cNvSpPr txBox="1"/>
          <p:nvPr/>
        </p:nvSpPr>
        <p:spPr>
          <a:xfrm rot="16200000">
            <a:off x="-950976" y="5257800"/>
            <a:ext cx="2377440" cy="274320"/>
          </a:xfrm>
          <a:prstGeom prst="rect">
            <a:avLst/>
          </a:prstGeom>
          <a:noFill/>
          <a:ln/>
        </p:spPr>
        <p:txBody>
          <a:bodyPr wrap="none" lIns="0" tIns="0" rIns="0" bIns="0" rtlCol="0" anchor="ctr"/>
          <a:lstStyle/>
          <a:p>
            <a:pPr algn="l" indent="0" marL="0">
              <a:buNone/>
            </a:pPr>
            <a:r>
              <a:rPr lang="en-US" sz="700" spc="160" kern="0" dirty="0">
                <a:solidFill>
                  <a:srgbClr val="7A7264"/>
                </a:solidFill>
                <a:latin typeface="Manrope" pitchFamily="34" charset="0"/>
                <a:ea typeface="Manrope" pitchFamily="34" charset="-122"/>
                <a:cs typeface="Manrope" pitchFamily="34" charset="-120"/>
              </a:rPr>
              <a:t>THE IDENTITY BOOK</a:t>
            </a:r>
            <a:endParaRPr lang="en-US" sz="700" dirty="0"/>
          </a:p>
        </p:txBody>
      </p:sp>
      <p:sp>
        <p:nvSpPr>
          <p:cNvPr id="5" name="Shape 3"/>
          <p:cNvSpPr/>
          <p:nvPr/>
        </p:nvSpPr>
        <p:spPr>
          <a:xfrm>
            <a:off x="3474720" y="274320"/>
            <a:ext cx="0" cy="6309360"/>
          </a:xfrm>
          <a:prstGeom prst="line">
            <a:avLst/>
          </a:prstGeom>
          <a:noFill/>
          <a:ln w="9525">
            <a:solidFill>
              <a:srgbClr val="BDB4A2"/>
            </a:solidFill>
            <a:prstDash val="solid"/>
          </a:ln>
        </p:spPr>
      </p:sp>
      <p:sp>
        <p:nvSpPr>
          <p:cNvPr id="6" name="Text 4"/>
          <p:cNvSpPr txBox="1"/>
          <p:nvPr/>
        </p:nvSpPr>
        <p:spPr>
          <a:xfrm>
            <a:off x="749808" y="292608"/>
            <a:ext cx="2619756" cy="201168"/>
          </a:xfrm>
          <a:prstGeom prst="rect">
            <a:avLst/>
          </a:prstGeom>
          <a:noFill/>
          <a:ln/>
        </p:spPr>
        <p:txBody>
          <a:bodyPr wrap="square" lIns="0" tIns="0" rIns="0" bIns="0" rtlCol="0" anchor="t"/>
          <a:lstStyle/>
          <a:p>
            <a:pPr indent="0" marL="0">
              <a:buNone/>
            </a:pPr>
            <a:r>
              <a:rPr lang="en-US" sz="900" b="1" spc="180" kern="0" dirty="0">
                <a:solidFill>
                  <a:srgbClr val="0F0F10"/>
                </a:solidFill>
                <a:latin typeface="Manrope" pitchFamily="34" charset="0"/>
                <a:ea typeface="Manrope" pitchFamily="34" charset="-122"/>
                <a:cs typeface="Manrope" pitchFamily="34" charset="-120"/>
              </a:rPr>
              <a:t>6.1  THE LAW OF THE FIELD</a:t>
            </a:r>
            <a:endParaRPr lang="en-US" sz="900" dirty="0"/>
          </a:p>
        </p:txBody>
      </p:sp>
      <p:sp>
        <p:nvSpPr>
          <p:cNvPr id="7" name="Text 5"/>
          <p:cNvSpPr txBox="1"/>
          <p:nvPr/>
        </p:nvSpPr>
        <p:spPr>
          <a:xfrm>
            <a:off x="749808" y="694944"/>
            <a:ext cx="2619756" cy="3840480"/>
          </a:xfrm>
          <a:prstGeom prst="rect">
            <a:avLst/>
          </a:prstGeom>
          <a:noFill/>
          <a:ln/>
        </p:spPr>
        <p:txBody>
          <a:bodyPr wrap="square" lIns="0" tIns="0" rIns="0" bIns="0" rtlCol="0" anchor="t"/>
          <a:lstStyle/>
          <a:p>
            <a:pPr indent="0" marL="0">
              <a:lnSpc>
                <a:spcPct val="142000"/>
              </a:lnSpc>
              <a:buNone/>
            </a:pPr>
            <a:r>
              <a:rPr lang="en-US" sz="1150" dirty="0">
                <a:solidFill>
                  <a:srgbClr val="1C1A17"/>
                </a:solidFill>
                <a:latin typeface="Bookmania" pitchFamily="34" charset="0"/>
                <a:ea typeface="Bookmania" pitchFamily="34" charset="-122"/>
                <a:cs typeface="Bookmania" pitchFamily="34" charset="-120"/>
              </a:rPr>
              <a:t>A field is not decoration and it is not wallpaper. It is the air a page sits in, drawn entirely from pieces of the mark.</a:t>
            </a:r>
            <a:endParaRPr lang="en-US" sz="1150" dirty="0"/>
          </a:p>
          <a:p>
            <a:pPr indent="0" marL="0">
              <a:lnSpc>
                <a:spcPct val="142000"/>
              </a:lnSpc>
              <a:buNone/>
            </a:pPr>
            <a:endParaRPr lang="en-US" sz="1150" dirty="0"/>
          </a:p>
          <a:p>
            <a:pPr indent="0" marL="0">
              <a:lnSpc>
                <a:spcPct val="142000"/>
              </a:lnSpc>
              <a:buNone/>
            </a:pPr>
            <a:r>
              <a:rPr lang="en-US" sz="1150" dirty="0">
                <a:solidFill>
                  <a:srgbClr val="1C1A17"/>
                </a:solidFill>
                <a:latin typeface="Bookmania" pitchFamily="34" charset="0"/>
                <a:ea typeface="Bookmania" pitchFamily="34" charset="-122"/>
                <a:cs typeface="Bookmania" pitchFamily="34" charset="-120"/>
              </a:rPr>
              <a:t>Five rules separate the two, and every one of them is a rule about restraint.</a:t>
            </a:r>
            <a:endParaRPr lang="en-US" sz="1150" dirty="0"/>
          </a:p>
        </p:txBody>
      </p:sp>
      <p:sp>
        <p:nvSpPr>
          <p:cNvPr id="8" name="Text 6"/>
          <p:cNvSpPr txBox="1"/>
          <p:nvPr/>
        </p:nvSpPr>
        <p:spPr>
          <a:xfrm>
            <a:off x="749808" y="5166360"/>
            <a:ext cx="2619756" cy="1417320"/>
          </a:xfrm>
          <a:prstGeom prst="rect">
            <a:avLst/>
          </a:prstGeom>
          <a:noFill/>
          <a:ln/>
        </p:spPr>
        <p:txBody>
          <a:bodyPr wrap="square" lIns="0" tIns="0" rIns="0" bIns="0" rtlCol="0" anchor="t"/>
          <a:lstStyle/>
          <a:p>
            <a:pPr indent="0" marL="0">
              <a:lnSpc>
                <a:spcPct val="140000"/>
              </a:lnSpc>
              <a:buNone/>
            </a:pPr>
            <a:r>
              <a:rPr lang="en-US" sz="950" dirty="0">
                <a:solidFill>
                  <a:srgbClr val="5E574C"/>
                </a:solidFill>
                <a:latin typeface="Manrope" pitchFamily="34" charset="0"/>
                <a:ea typeface="Manrope" pitchFamily="34" charset="-122"/>
                <a:cs typeface="Manrope" pitchFamily="34" charset="-120"/>
              </a:rPr>
              <a:t>The law forbids a field behind body copy at full strength, more than one field on a spread, the mark rotated, and the complete mark used as a pattern element. The mark is the mark. The pieces are the pattern.</a:t>
            </a:r>
            <a:endParaRPr lang="en-US" sz="950" dirty="0"/>
          </a:p>
        </p:txBody>
      </p:sp>
      <p:sp>
        <p:nvSpPr>
          <p:cNvPr id="9" name="Shape 7"/>
          <p:cNvSpPr/>
          <p:nvPr/>
        </p:nvSpPr>
        <p:spPr>
          <a:xfrm>
            <a:off x="3611880" y="274320"/>
            <a:ext cx="1431950" cy="0"/>
          </a:xfrm>
          <a:prstGeom prst="line">
            <a:avLst/>
          </a:prstGeom>
          <a:noFill/>
          <a:ln w="9525">
            <a:solidFill>
              <a:srgbClr val="BDB4A2"/>
            </a:solidFill>
            <a:prstDash val="solid"/>
          </a:ln>
        </p:spPr>
      </p:sp>
      <p:sp>
        <p:nvSpPr>
          <p:cNvPr id="10" name="Text 8"/>
          <p:cNvSpPr txBox="1"/>
          <p:nvPr/>
        </p:nvSpPr>
        <p:spPr>
          <a:xfrm>
            <a:off x="3611880" y="420624"/>
            <a:ext cx="1431950" cy="201168"/>
          </a:xfrm>
          <a:prstGeom prst="rect">
            <a:avLst/>
          </a:prstGeom>
          <a:noFill/>
          <a:ln/>
        </p:spPr>
        <p:txBody>
          <a:bodyPr wrap="square" lIns="0" tIns="0" rIns="0" bIns="0" rtlCol="0" anchor="t"/>
          <a:lstStyle/>
          <a:p>
            <a:pPr indent="0" marL="0">
              <a:buNone/>
            </a:pPr>
            <a:r>
              <a:rPr lang="en-US" sz="700" b="1" spc="180" kern="0" dirty="0">
                <a:solidFill>
                  <a:srgbClr val="7A7264"/>
                </a:solidFill>
                <a:latin typeface="Manrope" pitchFamily="34" charset="0"/>
                <a:ea typeface="Manrope" pitchFamily="34" charset="-122"/>
                <a:cs typeface="Manrope" pitchFamily="34" charset="-120"/>
              </a:rPr>
              <a:t>01</a:t>
            </a:r>
            <a:endParaRPr lang="en-US" sz="700" dirty="0"/>
          </a:p>
        </p:txBody>
      </p:sp>
      <p:sp>
        <p:nvSpPr>
          <p:cNvPr id="11" name="Text 9"/>
          <p:cNvSpPr txBox="1"/>
          <p:nvPr/>
        </p:nvSpPr>
        <p:spPr>
          <a:xfrm>
            <a:off x="3611880" y="713232"/>
            <a:ext cx="1431950" cy="566928"/>
          </a:xfrm>
          <a:prstGeom prst="rect">
            <a:avLst/>
          </a:prstGeom>
          <a:noFill/>
          <a:ln/>
        </p:spPr>
        <p:txBody>
          <a:bodyPr wrap="square" lIns="0" tIns="0" rIns="0" bIns="0" rtlCol="0" anchor="t"/>
          <a:lstStyle/>
          <a:p>
            <a:pPr indent="0" marL="0">
              <a:lnSpc>
                <a:spcPct val="112000"/>
              </a:lnSpc>
              <a:buNone/>
            </a:pPr>
            <a:r>
              <a:rPr lang="en-US" sz="1500" dirty="0">
                <a:solidFill>
                  <a:srgbClr val="0F0F10"/>
                </a:solidFill>
                <a:latin typeface="Bookmania" pitchFamily="34" charset="0"/>
                <a:ea typeface="Bookmania" pitchFamily="34" charset="-122"/>
                <a:cs typeface="Bookmania" pitchFamily="34" charset="-120"/>
              </a:rPr>
              <a:t>Few elements</a:t>
            </a:r>
            <a:endParaRPr lang="en-US" sz="1500" dirty="0"/>
          </a:p>
        </p:txBody>
      </p:sp>
      <p:sp>
        <p:nvSpPr>
          <p:cNvPr id="12" name="Text 10"/>
          <p:cNvSpPr txBox="1"/>
          <p:nvPr/>
        </p:nvSpPr>
        <p:spPr>
          <a:xfrm>
            <a:off x="3611880" y="1389888"/>
            <a:ext cx="1431950" cy="1828800"/>
          </a:xfrm>
          <a:prstGeom prst="rect">
            <a:avLst/>
          </a:prstGeom>
          <a:noFill/>
          <a:ln/>
        </p:spPr>
        <p:txBody>
          <a:bodyPr wrap="square" lIns="0" tIns="0" rIns="0" bIns="0" rtlCol="0" anchor="t"/>
          <a:lstStyle/>
          <a:p>
            <a:pPr indent="0" marL="0">
              <a:lnSpc>
                <a:spcPct val="150000"/>
              </a:lnSpc>
              <a:buNone/>
            </a:pPr>
            <a:r>
              <a:rPr lang="en-US" sz="950" dirty="0">
                <a:solidFill>
                  <a:srgbClr val="1C1A17"/>
                </a:solidFill>
                <a:latin typeface="Manrope" pitchFamily="34" charset="0"/>
                <a:ea typeface="Manrope" pitchFamily="34" charset="-122"/>
                <a:cs typeface="Manrope" pitchFamily="34" charset="-120"/>
              </a:rPr>
              <a:t>Three to six forms. What is not there is the composition.</a:t>
            </a:r>
            <a:endParaRPr lang="en-US" sz="950" dirty="0"/>
          </a:p>
        </p:txBody>
      </p:sp>
      <p:sp>
        <p:nvSpPr>
          <p:cNvPr id="13" name="Shape 11"/>
          <p:cNvSpPr/>
          <p:nvPr/>
        </p:nvSpPr>
        <p:spPr>
          <a:xfrm>
            <a:off x="5281574" y="274320"/>
            <a:ext cx="1431950" cy="0"/>
          </a:xfrm>
          <a:prstGeom prst="line">
            <a:avLst/>
          </a:prstGeom>
          <a:noFill/>
          <a:ln w="9525">
            <a:solidFill>
              <a:srgbClr val="BDB4A2"/>
            </a:solidFill>
            <a:prstDash val="solid"/>
          </a:ln>
        </p:spPr>
      </p:sp>
      <p:sp>
        <p:nvSpPr>
          <p:cNvPr id="14" name="Text 12"/>
          <p:cNvSpPr txBox="1"/>
          <p:nvPr/>
        </p:nvSpPr>
        <p:spPr>
          <a:xfrm>
            <a:off x="5281574" y="420624"/>
            <a:ext cx="1431950" cy="201168"/>
          </a:xfrm>
          <a:prstGeom prst="rect">
            <a:avLst/>
          </a:prstGeom>
          <a:noFill/>
          <a:ln/>
        </p:spPr>
        <p:txBody>
          <a:bodyPr wrap="square" lIns="0" tIns="0" rIns="0" bIns="0" rtlCol="0" anchor="t"/>
          <a:lstStyle/>
          <a:p>
            <a:pPr indent="0" marL="0">
              <a:buNone/>
            </a:pPr>
            <a:r>
              <a:rPr lang="en-US" sz="700" b="1" spc="180" kern="0" dirty="0">
                <a:solidFill>
                  <a:srgbClr val="7A7264"/>
                </a:solidFill>
                <a:latin typeface="Manrope" pitchFamily="34" charset="0"/>
                <a:ea typeface="Manrope" pitchFamily="34" charset="-122"/>
                <a:cs typeface="Manrope" pitchFamily="34" charset="-120"/>
              </a:rPr>
              <a:t>02</a:t>
            </a:r>
            <a:endParaRPr lang="en-US" sz="700" dirty="0"/>
          </a:p>
        </p:txBody>
      </p:sp>
      <p:sp>
        <p:nvSpPr>
          <p:cNvPr id="15" name="Text 13"/>
          <p:cNvSpPr txBox="1"/>
          <p:nvPr/>
        </p:nvSpPr>
        <p:spPr>
          <a:xfrm>
            <a:off x="5281574" y="713232"/>
            <a:ext cx="1431950" cy="566928"/>
          </a:xfrm>
          <a:prstGeom prst="rect">
            <a:avLst/>
          </a:prstGeom>
          <a:noFill/>
          <a:ln/>
        </p:spPr>
        <p:txBody>
          <a:bodyPr wrap="square" lIns="0" tIns="0" rIns="0" bIns="0" rtlCol="0" anchor="t"/>
          <a:lstStyle/>
          <a:p>
            <a:pPr indent="0" marL="0">
              <a:lnSpc>
                <a:spcPct val="112000"/>
              </a:lnSpc>
              <a:buNone/>
            </a:pPr>
            <a:r>
              <a:rPr lang="en-US" sz="1500" dirty="0">
                <a:solidFill>
                  <a:srgbClr val="0F0F10"/>
                </a:solidFill>
                <a:latin typeface="Bookmania" pitchFamily="34" charset="0"/>
                <a:ea typeface="Bookmania" pitchFamily="34" charset="-122"/>
                <a:cs typeface="Bookmania" pitchFamily="34" charset="-120"/>
              </a:rPr>
              <a:t>One hue, several steps</a:t>
            </a:r>
            <a:endParaRPr lang="en-US" sz="1500" dirty="0"/>
          </a:p>
        </p:txBody>
      </p:sp>
      <p:sp>
        <p:nvSpPr>
          <p:cNvPr id="16" name="Text 14"/>
          <p:cNvSpPr txBox="1"/>
          <p:nvPr/>
        </p:nvSpPr>
        <p:spPr>
          <a:xfrm>
            <a:off x="5281574" y="1389888"/>
            <a:ext cx="1431950" cy="1828800"/>
          </a:xfrm>
          <a:prstGeom prst="rect">
            <a:avLst/>
          </a:prstGeom>
          <a:noFill/>
          <a:ln/>
        </p:spPr>
        <p:txBody>
          <a:bodyPr wrap="square" lIns="0" tIns="0" rIns="0" bIns="0" rtlCol="0" anchor="t"/>
          <a:lstStyle/>
          <a:p>
            <a:pPr indent="0" marL="0">
              <a:lnSpc>
                <a:spcPct val="150000"/>
              </a:lnSpc>
              <a:buNone/>
            </a:pPr>
            <a:r>
              <a:rPr lang="en-US" sz="950" dirty="0">
                <a:solidFill>
                  <a:srgbClr val="1C1A17"/>
                </a:solidFill>
                <a:latin typeface="Manrope" pitchFamily="34" charset="0"/>
                <a:ea typeface="Manrope" pitchFamily="34" charset="-122"/>
                <a:cs typeface="Manrope" pitchFamily="34" charset="-120"/>
              </a:rPr>
              <a:t>A single colour in three or four tonal steps. Never a mix of the five voices.</a:t>
            </a:r>
            <a:endParaRPr lang="en-US" sz="950" dirty="0"/>
          </a:p>
        </p:txBody>
      </p:sp>
      <p:sp>
        <p:nvSpPr>
          <p:cNvPr id="17" name="Shape 15"/>
          <p:cNvSpPr/>
          <p:nvPr/>
        </p:nvSpPr>
        <p:spPr>
          <a:xfrm>
            <a:off x="6951269" y="274320"/>
            <a:ext cx="1431950" cy="0"/>
          </a:xfrm>
          <a:prstGeom prst="line">
            <a:avLst/>
          </a:prstGeom>
          <a:noFill/>
          <a:ln w="9525">
            <a:solidFill>
              <a:srgbClr val="BDB4A2"/>
            </a:solidFill>
            <a:prstDash val="solid"/>
          </a:ln>
        </p:spPr>
      </p:sp>
      <p:sp>
        <p:nvSpPr>
          <p:cNvPr id="18" name="Text 16"/>
          <p:cNvSpPr txBox="1"/>
          <p:nvPr/>
        </p:nvSpPr>
        <p:spPr>
          <a:xfrm>
            <a:off x="6951269" y="420624"/>
            <a:ext cx="1431950" cy="201168"/>
          </a:xfrm>
          <a:prstGeom prst="rect">
            <a:avLst/>
          </a:prstGeom>
          <a:noFill/>
          <a:ln/>
        </p:spPr>
        <p:txBody>
          <a:bodyPr wrap="square" lIns="0" tIns="0" rIns="0" bIns="0" rtlCol="0" anchor="t"/>
          <a:lstStyle/>
          <a:p>
            <a:pPr indent="0" marL="0">
              <a:buNone/>
            </a:pPr>
            <a:r>
              <a:rPr lang="en-US" sz="700" b="1" spc="180" kern="0" dirty="0">
                <a:solidFill>
                  <a:srgbClr val="7A7264"/>
                </a:solidFill>
                <a:latin typeface="Manrope" pitchFamily="34" charset="0"/>
                <a:ea typeface="Manrope" pitchFamily="34" charset="-122"/>
                <a:cs typeface="Manrope" pitchFamily="34" charset="-120"/>
              </a:rPr>
              <a:t>03</a:t>
            </a:r>
            <a:endParaRPr lang="en-US" sz="700" dirty="0"/>
          </a:p>
        </p:txBody>
      </p:sp>
      <p:sp>
        <p:nvSpPr>
          <p:cNvPr id="19" name="Text 17"/>
          <p:cNvSpPr txBox="1"/>
          <p:nvPr/>
        </p:nvSpPr>
        <p:spPr>
          <a:xfrm>
            <a:off x="6951269" y="713232"/>
            <a:ext cx="1431950" cy="566928"/>
          </a:xfrm>
          <a:prstGeom prst="rect">
            <a:avLst/>
          </a:prstGeom>
          <a:noFill/>
          <a:ln/>
        </p:spPr>
        <p:txBody>
          <a:bodyPr wrap="square" lIns="0" tIns="0" rIns="0" bIns="0" rtlCol="0" anchor="t"/>
          <a:lstStyle/>
          <a:p>
            <a:pPr indent="0" marL="0">
              <a:lnSpc>
                <a:spcPct val="112000"/>
              </a:lnSpc>
              <a:buNone/>
            </a:pPr>
            <a:r>
              <a:rPr lang="en-US" sz="1500" dirty="0">
                <a:solidFill>
                  <a:srgbClr val="0F0F10"/>
                </a:solidFill>
                <a:latin typeface="Bookmania" pitchFamily="34" charset="0"/>
                <a:ea typeface="Bookmania" pitchFamily="34" charset="-122"/>
                <a:cs typeface="Bookmania" pitchFamily="34" charset="-120"/>
              </a:rPr>
              <a:t>One form dominates</a:t>
            </a:r>
            <a:endParaRPr lang="en-US" sz="1500" dirty="0"/>
          </a:p>
        </p:txBody>
      </p:sp>
      <p:sp>
        <p:nvSpPr>
          <p:cNvPr id="20" name="Text 18"/>
          <p:cNvSpPr txBox="1"/>
          <p:nvPr/>
        </p:nvSpPr>
        <p:spPr>
          <a:xfrm>
            <a:off x="6951269" y="1389888"/>
            <a:ext cx="1431950" cy="1828800"/>
          </a:xfrm>
          <a:prstGeom prst="rect">
            <a:avLst/>
          </a:prstGeom>
          <a:noFill/>
          <a:ln/>
        </p:spPr>
        <p:txBody>
          <a:bodyPr wrap="square" lIns="0" tIns="0" rIns="0" bIns="0" rtlCol="0" anchor="t"/>
          <a:lstStyle/>
          <a:p>
            <a:pPr indent="0" marL="0">
              <a:lnSpc>
                <a:spcPct val="150000"/>
              </a:lnSpc>
              <a:buNone/>
            </a:pPr>
            <a:r>
              <a:rPr lang="en-US" sz="950" dirty="0">
                <a:solidFill>
                  <a:srgbClr val="1C1A17"/>
                </a:solidFill>
                <a:latin typeface="Manrope" pitchFamily="34" charset="0"/>
                <a:ea typeface="Manrope" pitchFamily="34" charset="-122"/>
                <a:cs typeface="Manrope" pitchFamily="34" charset="-120"/>
              </a:rPr>
              <a:t>Clear variation in scale. Forms at one size read as wallpaper, whatever the spacing.</a:t>
            </a:r>
            <a:endParaRPr lang="en-US" sz="950" dirty="0"/>
          </a:p>
        </p:txBody>
      </p:sp>
      <p:sp>
        <p:nvSpPr>
          <p:cNvPr id="21" name="Shape 19"/>
          <p:cNvSpPr/>
          <p:nvPr/>
        </p:nvSpPr>
        <p:spPr>
          <a:xfrm>
            <a:off x="8620963" y="274320"/>
            <a:ext cx="1431950" cy="0"/>
          </a:xfrm>
          <a:prstGeom prst="line">
            <a:avLst/>
          </a:prstGeom>
          <a:noFill/>
          <a:ln w="9525">
            <a:solidFill>
              <a:srgbClr val="BDB4A2"/>
            </a:solidFill>
            <a:prstDash val="solid"/>
          </a:ln>
        </p:spPr>
      </p:sp>
      <p:sp>
        <p:nvSpPr>
          <p:cNvPr id="22" name="Text 20"/>
          <p:cNvSpPr txBox="1"/>
          <p:nvPr/>
        </p:nvSpPr>
        <p:spPr>
          <a:xfrm>
            <a:off x="8620963" y="420624"/>
            <a:ext cx="1431950" cy="201168"/>
          </a:xfrm>
          <a:prstGeom prst="rect">
            <a:avLst/>
          </a:prstGeom>
          <a:noFill/>
          <a:ln/>
        </p:spPr>
        <p:txBody>
          <a:bodyPr wrap="square" lIns="0" tIns="0" rIns="0" bIns="0" rtlCol="0" anchor="t"/>
          <a:lstStyle/>
          <a:p>
            <a:pPr indent="0" marL="0">
              <a:buNone/>
            </a:pPr>
            <a:r>
              <a:rPr lang="en-US" sz="700" b="1" spc="180" kern="0" dirty="0">
                <a:solidFill>
                  <a:srgbClr val="7A7264"/>
                </a:solidFill>
                <a:latin typeface="Manrope" pitchFamily="34" charset="0"/>
                <a:ea typeface="Manrope" pitchFamily="34" charset="-122"/>
                <a:cs typeface="Manrope" pitchFamily="34" charset="-120"/>
              </a:rPr>
              <a:t>04</a:t>
            </a:r>
            <a:endParaRPr lang="en-US" sz="700" dirty="0"/>
          </a:p>
        </p:txBody>
      </p:sp>
      <p:sp>
        <p:nvSpPr>
          <p:cNvPr id="23" name="Text 21"/>
          <p:cNvSpPr txBox="1"/>
          <p:nvPr/>
        </p:nvSpPr>
        <p:spPr>
          <a:xfrm>
            <a:off x="8620963" y="713232"/>
            <a:ext cx="1431950" cy="566928"/>
          </a:xfrm>
          <a:prstGeom prst="rect">
            <a:avLst/>
          </a:prstGeom>
          <a:noFill/>
          <a:ln/>
        </p:spPr>
        <p:txBody>
          <a:bodyPr wrap="square" lIns="0" tIns="0" rIns="0" bIns="0" rtlCol="0" anchor="t"/>
          <a:lstStyle/>
          <a:p>
            <a:pPr indent="0" marL="0">
              <a:lnSpc>
                <a:spcPct val="112000"/>
              </a:lnSpc>
              <a:buNone/>
            </a:pPr>
            <a:r>
              <a:rPr lang="en-US" sz="1500" dirty="0">
                <a:solidFill>
                  <a:srgbClr val="0F0F10"/>
                </a:solidFill>
                <a:latin typeface="Bookmania" pitchFamily="34" charset="0"/>
                <a:ea typeface="Bookmania" pitchFamily="34" charset="-122"/>
                <a:cs typeface="Bookmania" pitchFamily="34" charset="-120"/>
              </a:rPr>
              <a:t>Shapes leave the frame</a:t>
            </a:r>
            <a:endParaRPr lang="en-US" sz="1500" dirty="0"/>
          </a:p>
        </p:txBody>
      </p:sp>
      <p:sp>
        <p:nvSpPr>
          <p:cNvPr id="24" name="Text 22"/>
          <p:cNvSpPr txBox="1"/>
          <p:nvPr/>
        </p:nvSpPr>
        <p:spPr>
          <a:xfrm>
            <a:off x="8620963" y="1389888"/>
            <a:ext cx="1431950" cy="1828800"/>
          </a:xfrm>
          <a:prstGeom prst="rect">
            <a:avLst/>
          </a:prstGeom>
          <a:noFill/>
          <a:ln/>
        </p:spPr>
        <p:txBody>
          <a:bodyPr wrap="square" lIns="0" tIns="0" rIns="0" bIns="0" rtlCol="0" anchor="t"/>
          <a:lstStyle/>
          <a:p>
            <a:pPr indent="0" marL="0">
              <a:lnSpc>
                <a:spcPct val="150000"/>
              </a:lnSpc>
              <a:buNone/>
            </a:pPr>
            <a:r>
              <a:rPr lang="en-US" sz="950" dirty="0">
                <a:solidFill>
                  <a:srgbClr val="1C1A17"/>
                </a:solidFill>
                <a:latin typeface="Manrope" pitchFamily="34" charset="0"/>
                <a:ea typeface="Manrope" pitchFamily="34" charset="-122"/>
                <a:cs typeface="Manrope" pitchFamily="34" charset="-120"/>
              </a:rPr>
              <a:t>At least one form cut by an edge. A field that fits inside its box is a picture.</a:t>
            </a:r>
            <a:endParaRPr lang="en-US" sz="950" dirty="0"/>
          </a:p>
        </p:txBody>
      </p:sp>
      <p:sp>
        <p:nvSpPr>
          <p:cNvPr id="25" name="Shape 23"/>
          <p:cNvSpPr/>
          <p:nvPr/>
        </p:nvSpPr>
        <p:spPr>
          <a:xfrm>
            <a:off x="10290658" y="274320"/>
            <a:ext cx="1431950" cy="0"/>
          </a:xfrm>
          <a:prstGeom prst="line">
            <a:avLst/>
          </a:prstGeom>
          <a:noFill/>
          <a:ln w="9525">
            <a:solidFill>
              <a:srgbClr val="BDB4A2"/>
            </a:solidFill>
            <a:prstDash val="solid"/>
          </a:ln>
        </p:spPr>
      </p:sp>
      <p:sp>
        <p:nvSpPr>
          <p:cNvPr id="26" name="Text 24"/>
          <p:cNvSpPr txBox="1"/>
          <p:nvPr/>
        </p:nvSpPr>
        <p:spPr>
          <a:xfrm>
            <a:off x="10290658" y="420624"/>
            <a:ext cx="1431950" cy="201168"/>
          </a:xfrm>
          <a:prstGeom prst="rect">
            <a:avLst/>
          </a:prstGeom>
          <a:noFill/>
          <a:ln/>
        </p:spPr>
        <p:txBody>
          <a:bodyPr wrap="square" lIns="0" tIns="0" rIns="0" bIns="0" rtlCol="0" anchor="t"/>
          <a:lstStyle/>
          <a:p>
            <a:pPr indent="0" marL="0">
              <a:buNone/>
            </a:pPr>
            <a:r>
              <a:rPr lang="en-US" sz="700" b="1" spc="180" kern="0" dirty="0">
                <a:solidFill>
                  <a:srgbClr val="7A7264"/>
                </a:solidFill>
                <a:latin typeface="Manrope" pitchFamily="34" charset="0"/>
                <a:ea typeface="Manrope" pitchFamily="34" charset="-122"/>
                <a:cs typeface="Manrope" pitchFamily="34" charset="-120"/>
              </a:rPr>
              <a:t>05</a:t>
            </a:r>
            <a:endParaRPr lang="en-US" sz="700" dirty="0"/>
          </a:p>
        </p:txBody>
      </p:sp>
      <p:sp>
        <p:nvSpPr>
          <p:cNvPr id="27" name="Text 25"/>
          <p:cNvSpPr txBox="1"/>
          <p:nvPr/>
        </p:nvSpPr>
        <p:spPr>
          <a:xfrm>
            <a:off x="10290658" y="713232"/>
            <a:ext cx="1431950" cy="566928"/>
          </a:xfrm>
          <a:prstGeom prst="rect">
            <a:avLst/>
          </a:prstGeom>
          <a:noFill/>
          <a:ln/>
        </p:spPr>
        <p:txBody>
          <a:bodyPr wrap="square" lIns="0" tIns="0" rIns="0" bIns="0" rtlCol="0" anchor="t"/>
          <a:lstStyle/>
          <a:p>
            <a:pPr indent="0" marL="0">
              <a:lnSpc>
                <a:spcPct val="112000"/>
              </a:lnSpc>
              <a:buNone/>
            </a:pPr>
            <a:r>
              <a:rPr lang="en-US" sz="1500" dirty="0">
                <a:solidFill>
                  <a:srgbClr val="0F0F10"/>
                </a:solidFill>
                <a:latin typeface="Bookmania" pitchFamily="34" charset="0"/>
                <a:ea typeface="Bookmania" pitchFamily="34" charset="-122"/>
                <a:cs typeface="Bookmania" pitchFamily="34" charset="-120"/>
              </a:rPr>
              <a:t>Nothing repeats visibly</a:t>
            </a:r>
            <a:endParaRPr lang="en-US" sz="1500" dirty="0"/>
          </a:p>
        </p:txBody>
      </p:sp>
      <p:sp>
        <p:nvSpPr>
          <p:cNvPr id="28" name="Text 26"/>
          <p:cNvSpPr txBox="1"/>
          <p:nvPr/>
        </p:nvSpPr>
        <p:spPr>
          <a:xfrm>
            <a:off x="10290658" y="1389888"/>
            <a:ext cx="1431950" cy="1828800"/>
          </a:xfrm>
          <a:prstGeom prst="rect">
            <a:avLst/>
          </a:prstGeom>
          <a:noFill/>
          <a:ln/>
        </p:spPr>
        <p:txBody>
          <a:bodyPr wrap="square" lIns="0" tIns="0" rIns="0" bIns="0" rtlCol="0" anchor="t"/>
          <a:lstStyle/>
          <a:p>
            <a:pPr indent="0" marL="0">
              <a:lnSpc>
                <a:spcPct val="150000"/>
              </a:lnSpc>
              <a:buNone/>
            </a:pPr>
            <a:r>
              <a:rPr lang="en-US" sz="950" dirty="0">
                <a:solidFill>
                  <a:srgbClr val="1C1A17"/>
                </a:solidFill>
                <a:latin typeface="Manrope" pitchFamily="34" charset="0"/>
                <a:ea typeface="Manrope" pitchFamily="34" charset="-122"/>
                <a:cs typeface="Manrope" pitchFamily="34" charset="-120"/>
              </a:rPr>
              <a:t>Where a field does repeat, the seam is invisible and the rhythm carries two scales.</a:t>
            </a:r>
            <a:endParaRPr lang="en-US" sz="950" dirty="0"/>
          </a:p>
        </p:txBody>
      </p:sp>
      <p:pic>
        <p:nvPicPr>
          <p:cNvPr id="29" name="Image 0" descr="fld-tumbling.png">    </p:cNvPr>
          <p:cNvPicPr>
            <a:picLocks noChangeAspect="1"/>
          </p:cNvPicPr>
          <p:nvPr/>
        </p:nvPicPr>
        <p:blipFill>
          <a:blip r:embed="rId1"/>
          <a:stretch>
            <a:fillRect/>
          </a:stretch>
        </p:blipFill>
        <p:spPr>
          <a:xfrm>
            <a:off x="3611880" y="3474720"/>
            <a:ext cx="8110728" cy="3379470"/>
          </a:xfrm>
          <a:prstGeom prst="rect">
            <a:avLst/>
          </a:prstGeom>
        </p:spPr>
      </p:pic>
      <p:sp>
        <p:nvSpPr>
          <p:cNvPr id="30" name="Text 27"/>
          <p:cNvSpPr txBox="1"/>
          <p:nvPr/>
        </p:nvSpPr>
        <p:spPr>
          <a:xfrm>
            <a:off x="3611880" y="6963918"/>
            <a:ext cx="8110728" cy="201168"/>
          </a:xfrm>
          <a:prstGeom prst="rect">
            <a:avLst/>
          </a:prstGeom>
          <a:noFill/>
          <a:ln/>
        </p:spPr>
        <p:txBody>
          <a:bodyPr wrap="square" lIns="0" tIns="0" rIns="0" bIns="0" rtlCol="0" anchor="t"/>
          <a:lstStyle/>
          <a:p>
            <a:pPr indent="0" marL="0">
              <a:buNone/>
            </a:pPr>
            <a:r>
              <a:rPr lang="en-US" sz="700" spc="180" kern="0" dirty="0">
                <a:solidFill>
                  <a:srgbClr val="7A7264"/>
                </a:solidFill>
                <a:latin typeface="Manrope" pitchFamily="34" charset="0"/>
                <a:ea typeface="Manrope" pitchFamily="34" charset="-122"/>
                <a:cs typeface="Manrope" pitchFamily="34" charset="-120"/>
              </a:rPr>
              <a:t>TUMBLING AIR  ·  THE LAW IN ONE FIELD</a:t>
            </a:r>
            <a:endParaRPr lang="en-US" sz="7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566928" y="274320"/>
            <a:ext cx="0" cy="6309360"/>
          </a:xfrm>
          <a:prstGeom prst="line">
            <a:avLst/>
          </a:prstGeom>
          <a:noFill/>
          <a:ln w="9525">
            <a:solidFill>
              <a:srgbClr val="BDB4A2"/>
            </a:solidFill>
            <a:prstDash val="solid"/>
          </a:ln>
        </p:spPr>
      </p:sp>
      <p:sp>
        <p:nvSpPr>
          <p:cNvPr id="3" name="Text 1"/>
          <p:cNvSpPr txBox="1"/>
          <p:nvPr/>
        </p:nvSpPr>
        <p:spPr>
          <a:xfrm rot="16200000">
            <a:off x="9144" y="256032"/>
            <a:ext cx="457200" cy="274320"/>
          </a:xfrm>
          <a:prstGeom prst="rect">
            <a:avLst/>
          </a:prstGeom>
          <a:noFill/>
          <a:ln/>
        </p:spPr>
        <p:txBody>
          <a:bodyPr wrap="none" lIns="0" tIns="0" rIns="0" bIns="0" rtlCol="0" anchor="ctr"/>
          <a:lstStyle/>
          <a:p>
            <a:pPr algn="ctr" indent="0" marL="0">
              <a:buNone/>
            </a:pPr>
            <a:r>
              <a:rPr lang="en-US" sz="700" spc="160" kern="0" dirty="0">
                <a:solidFill>
                  <a:srgbClr val="7A7264"/>
                </a:solidFill>
                <a:latin typeface="Manrope" pitchFamily="34" charset="0"/>
                <a:ea typeface="Manrope" pitchFamily="34" charset="-122"/>
                <a:cs typeface="Manrope" pitchFamily="34" charset="-120"/>
              </a:rPr>
              <a:t>034</a:t>
            </a:r>
            <a:endParaRPr lang="en-US" sz="700" dirty="0"/>
          </a:p>
        </p:txBody>
      </p:sp>
      <p:sp>
        <p:nvSpPr>
          <p:cNvPr id="4" name="Text 2"/>
          <p:cNvSpPr txBox="1"/>
          <p:nvPr/>
        </p:nvSpPr>
        <p:spPr>
          <a:xfrm rot="16200000">
            <a:off x="-950976" y="5257800"/>
            <a:ext cx="2377440" cy="274320"/>
          </a:xfrm>
          <a:prstGeom prst="rect">
            <a:avLst/>
          </a:prstGeom>
          <a:noFill/>
          <a:ln/>
        </p:spPr>
        <p:txBody>
          <a:bodyPr wrap="none" lIns="0" tIns="0" rIns="0" bIns="0" rtlCol="0" anchor="ctr"/>
          <a:lstStyle/>
          <a:p>
            <a:pPr algn="l" indent="0" marL="0">
              <a:buNone/>
            </a:pPr>
            <a:r>
              <a:rPr lang="en-US" sz="700" spc="160" kern="0" dirty="0">
                <a:solidFill>
                  <a:srgbClr val="7A7264"/>
                </a:solidFill>
                <a:latin typeface="Manrope" pitchFamily="34" charset="0"/>
                <a:ea typeface="Manrope" pitchFamily="34" charset="-122"/>
                <a:cs typeface="Manrope" pitchFamily="34" charset="-120"/>
              </a:rPr>
              <a:t>THE IDENTITY BOOK</a:t>
            </a:r>
            <a:endParaRPr lang="en-US" sz="700" dirty="0"/>
          </a:p>
        </p:txBody>
      </p:sp>
      <p:sp>
        <p:nvSpPr>
          <p:cNvPr id="5" name="Shape 3"/>
          <p:cNvSpPr/>
          <p:nvPr/>
        </p:nvSpPr>
        <p:spPr>
          <a:xfrm>
            <a:off x="3474720" y="274320"/>
            <a:ext cx="0" cy="6309360"/>
          </a:xfrm>
          <a:prstGeom prst="line">
            <a:avLst/>
          </a:prstGeom>
          <a:noFill/>
          <a:ln w="9525">
            <a:solidFill>
              <a:srgbClr val="BDB4A2"/>
            </a:solidFill>
            <a:prstDash val="solid"/>
          </a:ln>
        </p:spPr>
      </p:sp>
      <p:sp>
        <p:nvSpPr>
          <p:cNvPr id="6" name="Text 4"/>
          <p:cNvSpPr txBox="1"/>
          <p:nvPr/>
        </p:nvSpPr>
        <p:spPr>
          <a:xfrm>
            <a:off x="749808" y="292608"/>
            <a:ext cx="2619756" cy="201168"/>
          </a:xfrm>
          <a:prstGeom prst="rect">
            <a:avLst/>
          </a:prstGeom>
          <a:noFill/>
          <a:ln/>
        </p:spPr>
        <p:txBody>
          <a:bodyPr wrap="square" lIns="0" tIns="0" rIns="0" bIns="0" rtlCol="0" anchor="t"/>
          <a:lstStyle/>
          <a:p>
            <a:pPr indent="0" marL="0">
              <a:buNone/>
            </a:pPr>
            <a:r>
              <a:rPr lang="en-US" sz="900" b="1" spc="180" kern="0" dirty="0">
                <a:solidFill>
                  <a:srgbClr val="0F0F10"/>
                </a:solidFill>
                <a:latin typeface="Manrope" pitchFamily="34" charset="0"/>
                <a:ea typeface="Manrope" pitchFamily="34" charset="-122"/>
                <a:cs typeface="Manrope" pitchFamily="34" charset="-120"/>
              </a:rPr>
              <a:t>6.2  THE FOUR FIELDS</a:t>
            </a:r>
            <a:endParaRPr lang="en-US" sz="900" dirty="0"/>
          </a:p>
        </p:txBody>
      </p:sp>
      <p:sp>
        <p:nvSpPr>
          <p:cNvPr id="7" name="Text 5"/>
          <p:cNvSpPr txBox="1"/>
          <p:nvPr/>
        </p:nvSpPr>
        <p:spPr>
          <a:xfrm>
            <a:off x="749808" y="694944"/>
            <a:ext cx="2619756" cy="3840480"/>
          </a:xfrm>
          <a:prstGeom prst="rect">
            <a:avLst/>
          </a:prstGeom>
          <a:noFill/>
          <a:ln/>
        </p:spPr>
        <p:txBody>
          <a:bodyPr wrap="square" lIns="0" tIns="0" rIns="0" bIns="0" rtlCol="0" anchor="t"/>
          <a:lstStyle/>
          <a:p>
            <a:pPr indent="0" marL="0">
              <a:lnSpc>
                <a:spcPct val="142000"/>
              </a:lnSpc>
              <a:buNone/>
            </a:pPr>
            <a:r>
              <a:rPr lang="en-US" sz="1150" dirty="0">
                <a:solidFill>
                  <a:srgbClr val="1C1A17"/>
                </a:solidFill>
                <a:latin typeface="Bookmania" pitchFamily="34" charset="0"/>
                <a:ea typeface="Bookmania" pitchFamily="34" charset="-122"/>
                <a:cs typeface="Bookmania" pitchFamily="34" charset="-120"/>
              </a:rPr>
              <a:t>Four fields, all cut from the leaf. No new shape was invented to make them.</a:t>
            </a:r>
            <a:endParaRPr lang="en-US" sz="1150" dirty="0"/>
          </a:p>
        </p:txBody>
      </p:sp>
      <p:sp>
        <p:nvSpPr>
          <p:cNvPr id="8" name="Text 6"/>
          <p:cNvSpPr txBox="1"/>
          <p:nvPr/>
        </p:nvSpPr>
        <p:spPr>
          <a:xfrm>
            <a:off x="749808" y="5212080"/>
            <a:ext cx="2619756" cy="1371600"/>
          </a:xfrm>
          <a:prstGeom prst="rect">
            <a:avLst/>
          </a:prstGeom>
          <a:noFill/>
          <a:ln/>
        </p:spPr>
        <p:txBody>
          <a:bodyPr wrap="square" lIns="0" tIns="0" rIns="0" bIns="0" rtlCol="0" anchor="t"/>
          <a:lstStyle/>
          <a:p>
            <a:pPr indent="0" marL="0">
              <a:lnSpc>
                <a:spcPct val="134000"/>
              </a:lnSpc>
              <a:buNone/>
            </a:pPr>
            <a:r>
              <a:rPr lang="en-US" sz="950" dirty="0">
                <a:solidFill>
                  <a:srgbClr val="5E574C"/>
                </a:solidFill>
                <a:latin typeface="Manrope" pitchFamily="34" charset="0"/>
                <a:ea typeface="Manrope" pitchFamily="34" charset="-122"/>
                <a:cs typeface="Manrope" pitchFamily="34" charset="-120"/>
              </a:rPr>
              <a:t>TUMBLING AIR</a:t>
            </a:r>
            <a:endParaRPr lang="en-US" sz="950" dirty="0"/>
          </a:p>
          <a:p>
            <a:pPr indent="0" marL="0">
              <a:lnSpc>
                <a:spcPct val="134000"/>
              </a:lnSpc>
              <a:buNone/>
            </a:pPr>
            <a:r>
              <a:rPr lang="en-US" sz="950" dirty="0">
                <a:solidFill>
                  <a:srgbClr val="5E574C"/>
                </a:solidFill>
                <a:latin typeface="Manrope" pitchFamily="34" charset="0"/>
                <a:ea typeface="Manrope" pitchFamily="34" charset="-122"/>
                <a:cs typeface="Manrope" pitchFamily="34" charset="-120"/>
              </a:rPr>
              <a:t>Covers, card backs and section openers.</a:t>
            </a:r>
            <a:endParaRPr lang="en-US" sz="950" dirty="0"/>
          </a:p>
          <a:p>
            <a:pPr indent="0" marL="0">
              <a:lnSpc>
                <a:spcPct val="134000"/>
              </a:lnSpc>
              <a:buNone/>
            </a:pPr>
            <a:endParaRPr lang="en-US" sz="950" dirty="0"/>
          </a:p>
          <a:p>
            <a:pPr indent="0" marL="0">
              <a:lnSpc>
                <a:spcPct val="134000"/>
              </a:lnSpc>
              <a:buNone/>
            </a:pPr>
            <a:r>
              <a:rPr lang="en-US" sz="950" dirty="0">
                <a:solidFill>
                  <a:srgbClr val="5E574C"/>
                </a:solidFill>
                <a:latin typeface="Manrope" pitchFamily="34" charset="0"/>
                <a:ea typeface="Manrope" pitchFamily="34" charset="-122"/>
                <a:cs typeface="Manrope" pitchFamily="34" charset="-120"/>
              </a:rPr>
              <a:t>THE DESCENT</a:t>
            </a:r>
            <a:endParaRPr lang="en-US" sz="950" dirty="0"/>
          </a:p>
          <a:p>
            <a:pPr indent="0" marL="0">
              <a:lnSpc>
                <a:spcPct val="134000"/>
              </a:lnSpc>
              <a:buNone/>
            </a:pPr>
            <a:r>
              <a:rPr lang="en-US" sz="950" dirty="0">
                <a:solidFill>
                  <a:srgbClr val="5E574C"/>
                </a:solidFill>
                <a:latin typeface="Manrope" pitchFamily="34" charset="0"/>
                <a:ea typeface="Manrope" pitchFamily="34" charset="-122"/>
                <a:cs typeface="Manrope" pitchFamily="34" charset="-120"/>
              </a:rPr>
              <a:t>Spines, side rails and margins. It survives being very narrow.</a:t>
            </a:r>
            <a:endParaRPr lang="en-US" sz="950" dirty="0"/>
          </a:p>
        </p:txBody>
      </p:sp>
      <p:pic>
        <p:nvPicPr>
          <p:cNvPr id="9" name="Image 0" descr="fld-trefoil-motif.png">    </p:cNvPr>
          <p:cNvPicPr>
            <a:picLocks noChangeAspect="1"/>
          </p:cNvPicPr>
          <p:nvPr/>
        </p:nvPicPr>
        <p:blipFill>
          <a:blip r:embed="rId1"/>
          <a:stretch>
            <a:fillRect/>
          </a:stretch>
        </p:blipFill>
        <p:spPr>
          <a:xfrm>
            <a:off x="3611880" y="274320"/>
            <a:ext cx="2240280" cy="2240280"/>
          </a:xfrm>
          <a:prstGeom prst="rect">
            <a:avLst/>
          </a:prstGeom>
        </p:spPr>
      </p:pic>
      <p:sp>
        <p:nvSpPr>
          <p:cNvPr id="10" name="Text 7"/>
          <p:cNvSpPr txBox="1"/>
          <p:nvPr/>
        </p:nvSpPr>
        <p:spPr>
          <a:xfrm>
            <a:off x="3611880" y="2633472"/>
            <a:ext cx="2240280" cy="201168"/>
          </a:xfrm>
          <a:prstGeom prst="rect">
            <a:avLst/>
          </a:prstGeom>
          <a:noFill/>
          <a:ln/>
        </p:spPr>
        <p:txBody>
          <a:bodyPr wrap="square" lIns="0" tIns="0" rIns="0" bIns="0" rtlCol="0" anchor="t"/>
          <a:lstStyle/>
          <a:p>
            <a:pPr indent="0" marL="0">
              <a:buNone/>
            </a:pPr>
            <a:r>
              <a:rPr lang="en-US" sz="700" spc="180" kern="0" dirty="0">
                <a:solidFill>
                  <a:srgbClr val="7A7264"/>
                </a:solidFill>
                <a:latin typeface="Manrope" pitchFamily="34" charset="0"/>
                <a:ea typeface="Manrope" pitchFamily="34" charset="-122"/>
                <a:cs typeface="Manrope" pitchFamily="34" charset="-120"/>
              </a:rPr>
              <a:t>THE TREFOIL  ·  THE MOTIF ALONE</a:t>
            </a:r>
            <a:endParaRPr lang="en-US" sz="700" dirty="0"/>
          </a:p>
        </p:txBody>
      </p:sp>
      <p:pic>
        <p:nvPicPr>
          <p:cNvPr id="11" name="Image 1" descr="fld-tumbling.png">    </p:cNvPr>
          <p:cNvPicPr>
            <a:picLocks noChangeAspect="1"/>
          </p:cNvPicPr>
          <p:nvPr/>
        </p:nvPicPr>
        <p:blipFill>
          <a:blip r:embed="rId2"/>
          <a:stretch>
            <a:fillRect/>
          </a:stretch>
        </p:blipFill>
        <p:spPr>
          <a:xfrm>
            <a:off x="6071616" y="274320"/>
            <a:ext cx="5376672" cy="2240280"/>
          </a:xfrm>
          <a:prstGeom prst="rect">
            <a:avLst/>
          </a:prstGeom>
        </p:spPr>
      </p:pic>
      <p:sp>
        <p:nvSpPr>
          <p:cNvPr id="12" name="Text 8"/>
          <p:cNvSpPr txBox="1"/>
          <p:nvPr/>
        </p:nvSpPr>
        <p:spPr>
          <a:xfrm>
            <a:off x="6071616" y="2633472"/>
            <a:ext cx="5376672" cy="201168"/>
          </a:xfrm>
          <a:prstGeom prst="rect">
            <a:avLst/>
          </a:prstGeom>
          <a:noFill/>
          <a:ln/>
        </p:spPr>
        <p:txBody>
          <a:bodyPr wrap="square" lIns="0" tIns="0" rIns="0" bIns="0" rtlCol="0" anchor="t"/>
          <a:lstStyle/>
          <a:p>
            <a:pPr indent="0" marL="0">
              <a:buNone/>
            </a:pPr>
            <a:r>
              <a:rPr lang="en-US" sz="700" spc="180" kern="0" dirty="0">
                <a:solidFill>
                  <a:srgbClr val="7A7264"/>
                </a:solidFill>
                <a:latin typeface="Manrope" pitchFamily="34" charset="0"/>
                <a:ea typeface="Manrope" pitchFamily="34" charset="-122"/>
                <a:cs typeface="Manrope" pitchFamily="34" charset="-120"/>
              </a:rPr>
              <a:t>TUMBLING AIR  ·  THE DRIFT</a:t>
            </a:r>
            <a:endParaRPr lang="en-US" sz="700" dirty="0"/>
          </a:p>
        </p:txBody>
      </p:sp>
      <p:pic>
        <p:nvPicPr>
          <p:cNvPr id="13" name="Image 2" descr="fld-trefoil-repeat.png">    </p:cNvPr>
          <p:cNvPicPr>
            <a:picLocks noChangeAspect="1"/>
          </p:cNvPicPr>
          <p:nvPr/>
        </p:nvPicPr>
        <p:blipFill>
          <a:blip r:embed="rId3"/>
          <a:stretch>
            <a:fillRect/>
          </a:stretch>
        </p:blipFill>
        <p:spPr>
          <a:xfrm>
            <a:off x="3611880" y="2990088"/>
            <a:ext cx="3593592" cy="2395728"/>
          </a:xfrm>
          <a:prstGeom prst="rect">
            <a:avLst/>
          </a:prstGeom>
        </p:spPr>
      </p:pic>
      <p:sp>
        <p:nvSpPr>
          <p:cNvPr id="14" name="Text 9"/>
          <p:cNvSpPr txBox="1"/>
          <p:nvPr/>
        </p:nvSpPr>
        <p:spPr>
          <a:xfrm>
            <a:off x="3611880" y="5504688"/>
            <a:ext cx="3593592" cy="201168"/>
          </a:xfrm>
          <a:prstGeom prst="rect">
            <a:avLst/>
          </a:prstGeom>
          <a:noFill/>
          <a:ln/>
        </p:spPr>
        <p:txBody>
          <a:bodyPr wrap="square" lIns="0" tIns="0" rIns="0" bIns="0" rtlCol="0" anchor="t"/>
          <a:lstStyle/>
          <a:p>
            <a:pPr indent="0" marL="0">
              <a:buNone/>
            </a:pPr>
            <a:r>
              <a:rPr lang="en-US" sz="700" spc="180" kern="0" dirty="0">
                <a:solidFill>
                  <a:srgbClr val="7A7264"/>
                </a:solidFill>
                <a:latin typeface="Manrope" pitchFamily="34" charset="0"/>
                <a:ea typeface="Manrope" pitchFamily="34" charset="-122"/>
                <a:cs typeface="Manrope" pitchFamily="34" charset="-120"/>
              </a:rPr>
              <a:t>THE TREFOIL  ·  THE SEAMLESS REPEAT</a:t>
            </a:r>
            <a:endParaRPr lang="en-US" sz="700" dirty="0"/>
          </a:p>
        </p:txBody>
      </p:sp>
      <p:pic>
        <p:nvPicPr>
          <p:cNvPr id="15" name="Image 3" descr="fld-descent.png">    </p:cNvPr>
          <p:cNvPicPr>
            <a:picLocks noChangeAspect="1"/>
          </p:cNvPicPr>
          <p:nvPr/>
        </p:nvPicPr>
        <p:blipFill>
          <a:blip r:embed="rId4"/>
          <a:stretch>
            <a:fillRect/>
          </a:stretch>
        </p:blipFill>
        <p:spPr>
          <a:xfrm>
            <a:off x="7424928" y="2990088"/>
            <a:ext cx="798576" cy="2395728"/>
          </a:xfrm>
          <a:prstGeom prst="rect">
            <a:avLst/>
          </a:prstGeom>
        </p:spPr>
      </p:pic>
      <p:sp>
        <p:nvSpPr>
          <p:cNvPr id="16" name="Text 10"/>
          <p:cNvSpPr txBox="1"/>
          <p:nvPr/>
        </p:nvSpPr>
        <p:spPr>
          <a:xfrm>
            <a:off x="7424928" y="5504688"/>
            <a:ext cx="1347216" cy="201168"/>
          </a:xfrm>
          <a:prstGeom prst="rect">
            <a:avLst/>
          </a:prstGeom>
          <a:noFill/>
          <a:ln/>
        </p:spPr>
        <p:txBody>
          <a:bodyPr wrap="square" lIns="0" tIns="0" rIns="0" bIns="0" rtlCol="0" anchor="t"/>
          <a:lstStyle/>
          <a:p>
            <a:pPr indent="0" marL="0">
              <a:buNone/>
            </a:pPr>
            <a:r>
              <a:rPr lang="en-US" sz="700" spc="180" kern="0" dirty="0">
                <a:solidFill>
                  <a:srgbClr val="7A7264"/>
                </a:solidFill>
                <a:latin typeface="Manrope" pitchFamily="34" charset="0"/>
                <a:ea typeface="Manrope" pitchFamily="34" charset="-122"/>
                <a:cs typeface="Manrope" pitchFamily="34" charset="-120"/>
              </a:rPr>
              <a:t>THE DESCENT</a:t>
            </a:r>
            <a:endParaRPr lang="en-US" sz="700" dirty="0"/>
          </a:p>
        </p:txBody>
      </p:sp>
      <p:sp>
        <p:nvSpPr>
          <p:cNvPr id="17" name="Text 11"/>
          <p:cNvSpPr txBox="1"/>
          <p:nvPr/>
        </p:nvSpPr>
        <p:spPr>
          <a:xfrm>
            <a:off x="8442960" y="2990088"/>
            <a:ext cx="3279648" cy="457200"/>
          </a:xfrm>
          <a:prstGeom prst="rect">
            <a:avLst/>
          </a:prstGeom>
          <a:noFill/>
          <a:ln/>
        </p:spPr>
        <p:txBody>
          <a:bodyPr wrap="square" lIns="0" tIns="0" rIns="0" bIns="0" rtlCol="0" anchor="t"/>
          <a:lstStyle/>
          <a:p>
            <a:pPr indent="0" marL="0">
              <a:lnSpc>
                <a:spcPct val="114000"/>
              </a:lnSpc>
              <a:buNone/>
            </a:pPr>
            <a:r>
              <a:rPr lang="en-US" sz="1800" dirty="0">
                <a:solidFill>
                  <a:srgbClr val="0F0F10"/>
                </a:solidFill>
                <a:latin typeface="Bookmania" pitchFamily="34" charset="0"/>
                <a:ea typeface="Bookmania" pitchFamily="34" charset="-122"/>
                <a:cs typeface="Bookmania" pitchFamily="34" charset="-120"/>
              </a:rPr>
              <a:t>The Trefoil</a:t>
            </a:r>
            <a:endParaRPr lang="en-US" sz="1800" dirty="0"/>
          </a:p>
        </p:txBody>
      </p:sp>
      <p:sp>
        <p:nvSpPr>
          <p:cNvPr id="18" name="Text 12"/>
          <p:cNvSpPr txBox="1"/>
          <p:nvPr/>
        </p:nvSpPr>
        <p:spPr>
          <a:xfrm>
            <a:off x="8442960" y="3538728"/>
            <a:ext cx="3279648" cy="2011680"/>
          </a:xfrm>
          <a:prstGeom prst="rect">
            <a:avLst/>
          </a:prstGeom>
          <a:noFill/>
          <a:ln/>
        </p:spPr>
        <p:txBody>
          <a:bodyPr wrap="square" lIns="0" tIns="0" rIns="0" bIns="0" rtlCol="0" anchor="t"/>
          <a:lstStyle/>
          <a:p>
            <a:pPr indent="0" marL="0">
              <a:lnSpc>
                <a:spcPct val="150000"/>
              </a:lnSpc>
              <a:buNone/>
            </a:pPr>
            <a:r>
              <a:rPr lang="en-US" sz="950" dirty="0">
                <a:solidFill>
                  <a:srgbClr val="1C1A17"/>
                </a:solidFill>
                <a:latin typeface="Manrope" pitchFamily="34" charset="0"/>
                <a:ea typeface="Manrope" pitchFamily="34" charset="-122"/>
                <a:cs typeface="Manrope" pitchFamily="34" charset="-120"/>
              </a:rPr>
              <a:t>Three leaves crossing about one centre. The crossings earn a third tone from two, and the triple overlap a fourth, so the tonal steps are earned by the drawing rather than declared in the palette.</a:t>
            </a:r>
            <a:endParaRPr lang="en-US" sz="950" dirty="0"/>
          </a:p>
          <a:p>
            <a:pPr indent="0" marL="0">
              <a:lnSpc>
                <a:spcPct val="150000"/>
              </a:lnSpc>
              <a:buNone/>
            </a:pPr>
            <a:endParaRPr lang="en-US" sz="950" dirty="0"/>
          </a:p>
          <a:p>
            <a:pPr indent="0" marL="0">
              <a:lnSpc>
                <a:spcPct val="150000"/>
              </a:lnSpc>
              <a:buNone/>
            </a:pPr>
            <a:r>
              <a:rPr lang="en-US" sz="950" dirty="0">
                <a:solidFill>
                  <a:srgbClr val="1C1A17"/>
                </a:solidFill>
                <a:latin typeface="Manrope" pitchFamily="34" charset="0"/>
                <a:ea typeface="Manrope" pitchFamily="34" charset="-122"/>
                <a:cs typeface="Manrope" pitchFamily="34" charset="-120"/>
              </a:rPr>
              <a:t>It works at two scales: the motif alone on a small surface, and the seamless repeat wherever a large area needs filling. The repeat carries two sizes on a half-drop so the lattice never flattens into wallpaper.</a:t>
            </a:r>
            <a:endParaRPr lang="en-US" sz="9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566928" y="274320"/>
            <a:ext cx="0" cy="6309360"/>
          </a:xfrm>
          <a:prstGeom prst="line">
            <a:avLst/>
          </a:prstGeom>
          <a:noFill/>
          <a:ln w="9525">
            <a:solidFill>
              <a:srgbClr val="BDB4A2"/>
            </a:solidFill>
            <a:prstDash val="solid"/>
          </a:ln>
        </p:spPr>
      </p:sp>
      <p:sp>
        <p:nvSpPr>
          <p:cNvPr id="3" name="Text 1"/>
          <p:cNvSpPr txBox="1"/>
          <p:nvPr/>
        </p:nvSpPr>
        <p:spPr>
          <a:xfrm rot="16200000">
            <a:off x="9144" y="256032"/>
            <a:ext cx="457200" cy="274320"/>
          </a:xfrm>
          <a:prstGeom prst="rect">
            <a:avLst/>
          </a:prstGeom>
          <a:noFill/>
          <a:ln/>
        </p:spPr>
        <p:txBody>
          <a:bodyPr wrap="none" lIns="0" tIns="0" rIns="0" bIns="0" rtlCol="0" anchor="ctr"/>
          <a:lstStyle/>
          <a:p>
            <a:pPr algn="ctr" indent="0" marL="0">
              <a:buNone/>
            </a:pPr>
            <a:r>
              <a:rPr lang="en-US" sz="700" spc="160" kern="0" dirty="0">
                <a:solidFill>
                  <a:srgbClr val="7A7264"/>
                </a:solidFill>
                <a:latin typeface="Manrope" pitchFamily="34" charset="0"/>
                <a:ea typeface="Manrope" pitchFamily="34" charset="-122"/>
                <a:cs typeface="Manrope" pitchFamily="34" charset="-120"/>
              </a:rPr>
              <a:t>035</a:t>
            </a:r>
            <a:endParaRPr lang="en-US" sz="700" dirty="0"/>
          </a:p>
        </p:txBody>
      </p:sp>
      <p:sp>
        <p:nvSpPr>
          <p:cNvPr id="4" name="Text 2"/>
          <p:cNvSpPr txBox="1"/>
          <p:nvPr/>
        </p:nvSpPr>
        <p:spPr>
          <a:xfrm rot="16200000">
            <a:off x="-950976" y="5257800"/>
            <a:ext cx="2377440" cy="274320"/>
          </a:xfrm>
          <a:prstGeom prst="rect">
            <a:avLst/>
          </a:prstGeom>
          <a:noFill/>
          <a:ln/>
        </p:spPr>
        <p:txBody>
          <a:bodyPr wrap="none" lIns="0" tIns="0" rIns="0" bIns="0" rtlCol="0" anchor="ctr"/>
          <a:lstStyle/>
          <a:p>
            <a:pPr algn="l" indent="0" marL="0">
              <a:buNone/>
            </a:pPr>
            <a:r>
              <a:rPr lang="en-US" sz="700" spc="160" kern="0" dirty="0">
                <a:solidFill>
                  <a:srgbClr val="7A7264"/>
                </a:solidFill>
                <a:latin typeface="Manrope" pitchFamily="34" charset="0"/>
                <a:ea typeface="Manrope" pitchFamily="34" charset="-122"/>
                <a:cs typeface="Manrope" pitchFamily="34" charset="-120"/>
              </a:rPr>
              <a:t>THE IDENTITY BOOK</a:t>
            </a:r>
            <a:endParaRPr lang="en-US" sz="700" dirty="0"/>
          </a:p>
        </p:txBody>
      </p:sp>
      <p:sp>
        <p:nvSpPr>
          <p:cNvPr id="5" name="Shape 3"/>
          <p:cNvSpPr/>
          <p:nvPr/>
        </p:nvSpPr>
        <p:spPr>
          <a:xfrm>
            <a:off x="3474720" y="274320"/>
            <a:ext cx="0" cy="6309360"/>
          </a:xfrm>
          <a:prstGeom prst="line">
            <a:avLst/>
          </a:prstGeom>
          <a:noFill/>
          <a:ln w="9525">
            <a:solidFill>
              <a:srgbClr val="BDB4A2"/>
            </a:solidFill>
            <a:prstDash val="solid"/>
          </a:ln>
        </p:spPr>
      </p:sp>
      <p:sp>
        <p:nvSpPr>
          <p:cNvPr id="6" name="Text 4"/>
          <p:cNvSpPr txBox="1"/>
          <p:nvPr/>
        </p:nvSpPr>
        <p:spPr>
          <a:xfrm>
            <a:off x="749808" y="292608"/>
            <a:ext cx="2619756" cy="201168"/>
          </a:xfrm>
          <a:prstGeom prst="rect">
            <a:avLst/>
          </a:prstGeom>
          <a:noFill/>
          <a:ln/>
        </p:spPr>
        <p:txBody>
          <a:bodyPr wrap="square" lIns="0" tIns="0" rIns="0" bIns="0" rtlCol="0" anchor="t"/>
          <a:lstStyle/>
          <a:p>
            <a:pPr indent="0" marL="0">
              <a:buNone/>
            </a:pPr>
            <a:r>
              <a:rPr lang="en-US" sz="900" b="1" spc="180" kern="0" dirty="0">
                <a:solidFill>
                  <a:srgbClr val="0F0F10"/>
                </a:solidFill>
                <a:latin typeface="Manrope" pitchFamily="34" charset="0"/>
                <a:ea typeface="Manrope" pitchFamily="34" charset="-122"/>
                <a:cs typeface="Manrope" pitchFamily="34" charset="-120"/>
              </a:rPr>
              <a:t>6.3  THE SCREEN</a:t>
            </a:r>
            <a:endParaRPr lang="en-US" sz="900" dirty="0"/>
          </a:p>
        </p:txBody>
      </p:sp>
      <p:sp>
        <p:nvSpPr>
          <p:cNvPr id="7" name="Text 5"/>
          <p:cNvSpPr txBox="1"/>
          <p:nvPr/>
        </p:nvSpPr>
        <p:spPr>
          <a:xfrm>
            <a:off x="749808" y="694944"/>
            <a:ext cx="2619756" cy="3840480"/>
          </a:xfrm>
          <a:prstGeom prst="rect">
            <a:avLst/>
          </a:prstGeom>
          <a:noFill/>
          <a:ln/>
        </p:spPr>
        <p:txBody>
          <a:bodyPr wrap="square" lIns="0" tIns="0" rIns="0" bIns="0" rtlCol="0" anchor="t"/>
          <a:lstStyle/>
          <a:p>
            <a:pPr indent="0" marL="0">
              <a:lnSpc>
                <a:spcPct val="142000"/>
              </a:lnSpc>
              <a:buNone/>
            </a:pPr>
            <a:r>
              <a:rPr lang="en-US" sz="1150" dirty="0">
                <a:solidFill>
                  <a:srgbClr val="1C1A17"/>
                </a:solidFill>
                <a:latin typeface="Bookmania" pitchFamily="34" charset="0"/>
                <a:ea typeface="Bookmania" pitchFamily="34" charset="-122"/>
                <a:cs typeface="Bookmania" pitchFamily="34" charset="-120"/>
              </a:rPr>
              <a:t>Every photograph in the documentation is screened, and the dot is the mark. There is not a circle anywhere in a Five Points image.</a:t>
            </a:r>
            <a:endParaRPr lang="en-US" sz="1150" dirty="0"/>
          </a:p>
          <a:p>
            <a:pPr indent="0" marL="0">
              <a:lnSpc>
                <a:spcPct val="142000"/>
              </a:lnSpc>
              <a:buNone/>
            </a:pPr>
            <a:endParaRPr lang="en-US" sz="1150" dirty="0"/>
          </a:p>
          <a:p>
            <a:pPr indent="0" marL="0">
              <a:lnSpc>
                <a:spcPct val="142000"/>
              </a:lnSpc>
              <a:buNone/>
            </a:pPr>
            <a:r>
              <a:rPr lang="en-US" sz="1150" dirty="0">
                <a:solidFill>
                  <a:srgbClr val="1C1A17"/>
                </a:solidFill>
                <a:latin typeface="Bookmania" pitchFamily="34" charset="0"/>
                <a:ea typeface="Bookmania" pitchFamily="34" charset="-122"/>
                <a:cs typeface="Bookmania" pitchFamily="34" charset="-120"/>
              </a:rPr>
              <a:t>The house ruling is eighty-eight marks across the width of the image, whatever that width happens to be.</a:t>
            </a:r>
            <a:endParaRPr lang="en-US" sz="1150" dirty="0"/>
          </a:p>
        </p:txBody>
      </p:sp>
      <p:sp>
        <p:nvSpPr>
          <p:cNvPr id="8" name="Text 6"/>
          <p:cNvSpPr txBox="1"/>
          <p:nvPr/>
        </p:nvSpPr>
        <p:spPr>
          <a:xfrm>
            <a:off x="749808" y="4480560"/>
            <a:ext cx="2619756" cy="2103120"/>
          </a:xfrm>
          <a:prstGeom prst="rect">
            <a:avLst/>
          </a:prstGeom>
          <a:noFill/>
          <a:ln/>
        </p:spPr>
        <p:txBody>
          <a:bodyPr wrap="square" lIns="0" tIns="0" rIns="0" bIns="0" rtlCol="0" anchor="t"/>
          <a:lstStyle/>
          <a:p>
            <a:pPr indent="0" marL="0">
              <a:lnSpc>
                <a:spcPct val="134000"/>
              </a:lnSpc>
              <a:buNone/>
            </a:pPr>
            <a:r>
              <a:rPr lang="en-US" sz="950" dirty="0">
                <a:solidFill>
                  <a:srgbClr val="5E574C"/>
                </a:solidFill>
                <a:latin typeface="Manrope" pitchFamily="34" charset="0"/>
                <a:ea typeface="Manrope" pitchFamily="34" charset="-122"/>
                <a:cs typeface="Manrope" pitchFamily="34" charset="-120"/>
              </a:rPr>
              <a:t>The rosette inks nineteen per cent of its own circle where the core inks fifty. Both are sized from measured ink rather than from diameter, which is what lets the screen change shape inside one image without a step in tone. The mark takes the highlights, where a dot has room to open; the core takes everything darker.</a:t>
            </a:r>
            <a:endParaRPr lang="en-US" sz="950" dirty="0"/>
          </a:p>
        </p:txBody>
      </p:sp>
      <p:pic>
        <p:nvPicPr>
          <p:cNvPr id="9" name="Image 0" descr="scr-ladder.png">    </p:cNvPr>
          <p:cNvPicPr>
            <a:picLocks noChangeAspect="1"/>
          </p:cNvPicPr>
          <p:nvPr/>
        </p:nvPicPr>
        <p:blipFill>
          <a:blip r:embed="rId1"/>
          <a:stretch>
            <a:fillRect/>
          </a:stretch>
        </p:blipFill>
        <p:spPr>
          <a:xfrm>
            <a:off x="3611880" y="548640"/>
            <a:ext cx="8110728" cy="2910267"/>
          </a:xfrm>
          <a:prstGeom prst="rect">
            <a:avLst/>
          </a:prstGeom>
        </p:spPr>
      </p:pic>
      <p:sp>
        <p:nvSpPr>
          <p:cNvPr id="10" name="Text 7"/>
          <p:cNvSpPr txBox="1"/>
          <p:nvPr/>
        </p:nvSpPr>
        <p:spPr>
          <a:xfrm>
            <a:off x="3611880" y="3568635"/>
            <a:ext cx="8110728" cy="201168"/>
          </a:xfrm>
          <a:prstGeom prst="rect">
            <a:avLst/>
          </a:prstGeom>
          <a:noFill/>
          <a:ln/>
        </p:spPr>
        <p:txBody>
          <a:bodyPr wrap="square" lIns="0" tIns="0" rIns="0" bIns="0" rtlCol="0" anchor="t"/>
          <a:lstStyle/>
          <a:p>
            <a:pPr indent="0" marL="0">
              <a:buNone/>
            </a:pPr>
            <a:r>
              <a:rPr lang="en-US" sz="700" spc="180" kern="0" dirty="0">
                <a:solidFill>
                  <a:srgbClr val="7A7264"/>
                </a:solidFill>
                <a:latin typeface="Manrope" pitchFamily="34" charset="0"/>
                <a:ea typeface="Manrope" pitchFamily="34" charset="-122"/>
                <a:cs typeface="Manrope" pitchFamily="34" charset="-120"/>
              </a:rPr>
              <a:t>RULING  ·  THE SAME PORTRAIT AT FOUR SCREENS. EIGHTY-EIGHT ACROSS IS THE HOUSE SETTING.</a:t>
            </a:r>
            <a:endParaRPr lang="en-US" sz="7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566928" y="274320"/>
            <a:ext cx="0" cy="6309360"/>
          </a:xfrm>
          <a:prstGeom prst="line">
            <a:avLst/>
          </a:prstGeom>
          <a:noFill/>
          <a:ln w="9525">
            <a:solidFill>
              <a:srgbClr val="BDB4A2"/>
            </a:solidFill>
            <a:prstDash val="solid"/>
          </a:ln>
        </p:spPr>
      </p:sp>
      <p:sp>
        <p:nvSpPr>
          <p:cNvPr id="3" name="Text 1"/>
          <p:cNvSpPr txBox="1"/>
          <p:nvPr/>
        </p:nvSpPr>
        <p:spPr>
          <a:xfrm rot="16200000">
            <a:off x="9144" y="256032"/>
            <a:ext cx="457200" cy="274320"/>
          </a:xfrm>
          <a:prstGeom prst="rect">
            <a:avLst/>
          </a:prstGeom>
          <a:noFill/>
          <a:ln/>
        </p:spPr>
        <p:txBody>
          <a:bodyPr wrap="none" lIns="0" tIns="0" rIns="0" bIns="0" rtlCol="0" anchor="ctr"/>
          <a:lstStyle/>
          <a:p>
            <a:pPr algn="ctr" indent="0" marL="0">
              <a:buNone/>
            </a:pPr>
            <a:r>
              <a:rPr lang="en-US" sz="700" spc="160" kern="0" dirty="0">
                <a:solidFill>
                  <a:srgbClr val="7A7264"/>
                </a:solidFill>
                <a:latin typeface="Manrope" pitchFamily="34" charset="0"/>
                <a:ea typeface="Manrope" pitchFamily="34" charset="-122"/>
                <a:cs typeface="Manrope" pitchFamily="34" charset="-120"/>
              </a:rPr>
              <a:t>036</a:t>
            </a:r>
            <a:endParaRPr lang="en-US" sz="700" dirty="0"/>
          </a:p>
        </p:txBody>
      </p:sp>
      <p:sp>
        <p:nvSpPr>
          <p:cNvPr id="4" name="Text 2"/>
          <p:cNvSpPr txBox="1"/>
          <p:nvPr/>
        </p:nvSpPr>
        <p:spPr>
          <a:xfrm rot="16200000">
            <a:off x="-950976" y="5257800"/>
            <a:ext cx="2377440" cy="274320"/>
          </a:xfrm>
          <a:prstGeom prst="rect">
            <a:avLst/>
          </a:prstGeom>
          <a:noFill/>
          <a:ln/>
        </p:spPr>
        <p:txBody>
          <a:bodyPr wrap="none" lIns="0" tIns="0" rIns="0" bIns="0" rtlCol="0" anchor="ctr"/>
          <a:lstStyle/>
          <a:p>
            <a:pPr algn="l" indent="0" marL="0">
              <a:buNone/>
            </a:pPr>
            <a:r>
              <a:rPr lang="en-US" sz="700" spc="160" kern="0" dirty="0">
                <a:solidFill>
                  <a:srgbClr val="7A7264"/>
                </a:solidFill>
                <a:latin typeface="Manrope" pitchFamily="34" charset="0"/>
                <a:ea typeface="Manrope" pitchFamily="34" charset="-122"/>
                <a:cs typeface="Manrope" pitchFamily="34" charset="-120"/>
              </a:rPr>
              <a:t>THE IDENTITY BOOK</a:t>
            </a:r>
            <a:endParaRPr lang="en-US" sz="700" dirty="0"/>
          </a:p>
        </p:txBody>
      </p:sp>
      <p:sp>
        <p:nvSpPr>
          <p:cNvPr id="5" name="Shape 3"/>
          <p:cNvSpPr/>
          <p:nvPr/>
        </p:nvSpPr>
        <p:spPr>
          <a:xfrm>
            <a:off x="3474720" y="274320"/>
            <a:ext cx="0" cy="6309360"/>
          </a:xfrm>
          <a:prstGeom prst="line">
            <a:avLst/>
          </a:prstGeom>
          <a:noFill/>
          <a:ln w="9525">
            <a:solidFill>
              <a:srgbClr val="BDB4A2"/>
            </a:solidFill>
            <a:prstDash val="solid"/>
          </a:ln>
        </p:spPr>
      </p:sp>
      <p:sp>
        <p:nvSpPr>
          <p:cNvPr id="6" name="Text 4"/>
          <p:cNvSpPr txBox="1"/>
          <p:nvPr/>
        </p:nvSpPr>
        <p:spPr>
          <a:xfrm>
            <a:off x="749808" y="292608"/>
            <a:ext cx="2619756" cy="201168"/>
          </a:xfrm>
          <a:prstGeom prst="rect">
            <a:avLst/>
          </a:prstGeom>
          <a:noFill/>
          <a:ln/>
        </p:spPr>
        <p:txBody>
          <a:bodyPr wrap="square" lIns="0" tIns="0" rIns="0" bIns="0" rtlCol="0" anchor="t"/>
          <a:lstStyle/>
          <a:p>
            <a:pPr indent="0" marL="0">
              <a:buNone/>
            </a:pPr>
            <a:r>
              <a:rPr lang="en-US" sz="900" b="1" spc="180" kern="0" dirty="0">
                <a:solidFill>
                  <a:srgbClr val="0F0F10"/>
                </a:solidFill>
                <a:latin typeface="Manrope" pitchFamily="34" charset="0"/>
                <a:ea typeface="Manrope" pitchFamily="34" charset="-122"/>
                <a:cs typeface="Manrope" pitchFamily="34" charset="-120"/>
              </a:rPr>
              <a:t>6.4  THE SCREEN IN USE</a:t>
            </a:r>
            <a:endParaRPr lang="en-US" sz="900" dirty="0"/>
          </a:p>
        </p:txBody>
      </p:sp>
      <p:sp>
        <p:nvSpPr>
          <p:cNvPr id="7" name="Text 5"/>
          <p:cNvSpPr txBox="1"/>
          <p:nvPr/>
        </p:nvSpPr>
        <p:spPr>
          <a:xfrm>
            <a:off x="749808" y="694944"/>
            <a:ext cx="2619756" cy="3840480"/>
          </a:xfrm>
          <a:prstGeom prst="rect">
            <a:avLst/>
          </a:prstGeom>
          <a:noFill/>
          <a:ln/>
        </p:spPr>
        <p:txBody>
          <a:bodyPr wrap="square" lIns="0" tIns="0" rIns="0" bIns="0" rtlCol="0" anchor="t"/>
          <a:lstStyle/>
          <a:p>
            <a:pPr indent="0" marL="0">
              <a:lnSpc>
                <a:spcPct val="142000"/>
              </a:lnSpc>
              <a:buNone/>
            </a:pPr>
            <a:r>
              <a:rPr lang="en-US" sz="1150" dirty="0">
                <a:solidFill>
                  <a:srgbClr val="1C1A17"/>
                </a:solidFill>
                <a:latin typeface="Bookmania" pitchFamily="34" charset="0"/>
                <a:ea typeface="Bookmania" pitchFamily="34" charset="-122"/>
                <a:cs typeface="Bookmania" pitchFamily="34" charset="-120"/>
              </a:rPr>
              <a:t>Bone on ink is the default register. Ink on paper is reserved for pages that are already light. A voice-coloured screen is held back for section dividers.</a:t>
            </a:r>
            <a:endParaRPr lang="en-US" sz="1150" dirty="0"/>
          </a:p>
        </p:txBody>
      </p:sp>
      <p:sp>
        <p:nvSpPr>
          <p:cNvPr id="8" name="Text 6"/>
          <p:cNvSpPr txBox="1"/>
          <p:nvPr/>
        </p:nvSpPr>
        <p:spPr>
          <a:xfrm>
            <a:off x="749808" y="5257800"/>
            <a:ext cx="2619756" cy="1325880"/>
          </a:xfrm>
          <a:prstGeom prst="rect">
            <a:avLst/>
          </a:prstGeom>
          <a:noFill/>
          <a:ln/>
        </p:spPr>
        <p:txBody>
          <a:bodyPr wrap="square" lIns="0" tIns="0" rIns="0" bIns="0" rtlCol="0" anchor="t"/>
          <a:lstStyle/>
          <a:p>
            <a:pPr indent="0" marL="0">
              <a:lnSpc>
                <a:spcPct val="134000"/>
              </a:lnSpc>
              <a:buNone/>
            </a:pPr>
            <a:r>
              <a:rPr lang="en-US" sz="950" dirty="0">
                <a:solidFill>
                  <a:srgbClr val="5E574C"/>
                </a:solidFill>
                <a:latin typeface="Manrope" pitchFamily="34" charset="0"/>
                <a:ea typeface="Manrope" pitchFamily="34" charset="-122"/>
                <a:cs typeface="Manrope" pitchFamily="34" charset="-120"/>
              </a:rPr>
              <a:t>Sources here are placeholders from the generated library. A screen this strong makes the source obvious rather than hiding it: it wants photography of real people in the trades, shot with clean tonal separation — a light subject against a dark ground, or the reverse.</a:t>
            </a:r>
            <a:endParaRPr lang="en-US" sz="950" dirty="0"/>
          </a:p>
        </p:txBody>
      </p:sp>
      <p:pic>
        <p:nvPicPr>
          <p:cNvPr id="9" name="Image 0" descr="scr-hero.png">    </p:cNvPr>
          <p:cNvPicPr>
            <a:picLocks noChangeAspect="1"/>
          </p:cNvPicPr>
          <p:nvPr/>
        </p:nvPicPr>
        <p:blipFill>
          <a:blip r:embed="rId1"/>
          <a:stretch>
            <a:fillRect/>
          </a:stretch>
        </p:blipFill>
        <p:spPr>
          <a:xfrm>
            <a:off x="3611880" y="274320"/>
            <a:ext cx="2385278" cy="3035808"/>
          </a:xfrm>
          <a:prstGeom prst="rect">
            <a:avLst/>
          </a:prstGeom>
        </p:spPr>
      </p:pic>
      <p:pic>
        <p:nvPicPr>
          <p:cNvPr id="10" name="Image 1" descr="scr-second.png">    </p:cNvPr>
          <p:cNvPicPr>
            <a:picLocks noChangeAspect="1"/>
          </p:cNvPicPr>
          <p:nvPr/>
        </p:nvPicPr>
        <p:blipFill>
          <a:blip r:embed="rId2"/>
          <a:stretch>
            <a:fillRect/>
          </a:stretch>
        </p:blipFill>
        <p:spPr>
          <a:xfrm>
            <a:off x="6216614" y="274320"/>
            <a:ext cx="2387714" cy="3035808"/>
          </a:xfrm>
          <a:prstGeom prst="rect">
            <a:avLst/>
          </a:prstGeom>
        </p:spPr>
      </p:pic>
      <p:pic>
        <p:nvPicPr>
          <p:cNvPr id="11" name="Image 2" descr="scr-positive.png">    </p:cNvPr>
          <p:cNvPicPr>
            <a:picLocks noChangeAspect="1"/>
          </p:cNvPicPr>
          <p:nvPr/>
        </p:nvPicPr>
        <p:blipFill>
          <a:blip r:embed="rId3"/>
          <a:stretch>
            <a:fillRect/>
          </a:stretch>
        </p:blipFill>
        <p:spPr>
          <a:xfrm>
            <a:off x="8823784" y="274320"/>
            <a:ext cx="1987074" cy="3035808"/>
          </a:xfrm>
          <a:prstGeom prst="rect">
            <a:avLst/>
          </a:prstGeom>
        </p:spPr>
      </p:pic>
      <p:sp>
        <p:nvSpPr>
          <p:cNvPr id="12" name="Text 7"/>
          <p:cNvSpPr txBox="1"/>
          <p:nvPr/>
        </p:nvSpPr>
        <p:spPr>
          <a:xfrm>
            <a:off x="3611880" y="3429000"/>
            <a:ext cx="4992448" cy="201168"/>
          </a:xfrm>
          <a:prstGeom prst="rect">
            <a:avLst/>
          </a:prstGeom>
          <a:noFill/>
          <a:ln/>
        </p:spPr>
        <p:txBody>
          <a:bodyPr wrap="square" lIns="0" tIns="0" rIns="0" bIns="0" rtlCol="0" anchor="t"/>
          <a:lstStyle/>
          <a:p>
            <a:pPr indent="0" marL="0">
              <a:buNone/>
            </a:pPr>
            <a:r>
              <a:rPr lang="en-US" sz="700" spc="180" kern="0" dirty="0">
                <a:solidFill>
                  <a:srgbClr val="7A7264"/>
                </a:solidFill>
                <a:latin typeface="Manrope" pitchFamily="34" charset="0"/>
                <a:ea typeface="Manrope" pitchFamily="34" charset="-122"/>
                <a:cs typeface="Manrope" pitchFamily="34" charset="-120"/>
              </a:rPr>
              <a:t>BONE ON INK  ·  THE DEFAULT REGISTER</a:t>
            </a:r>
            <a:endParaRPr lang="en-US" sz="700" dirty="0"/>
          </a:p>
        </p:txBody>
      </p:sp>
      <p:sp>
        <p:nvSpPr>
          <p:cNvPr id="13" name="Text 8"/>
          <p:cNvSpPr txBox="1"/>
          <p:nvPr/>
        </p:nvSpPr>
        <p:spPr>
          <a:xfrm>
            <a:off x="8823784" y="3429000"/>
            <a:ext cx="1987074" cy="201168"/>
          </a:xfrm>
          <a:prstGeom prst="rect">
            <a:avLst/>
          </a:prstGeom>
          <a:noFill/>
          <a:ln/>
        </p:spPr>
        <p:txBody>
          <a:bodyPr wrap="square" lIns="0" tIns="0" rIns="0" bIns="0" rtlCol="0" anchor="t"/>
          <a:lstStyle/>
          <a:p>
            <a:pPr indent="0" marL="0">
              <a:buNone/>
            </a:pPr>
            <a:r>
              <a:rPr lang="en-US" sz="700" spc="180" kern="0" dirty="0">
                <a:solidFill>
                  <a:srgbClr val="7A7264"/>
                </a:solidFill>
                <a:latin typeface="Manrope" pitchFamily="34" charset="0"/>
                <a:ea typeface="Manrope" pitchFamily="34" charset="-122"/>
                <a:cs typeface="Manrope" pitchFamily="34" charset="-120"/>
              </a:rPr>
              <a:t>INK ON PAPER  ·  LIGHT PAGES ONLY</a:t>
            </a:r>
            <a:endParaRPr lang="en-US" sz="700" dirty="0"/>
          </a:p>
        </p:txBody>
      </p:sp>
      <p:pic>
        <p:nvPicPr>
          <p:cNvPr id="14" name="Image 3" descr="scr-detail.png">    </p:cNvPr>
          <p:cNvPicPr>
            <a:picLocks noChangeAspect="1"/>
          </p:cNvPicPr>
          <p:nvPr/>
        </p:nvPicPr>
        <p:blipFill>
          <a:blip r:embed="rId4"/>
          <a:stretch>
            <a:fillRect/>
          </a:stretch>
        </p:blipFill>
        <p:spPr>
          <a:xfrm>
            <a:off x="3611880" y="3785616"/>
            <a:ext cx="8110728" cy="2027682"/>
          </a:xfrm>
          <a:prstGeom prst="rect">
            <a:avLst/>
          </a:prstGeom>
        </p:spPr>
      </p:pic>
      <p:sp>
        <p:nvSpPr>
          <p:cNvPr id="15" name="Text 9"/>
          <p:cNvSpPr txBox="1"/>
          <p:nvPr/>
        </p:nvSpPr>
        <p:spPr>
          <a:xfrm>
            <a:off x="3611880" y="5932170"/>
            <a:ext cx="8110728" cy="201168"/>
          </a:xfrm>
          <a:prstGeom prst="rect">
            <a:avLst/>
          </a:prstGeom>
          <a:noFill/>
          <a:ln/>
        </p:spPr>
        <p:txBody>
          <a:bodyPr wrap="square" lIns="0" tIns="0" rIns="0" bIns="0" rtlCol="0" anchor="t"/>
          <a:lstStyle/>
          <a:p>
            <a:pPr indent="0" marL="0">
              <a:buNone/>
            </a:pPr>
            <a:r>
              <a:rPr lang="en-US" sz="700" spc="180" kern="0" dirty="0">
                <a:solidFill>
                  <a:srgbClr val="7A7264"/>
                </a:solidFill>
                <a:latin typeface="Manrope" pitchFamily="34" charset="0"/>
                <a:ea typeface="Manrope" pitchFamily="34" charset="-122"/>
                <a:cs typeface="Manrope" pitchFamily="34" charset="-120"/>
              </a:rPr>
              <a:t>AT THE DOT  ·  THIRTY-FOUR MARKS ACROSS. THE PENTAGONS CARRY THE MIDTONES; IN THE LIGHTEST PASSAGES THEY GIVE WAY TO THE ROSETTE ITSELF.</a:t>
            </a:r>
            <a:endParaRPr lang="en-US" sz="7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566928" y="274320"/>
            <a:ext cx="0" cy="6309360"/>
          </a:xfrm>
          <a:prstGeom prst="line">
            <a:avLst/>
          </a:prstGeom>
          <a:noFill/>
          <a:ln w="9525">
            <a:solidFill>
              <a:srgbClr val="BDB4A2"/>
            </a:solidFill>
            <a:prstDash val="solid"/>
          </a:ln>
        </p:spPr>
      </p:sp>
      <p:sp>
        <p:nvSpPr>
          <p:cNvPr id="3" name="Text 1"/>
          <p:cNvSpPr txBox="1"/>
          <p:nvPr/>
        </p:nvSpPr>
        <p:spPr>
          <a:xfrm rot="16200000">
            <a:off x="9144" y="256032"/>
            <a:ext cx="457200" cy="274320"/>
          </a:xfrm>
          <a:prstGeom prst="rect">
            <a:avLst/>
          </a:prstGeom>
          <a:noFill/>
          <a:ln/>
        </p:spPr>
        <p:txBody>
          <a:bodyPr wrap="none" lIns="0" tIns="0" rIns="0" bIns="0" rtlCol="0" anchor="ctr"/>
          <a:lstStyle/>
          <a:p>
            <a:pPr algn="ctr" indent="0" marL="0">
              <a:buNone/>
            </a:pPr>
            <a:r>
              <a:rPr lang="en-US" sz="700" spc="160" kern="0" dirty="0">
                <a:solidFill>
                  <a:srgbClr val="7A7264"/>
                </a:solidFill>
                <a:latin typeface="Manrope" pitchFamily="34" charset="0"/>
                <a:ea typeface="Manrope" pitchFamily="34" charset="-122"/>
                <a:cs typeface="Manrope" pitchFamily="34" charset="-120"/>
              </a:rPr>
              <a:t>037</a:t>
            </a:r>
            <a:endParaRPr lang="en-US" sz="700" dirty="0"/>
          </a:p>
        </p:txBody>
      </p:sp>
      <p:sp>
        <p:nvSpPr>
          <p:cNvPr id="4" name="Text 2"/>
          <p:cNvSpPr txBox="1"/>
          <p:nvPr/>
        </p:nvSpPr>
        <p:spPr>
          <a:xfrm rot="16200000">
            <a:off x="-950976" y="5257800"/>
            <a:ext cx="2377440" cy="274320"/>
          </a:xfrm>
          <a:prstGeom prst="rect">
            <a:avLst/>
          </a:prstGeom>
          <a:noFill/>
          <a:ln/>
        </p:spPr>
        <p:txBody>
          <a:bodyPr wrap="none" lIns="0" tIns="0" rIns="0" bIns="0" rtlCol="0" anchor="ctr"/>
          <a:lstStyle/>
          <a:p>
            <a:pPr algn="l" indent="0" marL="0">
              <a:buNone/>
            </a:pPr>
            <a:r>
              <a:rPr lang="en-US" sz="700" spc="160" kern="0" dirty="0">
                <a:solidFill>
                  <a:srgbClr val="7A7264"/>
                </a:solidFill>
                <a:latin typeface="Manrope" pitchFamily="34" charset="0"/>
                <a:ea typeface="Manrope" pitchFamily="34" charset="-122"/>
                <a:cs typeface="Manrope" pitchFamily="34" charset="-120"/>
              </a:rPr>
              <a:t>THE IDENTITY BOOK</a:t>
            </a:r>
            <a:endParaRPr lang="en-US" sz="700" dirty="0"/>
          </a:p>
        </p:txBody>
      </p:sp>
      <p:sp>
        <p:nvSpPr>
          <p:cNvPr id="5" name="Text 3"/>
          <p:cNvSpPr txBox="1"/>
          <p:nvPr/>
        </p:nvSpPr>
        <p:spPr>
          <a:xfrm rot="16200000">
            <a:off x="-1586484" y="3337560"/>
            <a:ext cx="5623560" cy="868680"/>
          </a:xfrm>
          <a:prstGeom prst="rect">
            <a:avLst/>
          </a:prstGeom>
          <a:noFill/>
          <a:ln/>
        </p:spPr>
        <p:txBody>
          <a:bodyPr wrap="none" lIns="0" tIns="0" rIns="0" bIns="0" rtlCol="0" anchor="ctr"/>
          <a:lstStyle/>
          <a:p>
            <a:pPr algn="l" indent="0" marL="0">
              <a:buNone/>
            </a:pPr>
            <a:r>
              <a:rPr lang="en-US" sz="5000" dirty="0">
                <a:solidFill>
                  <a:srgbClr val="0F0F10"/>
                </a:solidFill>
                <a:latin typeface="Bookmania" pitchFamily="34" charset="0"/>
                <a:ea typeface="Bookmania" pitchFamily="34" charset="-122"/>
                <a:cs typeface="Bookmania" pitchFamily="34" charset="-120"/>
              </a:rPr>
              <a:t>APPLICATION</a:t>
            </a:r>
            <a:endParaRPr lang="en-US" sz="5000" dirty="0"/>
          </a:p>
        </p:txBody>
      </p:sp>
      <p:sp>
        <p:nvSpPr>
          <p:cNvPr id="6" name="Shape 4"/>
          <p:cNvSpPr/>
          <p:nvPr/>
        </p:nvSpPr>
        <p:spPr>
          <a:xfrm>
            <a:off x="1700784" y="274320"/>
            <a:ext cx="0" cy="6309360"/>
          </a:xfrm>
          <a:prstGeom prst="line">
            <a:avLst/>
          </a:prstGeom>
          <a:noFill/>
          <a:ln w="9525">
            <a:solidFill>
              <a:srgbClr val="BDB4A2"/>
            </a:solidFill>
            <a:prstDash val="solid"/>
          </a:ln>
        </p:spPr>
      </p:sp>
      <p:sp>
        <p:nvSpPr>
          <p:cNvPr id="7" name="Text 5"/>
          <p:cNvSpPr txBox="1"/>
          <p:nvPr/>
        </p:nvSpPr>
        <p:spPr>
          <a:xfrm>
            <a:off x="1956816" y="292608"/>
            <a:ext cx="548640" cy="201168"/>
          </a:xfrm>
          <a:prstGeom prst="rect">
            <a:avLst/>
          </a:prstGeom>
          <a:noFill/>
          <a:ln/>
        </p:spPr>
        <p:txBody>
          <a:bodyPr wrap="square" lIns="0" tIns="0" rIns="0" bIns="0" rtlCol="0" anchor="t"/>
          <a:lstStyle/>
          <a:p>
            <a:pPr indent="0" marL="0">
              <a:buNone/>
            </a:pPr>
            <a:r>
              <a:rPr lang="en-US" sz="950" b="1" spc="180" kern="0" dirty="0">
                <a:solidFill>
                  <a:srgbClr val="0F0F10"/>
                </a:solidFill>
                <a:latin typeface="Manrope" pitchFamily="34" charset="0"/>
                <a:ea typeface="Manrope" pitchFamily="34" charset="-122"/>
                <a:cs typeface="Manrope" pitchFamily="34" charset="-120"/>
              </a:rPr>
              <a:t>7.0</a:t>
            </a:r>
            <a:endParaRPr lang="en-US" sz="950" dirty="0"/>
          </a:p>
        </p:txBody>
      </p:sp>
      <p:sp>
        <p:nvSpPr>
          <p:cNvPr id="8" name="Text 6"/>
          <p:cNvSpPr txBox="1"/>
          <p:nvPr/>
        </p:nvSpPr>
        <p:spPr>
          <a:xfrm>
            <a:off x="2615184" y="292608"/>
            <a:ext cx="2103120" cy="201168"/>
          </a:xfrm>
          <a:prstGeom prst="rect">
            <a:avLst/>
          </a:prstGeom>
          <a:noFill/>
          <a:ln/>
        </p:spPr>
        <p:txBody>
          <a:bodyPr wrap="square" lIns="0" tIns="0" rIns="0" bIns="0" rtlCol="0" anchor="t"/>
          <a:lstStyle/>
          <a:p>
            <a:pPr indent="0" marL="0">
              <a:buNone/>
            </a:pPr>
            <a:r>
              <a:rPr lang="en-US" sz="950" b="1" spc="180" kern="0" dirty="0">
                <a:solidFill>
                  <a:srgbClr val="0F0F10"/>
                </a:solidFill>
                <a:latin typeface="Manrope" pitchFamily="34" charset="0"/>
                <a:ea typeface="Manrope" pitchFamily="34" charset="-122"/>
                <a:cs typeface="Manrope" pitchFamily="34" charset="-120"/>
              </a:rPr>
              <a:t>APPLICATION</a:t>
            </a:r>
            <a:endParaRPr lang="en-US" sz="950" dirty="0"/>
          </a:p>
        </p:txBody>
      </p:sp>
      <p:sp>
        <p:nvSpPr>
          <p:cNvPr id="9" name="Text 7"/>
          <p:cNvSpPr txBox="1"/>
          <p:nvPr/>
        </p:nvSpPr>
        <p:spPr>
          <a:xfrm>
            <a:off x="4608576" y="292608"/>
            <a:ext cx="457200" cy="201168"/>
          </a:xfrm>
          <a:prstGeom prst="rect">
            <a:avLst/>
          </a:prstGeom>
          <a:noFill/>
          <a:ln/>
        </p:spPr>
        <p:txBody>
          <a:bodyPr wrap="square" lIns="0" tIns="0" rIns="0" bIns="0" rtlCol="0" anchor="t"/>
          <a:lstStyle/>
          <a:p>
            <a:pPr algn="r" indent="0" marL="0">
              <a:buNone/>
            </a:pPr>
            <a:r>
              <a:rPr lang="en-US" sz="950" b="1" spc="180" kern="0" dirty="0">
                <a:solidFill>
                  <a:srgbClr val="0F0F10"/>
                </a:solidFill>
                <a:latin typeface="Manrope" pitchFamily="34" charset="0"/>
                <a:ea typeface="Manrope" pitchFamily="34" charset="-122"/>
                <a:cs typeface="Manrope" pitchFamily="34" charset="-120"/>
              </a:rPr>
              <a:t>37</a:t>
            </a:r>
            <a:endParaRPr lang="en-US" sz="950" dirty="0"/>
          </a:p>
        </p:txBody>
      </p:sp>
      <p:sp>
        <p:nvSpPr>
          <p:cNvPr id="10" name="Text 8"/>
          <p:cNvSpPr txBox="1"/>
          <p:nvPr/>
        </p:nvSpPr>
        <p:spPr>
          <a:xfrm>
            <a:off x="1956816" y="694944"/>
            <a:ext cx="548640" cy="219456"/>
          </a:xfrm>
          <a:prstGeom prst="rect">
            <a:avLst/>
          </a:prstGeom>
          <a:noFill/>
          <a:ln/>
        </p:spPr>
        <p:txBody>
          <a:bodyPr wrap="square" lIns="0" tIns="0" rIns="0" bIns="0" rtlCol="0" anchor="t"/>
          <a:lstStyle/>
          <a:p>
            <a:pPr indent="0" marL="0">
              <a:buNone/>
            </a:pPr>
            <a:r>
              <a:rPr lang="en-US" sz="1050" dirty="0">
                <a:solidFill>
                  <a:srgbClr val="5E574C"/>
                </a:solidFill>
                <a:latin typeface="Bookmania" pitchFamily="34" charset="0"/>
                <a:ea typeface="Bookmania" pitchFamily="34" charset="-122"/>
                <a:cs typeface="Bookmania" pitchFamily="34" charset="-120"/>
              </a:rPr>
              <a:t>7.1</a:t>
            </a:r>
            <a:endParaRPr lang="en-US" sz="1050" dirty="0"/>
          </a:p>
        </p:txBody>
      </p:sp>
      <p:sp>
        <p:nvSpPr>
          <p:cNvPr id="11" name="Text 9"/>
          <p:cNvSpPr txBox="1"/>
          <p:nvPr/>
        </p:nvSpPr>
        <p:spPr>
          <a:xfrm>
            <a:off x="2615184" y="694944"/>
            <a:ext cx="2103120" cy="219456"/>
          </a:xfrm>
          <a:prstGeom prst="rect">
            <a:avLst/>
          </a:prstGeom>
          <a:noFill/>
          <a:ln/>
        </p:spPr>
        <p:txBody>
          <a:bodyPr wrap="square" lIns="0" tIns="0" rIns="0" bIns="0" rtlCol="0" anchor="t"/>
          <a:lstStyle/>
          <a:p>
            <a:pPr indent="0" marL="0">
              <a:buNone/>
            </a:pPr>
            <a:r>
              <a:rPr lang="en-US" sz="1050" dirty="0">
                <a:solidFill>
                  <a:srgbClr val="1C1A17"/>
                </a:solidFill>
                <a:latin typeface="Bookmania" pitchFamily="34" charset="0"/>
                <a:ea typeface="Bookmania" pitchFamily="34" charset="-122"/>
                <a:cs typeface="Bookmania" pitchFamily="34" charset="-120"/>
              </a:rPr>
              <a:t>The Journey</a:t>
            </a:r>
            <a:endParaRPr lang="en-US" sz="1050" dirty="0"/>
          </a:p>
        </p:txBody>
      </p:sp>
      <p:sp>
        <p:nvSpPr>
          <p:cNvPr id="12" name="Text 10"/>
          <p:cNvSpPr txBox="1"/>
          <p:nvPr/>
        </p:nvSpPr>
        <p:spPr>
          <a:xfrm>
            <a:off x="4608576" y="694944"/>
            <a:ext cx="457200" cy="219456"/>
          </a:xfrm>
          <a:prstGeom prst="rect">
            <a:avLst/>
          </a:prstGeom>
          <a:noFill/>
          <a:ln/>
        </p:spPr>
        <p:txBody>
          <a:bodyPr wrap="square" lIns="0" tIns="0" rIns="0" bIns="0" rtlCol="0" anchor="t"/>
          <a:lstStyle/>
          <a:p>
            <a:pPr algn="r" indent="0" marL="0">
              <a:buNone/>
            </a:pPr>
            <a:r>
              <a:rPr lang="en-US" sz="1050" dirty="0">
                <a:solidFill>
                  <a:srgbClr val="5E574C"/>
                </a:solidFill>
                <a:latin typeface="Bookmania" pitchFamily="34" charset="0"/>
                <a:ea typeface="Bookmania" pitchFamily="34" charset="-122"/>
                <a:cs typeface="Bookmania" pitchFamily="34" charset="-120"/>
              </a:rPr>
              <a:t>38</a:t>
            </a:r>
            <a:endParaRPr lang="en-US" sz="1050" dirty="0"/>
          </a:p>
        </p:txBody>
      </p:sp>
      <p:sp>
        <p:nvSpPr>
          <p:cNvPr id="13" name="Text 11"/>
          <p:cNvSpPr txBox="1"/>
          <p:nvPr/>
        </p:nvSpPr>
        <p:spPr>
          <a:xfrm>
            <a:off x="1956816" y="941832"/>
            <a:ext cx="548640" cy="219456"/>
          </a:xfrm>
          <a:prstGeom prst="rect">
            <a:avLst/>
          </a:prstGeom>
          <a:noFill/>
          <a:ln/>
        </p:spPr>
        <p:txBody>
          <a:bodyPr wrap="square" lIns="0" tIns="0" rIns="0" bIns="0" rtlCol="0" anchor="t"/>
          <a:lstStyle/>
          <a:p>
            <a:pPr indent="0" marL="0">
              <a:buNone/>
            </a:pPr>
            <a:r>
              <a:rPr lang="en-US" sz="1050" dirty="0">
                <a:solidFill>
                  <a:srgbClr val="5E574C"/>
                </a:solidFill>
                <a:latin typeface="Bookmania" pitchFamily="34" charset="0"/>
                <a:ea typeface="Bookmania" pitchFamily="34" charset="-122"/>
                <a:cs typeface="Bookmania" pitchFamily="34" charset="-120"/>
              </a:rPr>
              <a:t>7.2</a:t>
            </a:r>
            <a:endParaRPr lang="en-US" sz="1050" dirty="0"/>
          </a:p>
        </p:txBody>
      </p:sp>
      <p:sp>
        <p:nvSpPr>
          <p:cNvPr id="14" name="Text 12"/>
          <p:cNvSpPr txBox="1"/>
          <p:nvPr/>
        </p:nvSpPr>
        <p:spPr>
          <a:xfrm>
            <a:off x="2615184" y="941832"/>
            <a:ext cx="2103120" cy="219456"/>
          </a:xfrm>
          <a:prstGeom prst="rect">
            <a:avLst/>
          </a:prstGeom>
          <a:noFill/>
          <a:ln/>
        </p:spPr>
        <p:txBody>
          <a:bodyPr wrap="square" lIns="0" tIns="0" rIns="0" bIns="0" rtlCol="0" anchor="t"/>
          <a:lstStyle/>
          <a:p>
            <a:pPr indent="0" marL="0">
              <a:buNone/>
            </a:pPr>
            <a:r>
              <a:rPr lang="en-US" sz="1050" dirty="0">
                <a:solidFill>
                  <a:srgbClr val="1C1A17"/>
                </a:solidFill>
                <a:latin typeface="Bookmania" pitchFamily="34" charset="0"/>
                <a:ea typeface="Bookmania" pitchFamily="34" charset="-122"/>
                <a:cs typeface="Bookmania" pitchFamily="34" charset="-120"/>
              </a:rPr>
              <a:t>The Words</a:t>
            </a:r>
            <a:endParaRPr lang="en-US" sz="1050" dirty="0"/>
          </a:p>
        </p:txBody>
      </p:sp>
      <p:sp>
        <p:nvSpPr>
          <p:cNvPr id="15" name="Text 13"/>
          <p:cNvSpPr txBox="1"/>
          <p:nvPr/>
        </p:nvSpPr>
        <p:spPr>
          <a:xfrm>
            <a:off x="4608576" y="941832"/>
            <a:ext cx="457200" cy="219456"/>
          </a:xfrm>
          <a:prstGeom prst="rect">
            <a:avLst/>
          </a:prstGeom>
          <a:noFill/>
          <a:ln/>
        </p:spPr>
        <p:txBody>
          <a:bodyPr wrap="square" lIns="0" tIns="0" rIns="0" bIns="0" rtlCol="0" anchor="t"/>
          <a:lstStyle/>
          <a:p>
            <a:pPr algn="r" indent="0" marL="0">
              <a:buNone/>
            </a:pPr>
            <a:r>
              <a:rPr lang="en-US" sz="1050" dirty="0">
                <a:solidFill>
                  <a:srgbClr val="5E574C"/>
                </a:solidFill>
                <a:latin typeface="Bookmania" pitchFamily="34" charset="0"/>
                <a:ea typeface="Bookmania" pitchFamily="34" charset="-122"/>
                <a:cs typeface="Bookmania" pitchFamily="34" charset="-120"/>
              </a:rPr>
              <a:t>39</a:t>
            </a:r>
            <a:endParaRPr lang="en-US" sz="1050" dirty="0"/>
          </a:p>
        </p:txBody>
      </p:sp>
      <p:sp>
        <p:nvSpPr>
          <p:cNvPr id="16" name="Text 14"/>
          <p:cNvSpPr txBox="1"/>
          <p:nvPr/>
        </p:nvSpPr>
        <p:spPr>
          <a:xfrm>
            <a:off x="1956816" y="1188720"/>
            <a:ext cx="548640" cy="219456"/>
          </a:xfrm>
          <a:prstGeom prst="rect">
            <a:avLst/>
          </a:prstGeom>
          <a:noFill/>
          <a:ln/>
        </p:spPr>
        <p:txBody>
          <a:bodyPr wrap="square" lIns="0" tIns="0" rIns="0" bIns="0" rtlCol="0" anchor="t"/>
          <a:lstStyle/>
          <a:p>
            <a:pPr indent="0" marL="0">
              <a:buNone/>
            </a:pPr>
            <a:r>
              <a:rPr lang="en-US" sz="1050" dirty="0">
                <a:solidFill>
                  <a:srgbClr val="5E574C"/>
                </a:solidFill>
                <a:latin typeface="Bookmania" pitchFamily="34" charset="0"/>
                <a:ea typeface="Bookmania" pitchFamily="34" charset="-122"/>
                <a:cs typeface="Bookmania" pitchFamily="34" charset="-120"/>
              </a:rPr>
              <a:t>7.3</a:t>
            </a:r>
            <a:endParaRPr lang="en-US" sz="1050" dirty="0"/>
          </a:p>
        </p:txBody>
      </p:sp>
      <p:sp>
        <p:nvSpPr>
          <p:cNvPr id="17" name="Text 15"/>
          <p:cNvSpPr txBox="1"/>
          <p:nvPr/>
        </p:nvSpPr>
        <p:spPr>
          <a:xfrm>
            <a:off x="2615184" y="1188720"/>
            <a:ext cx="2103120" cy="219456"/>
          </a:xfrm>
          <a:prstGeom prst="rect">
            <a:avLst/>
          </a:prstGeom>
          <a:noFill/>
          <a:ln/>
        </p:spPr>
        <p:txBody>
          <a:bodyPr wrap="square" lIns="0" tIns="0" rIns="0" bIns="0" rtlCol="0" anchor="t"/>
          <a:lstStyle/>
          <a:p>
            <a:pPr indent="0" marL="0">
              <a:buNone/>
            </a:pPr>
            <a:r>
              <a:rPr lang="en-US" sz="1050" dirty="0">
                <a:solidFill>
                  <a:srgbClr val="1C1A17"/>
                </a:solidFill>
                <a:latin typeface="Bookmania" pitchFamily="34" charset="0"/>
                <a:ea typeface="Bookmania" pitchFamily="34" charset="-122"/>
                <a:cs typeface="Bookmania" pitchFamily="34" charset="-120"/>
              </a:rPr>
              <a:t>Stationery</a:t>
            </a:r>
            <a:endParaRPr lang="en-US" sz="1050" dirty="0"/>
          </a:p>
        </p:txBody>
      </p:sp>
      <p:sp>
        <p:nvSpPr>
          <p:cNvPr id="18" name="Text 16"/>
          <p:cNvSpPr txBox="1"/>
          <p:nvPr/>
        </p:nvSpPr>
        <p:spPr>
          <a:xfrm>
            <a:off x="4608576" y="1188720"/>
            <a:ext cx="457200" cy="219456"/>
          </a:xfrm>
          <a:prstGeom prst="rect">
            <a:avLst/>
          </a:prstGeom>
          <a:noFill/>
          <a:ln/>
        </p:spPr>
        <p:txBody>
          <a:bodyPr wrap="square" lIns="0" tIns="0" rIns="0" bIns="0" rtlCol="0" anchor="t"/>
          <a:lstStyle/>
          <a:p>
            <a:pPr algn="r" indent="0" marL="0">
              <a:buNone/>
            </a:pPr>
            <a:r>
              <a:rPr lang="en-US" sz="1050" dirty="0">
                <a:solidFill>
                  <a:srgbClr val="5E574C"/>
                </a:solidFill>
                <a:latin typeface="Bookmania" pitchFamily="34" charset="0"/>
                <a:ea typeface="Bookmania" pitchFamily="34" charset="-122"/>
                <a:cs typeface="Bookmania" pitchFamily="34" charset="-120"/>
              </a:rPr>
              <a:t>40</a:t>
            </a:r>
            <a:endParaRPr lang="en-US" sz="1050" dirty="0"/>
          </a:p>
        </p:txBody>
      </p:sp>
      <p:sp>
        <p:nvSpPr>
          <p:cNvPr id="19" name="Text 17"/>
          <p:cNvSpPr txBox="1"/>
          <p:nvPr/>
        </p:nvSpPr>
        <p:spPr>
          <a:xfrm>
            <a:off x="1956816" y="1435608"/>
            <a:ext cx="548640" cy="219456"/>
          </a:xfrm>
          <a:prstGeom prst="rect">
            <a:avLst/>
          </a:prstGeom>
          <a:noFill/>
          <a:ln/>
        </p:spPr>
        <p:txBody>
          <a:bodyPr wrap="square" lIns="0" tIns="0" rIns="0" bIns="0" rtlCol="0" anchor="t"/>
          <a:lstStyle/>
          <a:p>
            <a:pPr indent="0" marL="0">
              <a:buNone/>
            </a:pPr>
            <a:r>
              <a:rPr lang="en-US" sz="1050" dirty="0">
                <a:solidFill>
                  <a:srgbClr val="5E574C"/>
                </a:solidFill>
                <a:latin typeface="Bookmania" pitchFamily="34" charset="0"/>
                <a:ea typeface="Bookmania" pitchFamily="34" charset="-122"/>
                <a:cs typeface="Bookmania" pitchFamily="34" charset="-120"/>
              </a:rPr>
              <a:t>7.4</a:t>
            </a:r>
            <a:endParaRPr lang="en-US" sz="1050" dirty="0"/>
          </a:p>
        </p:txBody>
      </p:sp>
      <p:sp>
        <p:nvSpPr>
          <p:cNvPr id="20" name="Text 18"/>
          <p:cNvSpPr txBox="1"/>
          <p:nvPr/>
        </p:nvSpPr>
        <p:spPr>
          <a:xfrm>
            <a:off x="2615184" y="1435608"/>
            <a:ext cx="2103120" cy="219456"/>
          </a:xfrm>
          <a:prstGeom prst="rect">
            <a:avLst/>
          </a:prstGeom>
          <a:noFill/>
          <a:ln/>
        </p:spPr>
        <p:txBody>
          <a:bodyPr wrap="square" lIns="0" tIns="0" rIns="0" bIns="0" rtlCol="0" anchor="t"/>
          <a:lstStyle/>
          <a:p>
            <a:pPr indent="0" marL="0">
              <a:buNone/>
            </a:pPr>
            <a:r>
              <a:rPr lang="en-US" sz="1050" dirty="0">
                <a:solidFill>
                  <a:srgbClr val="1C1A17"/>
                </a:solidFill>
                <a:latin typeface="Bookmania" pitchFamily="34" charset="0"/>
                <a:ea typeface="Bookmania" pitchFamily="34" charset="-122"/>
                <a:cs typeface="Bookmania" pitchFamily="34" charset="-120"/>
              </a:rPr>
              <a:t>Digital</a:t>
            </a:r>
            <a:endParaRPr lang="en-US" sz="1050" dirty="0"/>
          </a:p>
        </p:txBody>
      </p:sp>
      <p:sp>
        <p:nvSpPr>
          <p:cNvPr id="21" name="Text 19"/>
          <p:cNvSpPr txBox="1"/>
          <p:nvPr/>
        </p:nvSpPr>
        <p:spPr>
          <a:xfrm>
            <a:off x="4608576" y="1435608"/>
            <a:ext cx="457200" cy="219456"/>
          </a:xfrm>
          <a:prstGeom prst="rect">
            <a:avLst/>
          </a:prstGeom>
          <a:noFill/>
          <a:ln/>
        </p:spPr>
        <p:txBody>
          <a:bodyPr wrap="square" lIns="0" tIns="0" rIns="0" bIns="0" rtlCol="0" anchor="t"/>
          <a:lstStyle/>
          <a:p>
            <a:pPr algn="r" indent="0" marL="0">
              <a:buNone/>
            </a:pPr>
            <a:r>
              <a:rPr lang="en-US" sz="1050" dirty="0">
                <a:solidFill>
                  <a:srgbClr val="5E574C"/>
                </a:solidFill>
                <a:latin typeface="Bookmania" pitchFamily="34" charset="0"/>
                <a:ea typeface="Bookmania" pitchFamily="34" charset="-122"/>
                <a:cs typeface="Bookmania" pitchFamily="34" charset="-120"/>
              </a:rPr>
              <a:t>41</a:t>
            </a:r>
            <a:endParaRPr lang="en-US" sz="1050" dirty="0"/>
          </a:p>
        </p:txBody>
      </p:sp>
      <p:sp>
        <p:nvSpPr>
          <p:cNvPr id="22" name="Shape 20"/>
          <p:cNvSpPr/>
          <p:nvPr/>
        </p:nvSpPr>
        <p:spPr>
          <a:xfrm>
            <a:off x="5440680" y="274320"/>
            <a:ext cx="0" cy="6309360"/>
          </a:xfrm>
          <a:prstGeom prst="line">
            <a:avLst/>
          </a:prstGeom>
          <a:noFill/>
          <a:ln w="9525">
            <a:solidFill>
              <a:srgbClr val="BDB4A2"/>
            </a:solidFill>
            <a:prstDash val="solid"/>
          </a:ln>
        </p:spPr>
      </p:sp>
      <p:sp>
        <p:nvSpPr>
          <p:cNvPr id="23" name="Text 21"/>
          <p:cNvSpPr txBox="1"/>
          <p:nvPr/>
        </p:nvSpPr>
        <p:spPr>
          <a:xfrm>
            <a:off x="5943600" y="1417320"/>
            <a:ext cx="5669280" cy="4023360"/>
          </a:xfrm>
          <a:prstGeom prst="rect">
            <a:avLst/>
          </a:prstGeom>
          <a:noFill/>
          <a:ln/>
        </p:spPr>
        <p:txBody>
          <a:bodyPr wrap="square" lIns="0" tIns="0" rIns="0" bIns="0" rtlCol="0" anchor="ctr"/>
          <a:lstStyle/>
          <a:p>
            <a:pPr algn="ctr" indent="0" marL="0">
              <a:buNone/>
            </a:pPr>
            <a:r>
              <a:rPr lang="en-US" sz="19000" dirty="0">
                <a:solidFill>
                  <a:srgbClr val="0F0F10"/>
                </a:solidFill>
                <a:latin typeface="Bookmania" pitchFamily="34" charset="0"/>
                <a:ea typeface="Bookmania" pitchFamily="34" charset="-122"/>
                <a:cs typeface="Bookmania" pitchFamily="34" charset="-120"/>
              </a:rPr>
              <a:t>VII</a:t>
            </a:r>
            <a:endParaRPr lang="en-US" sz="19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566928" y="274320"/>
            <a:ext cx="0" cy="6309360"/>
          </a:xfrm>
          <a:prstGeom prst="line">
            <a:avLst/>
          </a:prstGeom>
          <a:noFill/>
          <a:ln w="9525">
            <a:solidFill>
              <a:srgbClr val="BDB4A2"/>
            </a:solidFill>
            <a:prstDash val="solid"/>
          </a:ln>
        </p:spPr>
      </p:sp>
      <p:sp>
        <p:nvSpPr>
          <p:cNvPr id="3" name="Text 1"/>
          <p:cNvSpPr txBox="1"/>
          <p:nvPr/>
        </p:nvSpPr>
        <p:spPr>
          <a:xfrm rot="16200000">
            <a:off x="9144" y="256032"/>
            <a:ext cx="457200" cy="274320"/>
          </a:xfrm>
          <a:prstGeom prst="rect">
            <a:avLst/>
          </a:prstGeom>
          <a:noFill/>
          <a:ln/>
        </p:spPr>
        <p:txBody>
          <a:bodyPr wrap="none" lIns="0" tIns="0" rIns="0" bIns="0" rtlCol="0" anchor="ctr"/>
          <a:lstStyle/>
          <a:p>
            <a:pPr algn="ctr" indent="0" marL="0">
              <a:buNone/>
            </a:pPr>
            <a:r>
              <a:rPr lang="en-US" sz="700" spc="160" kern="0" dirty="0">
                <a:solidFill>
                  <a:srgbClr val="7A7264"/>
                </a:solidFill>
                <a:latin typeface="Manrope" pitchFamily="34" charset="0"/>
                <a:ea typeface="Manrope" pitchFamily="34" charset="-122"/>
                <a:cs typeface="Manrope" pitchFamily="34" charset="-120"/>
              </a:rPr>
              <a:t>038</a:t>
            </a:r>
            <a:endParaRPr lang="en-US" sz="700" dirty="0"/>
          </a:p>
        </p:txBody>
      </p:sp>
      <p:sp>
        <p:nvSpPr>
          <p:cNvPr id="4" name="Text 2"/>
          <p:cNvSpPr txBox="1"/>
          <p:nvPr/>
        </p:nvSpPr>
        <p:spPr>
          <a:xfrm rot="16200000">
            <a:off x="-950976" y="5257800"/>
            <a:ext cx="2377440" cy="274320"/>
          </a:xfrm>
          <a:prstGeom prst="rect">
            <a:avLst/>
          </a:prstGeom>
          <a:noFill/>
          <a:ln/>
        </p:spPr>
        <p:txBody>
          <a:bodyPr wrap="none" lIns="0" tIns="0" rIns="0" bIns="0" rtlCol="0" anchor="ctr"/>
          <a:lstStyle/>
          <a:p>
            <a:pPr algn="l" indent="0" marL="0">
              <a:buNone/>
            </a:pPr>
            <a:r>
              <a:rPr lang="en-US" sz="700" spc="160" kern="0" dirty="0">
                <a:solidFill>
                  <a:srgbClr val="7A7264"/>
                </a:solidFill>
                <a:latin typeface="Manrope" pitchFamily="34" charset="0"/>
                <a:ea typeface="Manrope" pitchFamily="34" charset="-122"/>
                <a:cs typeface="Manrope" pitchFamily="34" charset="-120"/>
              </a:rPr>
              <a:t>THE IDENTITY BOOK</a:t>
            </a:r>
            <a:endParaRPr lang="en-US" sz="700" dirty="0"/>
          </a:p>
        </p:txBody>
      </p:sp>
      <p:sp>
        <p:nvSpPr>
          <p:cNvPr id="5" name="Shape 3"/>
          <p:cNvSpPr/>
          <p:nvPr/>
        </p:nvSpPr>
        <p:spPr>
          <a:xfrm>
            <a:off x="3474720" y="274320"/>
            <a:ext cx="0" cy="6309360"/>
          </a:xfrm>
          <a:prstGeom prst="line">
            <a:avLst/>
          </a:prstGeom>
          <a:noFill/>
          <a:ln w="9525">
            <a:solidFill>
              <a:srgbClr val="BDB4A2"/>
            </a:solidFill>
            <a:prstDash val="solid"/>
          </a:ln>
        </p:spPr>
      </p:sp>
      <p:sp>
        <p:nvSpPr>
          <p:cNvPr id="6" name="Text 4"/>
          <p:cNvSpPr txBox="1"/>
          <p:nvPr/>
        </p:nvSpPr>
        <p:spPr>
          <a:xfrm>
            <a:off x="749808" y="292608"/>
            <a:ext cx="2619756" cy="201168"/>
          </a:xfrm>
          <a:prstGeom prst="rect">
            <a:avLst/>
          </a:prstGeom>
          <a:noFill/>
          <a:ln/>
        </p:spPr>
        <p:txBody>
          <a:bodyPr wrap="square" lIns="0" tIns="0" rIns="0" bIns="0" rtlCol="0" anchor="t"/>
          <a:lstStyle/>
          <a:p>
            <a:pPr indent="0" marL="0">
              <a:buNone/>
            </a:pPr>
            <a:r>
              <a:rPr lang="en-US" sz="900" b="1" spc="180" kern="0" dirty="0">
                <a:solidFill>
                  <a:srgbClr val="0F0F10"/>
                </a:solidFill>
                <a:latin typeface="Manrope" pitchFamily="34" charset="0"/>
                <a:ea typeface="Manrope" pitchFamily="34" charset="-122"/>
                <a:cs typeface="Manrope" pitchFamily="34" charset="-120"/>
              </a:rPr>
              <a:t>7.1  THE JOURNEY</a:t>
            </a:r>
            <a:endParaRPr lang="en-US" sz="900" dirty="0"/>
          </a:p>
        </p:txBody>
      </p:sp>
      <p:sp>
        <p:nvSpPr>
          <p:cNvPr id="7" name="Text 5"/>
          <p:cNvSpPr txBox="1"/>
          <p:nvPr/>
        </p:nvSpPr>
        <p:spPr>
          <a:xfrm>
            <a:off x="749808" y="694944"/>
            <a:ext cx="2619756" cy="3840480"/>
          </a:xfrm>
          <a:prstGeom prst="rect">
            <a:avLst/>
          </a:prstGeom>
          <a:noFill/>
          <a:ln/>
        </p:spPr>
        <p:txBody>
          <a:bodyPr wrap="square" lIns="0" tIns="0" rIns="0" bIns="0" rtlCol="0" anchor="t"/>
          <a:lstStyle/>
          <a:p>
            <a:pPr indent="0" marL="0">
              <a:lnSpc>
                <a:spcPct val="142000"/>
              </a:lnSpc>
              <a:buNone/>
            </a:pPr>
            <a:r>
              <a:rPr lang="en-US" sz="1150" dirty="0">
                <a:solidFill>
                  <a:srgbClr val="1C1A17"/>
                </a:solidFill>
                <a:latin typeface="Bookmania" pitchFamily="34" charset="0"/>
                <a:ea typeface="Bookmania" pitchFamily="34" charset="-122"/>
                <a:cs typeface="Bookmania" pitchFamily="34" charset="-120"/>
              </a:rPr>
              <a:t>Five moments, for five points. Service is the work done well; hospitality is how it feels to receive it. We compete on both, and only one of them is rare in this market.</a:t>
            </a:r>
            <a:endParaRPr lang="en-US" sz="1150" dirty="0"/>
          </a:p>
        </p:txBody>
      </p:sp>
      <p:sp>
        <p:nvSpPr>
          <p:cNvPr id="8" name="Text 6"/>
          <p:cNvSpPr txBox="1"/>
          <p:nvPr/>
        </p:nvSpPr>
        <p:spPr>
          <a:xfrm>
            <a:off x="749808" y="5166360"/>
            <a:ext cx="2619756" cy="1417320"/>
          </a:xfrm>
          <a:prstGeom prst="rect">
            <a:avLst/>
          </a:prstGeom>
          <a:noFill/>
          <a:ln/>
        </p:spPr>
        <p:txBody>
          <a:bodyPr wrap="square" lIns="0" tIns="0" rIns="0" bIns="0" rtlCol="0" anchor="t"/>
          <a:lstStyle/>
          <a:p>
            <a:pPr indent="0" marL="0">
              <a:lnSpc>
                <a:spcPct val="140000"/>
              </a:lnSpc>
              <a:buNone/>
            </a:pPr>
            <a:r>
              <a:rPr lang="en-US" sz="950" dirty="0">
                <a:solidFill>
                  <a:srgbClr val="5E574C"/>
                </a:solidFill>
                <a:latin typeface="Manrope" pitchFamily="34" charset="0"/>
                <a:ea typeface="Manrope" pitchFamily="34" charset="-122"/>
                <a:cs typeface="Manrope" pitchFamily="34" charset="-120"/>
              </a:rPr>
              <a:t>Rigorous on ninety-five per cent so five per cent can be spent unreasonably. Gestures come from the hospitality log on the card of that owner — one size fits one, never a standard list.</a:t>
            </a:r>
            <a:endParaRPr lang="en-US" sz="950" dirty="0"/>
          </a:p>
        </p:txBody>
      </p:sp>
      <p:sp>
        <p:nvSpPr>
          <p:cNvPr id="9" name="Shape 7"/>
          <p:cNvSpPr/>
          <p:nvPr/>
        </p:nvSpPr>
        <p:spPr>
          <a:xfrm>
            <a:off x="3611880" y="274320"/>
            <a:ext cx="1490472" cy="54864"/>
          </a:xfrm>
          <a:prstGeom prst="rect">
            <a:avLst/>
          </a:prstGeom>
          <a:solidFill>
            <a:srgbClr val="D96E6E"/>
          </a:solidFill>
          <a:ln/>
        </p:spPr>
      </p:sp>
      <p:sp>
        <p:nvSpPr>
          <p:cNvPr id="10" name="Text 8"/>
          <p:cNvSpPr txBox="1"/>
          <p:nvPr/>
        </p:nvSpPr>
        <p:spPr>
          <a:xfrm>
            <a:off x="3611880" y="512064"/>
            <a:ext cx="1490472" cy="201168"/>
          </a:xfrm>
          <a:prstGeom prst="rect">
            <a:avLst/>
          </a:prstGeom>
          <a:noFill/>
          <a:ln/>
        </p:spPr>
        <p:txBody>
          <a:bodyPr wrap="square" lIns="0" tIns="0" rIns="0" bIns="0" rtlCol="0" anchor="t"/>
          <a:lstStyle/>
          <a:p>
            <a:pPr indent="0" marL="0">
              <a:buNone/>
            </a:pPr>
            <a:r>
              <a:rPr lang="en-US" sz="700" b="1" spc="180" kern="0" dirty="0">
                <a:solidFill>
                  <a:srgbClr val="A72C2C"/>
                </a:solidFill>
                <a:latin typeface="Manrope" pitchFamily="34" charset="0"/>
                <a:ea typeface="Manrope" pitchFamily="34" charset="-122"/>
                <a:cs typeface="Manrope" pitchFamily="34" charset="-120"/>
              </a:rPr>
              <a:t>01</a:t>
            </a:r>
            <a:endParaRPr lang="en-US" sz="700" dirty="0"/>
          </a:p>
        </p:txBody>
      </p:sp>
      <p:sp>
        <p:nvSpPr>
          <p:cNvPr id="11" name="Text 9"/>
          <p:cNvSpPr txBox="1"/>
          <p:nvPr/>
        </p:nvSpPr>
        <p:spPr>
          <a:xfrm>
            <a:off x="3611880" y="804672"/>
            <a:ext cx="1490472" cy="731520"/>
          </a:xfrm>
          <a:prstGeom prst="rect">
            <a:avLst/>
          </a:prstGeom>
          <a:noFill/>
          <a:ln/>
        </p:spPr>
        <p:txBody>
          <a:bodyPr wrap="square" lIns="0" tIns="0" rIns="0" bIns="0" rtlCol="0" anchor="t"/>
          <a:lstStyle/>
          <a:p>
            <a:pPr indent="0" marL="0">
              <a:lnSpc>
                <a:spcPct val="112000"/>
              </a:lnSpc>
              <a:buNone/>
            </a:pPr>
            <a:r>
              <a:rPr lang="en-US" sz="1500" dirty="0">
                <a:solidFill>
                  <a:srgbClr val="0F0F10"/>
                </a:solidFill>
                <a:latin typeface="Bookmania" pitchFamily="34" charset="0"/>
                <a:ea typeface="Bookmania" pitchFamily="34" charset="-122"/>
                <a:cs typeface="Bookmania" pitchFamily="34" charset="-120"/>
              </a:rPr>
              <a:t>The first call</a:t>
            </a:r>
            <a:endParaRPr lang="en-US" sz="1500" dirty="0"/>
          </a:p>
        </p:txBody>
      </p:sp>
      <p:sp>
        <p:nvSpPr>
          <p:cNvPr id="12" name="Text 10"/>
          <p:cNvSpPr txBox="1"/>
          <p:nvPr/>
        </p:nvSpPr>
        <p:spPr>
          <a:xfrm>
            <a:off x="3611880" y="1645920"/>
            <a:ext cx="1490472" cy="2743200"/>
          </a:xfrm>
          <a:prstGeom prst="rect">
            <a:avLst/>
          </a:prstGeom>
          <a:noFill/>
          <a:ln/>
        </p:spPr>
        <p:txBody>
          <a:bodyPr wrap="square" lIns="0" tIns="0" rIns="0" bIns="0" rtlCol="0" anchor="t"/>
          <a:lstStyle/>
          <a:p>
            <a:pPr indent="0" marL="0">
              <a:lnSpc>
                <a:spcPct val="146000"/>
              </a:lnSpc>
              <a:buNone/>
            </a:pPr>
            <a:r>
              <a:rPr lang="en-US" sz="950" dirty="0">
                <a:solidFill>
                  <a:srgbClr val="1C1A17"/>
                </a:solidFill>
                <a:latin typeface="Manrope" pitchFamily="34" charset="0"/>
                <a:ea typeface="Manrope" pitchFamily="34" charset="-122"/>
                <a:cs typeface="Manrope" pitchFamily="34" charset="-120"/>
              </a:rPr>
              <a:t>Thirty minutes, no fee, on your operation. You leave with a plain account of where the work is getting lost, whether or not you go on.</a:t>
            </a:r>
            <a:endParaRPr lang="en-US" sz="950" dirty="0"/>
          </a:p>
        </p:txBody>
      </p:sp>
      <p:sp>
        <p:nvSpPr>
          <p:cNvPr id="13" name="Shape 11"/>
          <p:cNvSpPr/>
          <p:nvPr/>
        </p:nvSpPr>
        <p:spPr>
          <a:xfrm>
            <a:off x="5266944" y="274320"/>
            <a:ext cx="1490472" cy="54864"/>
          </a:xfrm>
          <a:prstGeom prst="rect">
            <a:avLst/>
          </a:prstGeom>
          <a:solidFill>
            <a:srgbClr val="8AACD9"/>
          </a:solidFill>
          <a:ln/>
        </p:spPr>
      </p:sp>
      <p:sp>
        <p:nvSpPr>
          <p:cNvPr id="14" name="Text 12"/>
          <p:cNvSpPr txBox="1"/>
          <p:nvPr/>
        </p:nvSpPr>
        <p:spPr>
          <a:xfrm>
            <a:off x="5266944" y="512064"/>
            <a:ext cx="1490472" cy="201168"/>
          </a:xfrm>
          <a:prstGeom prst="rect">
            <a:avLst/>
          </a:prstGeom>
          <a:noFill/>
          <a:ln/>
        </p:spPr>
        <p:txBody>
          <a:bodyPr wrap="square" lIns="0" tIns="0" rIns="0" bIns="0" rtlCol="0" anchor="t"/>
          <a:lstStyle/>
          <a:p>
            <a:pPr indent="0" marL="0">
              <a:buNone/>
            </a:pPr>
            <a:r>
              <a:rPr lang="en-US" sz="700" b="1" spc="180" kern="0" dirty="0">
                <a:solidFill>
                  <a:srgbClr val="305A92"/>
                </a:solidFill>
                <a:latin typeface="Manrope" pitchFamily="34" charset="0"/>
                <a:ea typeface="Manrope" pitchFamily="34" charset="-122"/>
                <a:cs typeface="Manrope" pitchFamily="34" charset="-120"/>
              </a:rPr>
              <a:t>02</a:t>
            </a:r>
            <a:endParaRPr lang="en-US" sz="700" dirty="0"/>
          </a:p>
        </p:txBody>
      </p:sp>
      <p:sp>
        <p:nvSpPr>
          <p:cNvPr id="15" name="Text 13"/>
          <p:cNvSpPr txBox="1"/>
          <p:nvPr/>
        </p:nvSpPr>
        <p:spPr>
          <a:xfrm>
            <a:off x="5266944" y="804672"/>
            <a:ext cx="1490472" cy="731520"/>
          </a:xfrm>
          <a:prstGeom prst="rect">
            <a:avLst/>
          </a:prstGeom>
          <a:noFill/>
          <a:ln/>
        </p:spPr>
        <p:txBody>
          <a:bodyPr wrap="square" lIns="0" tIns="0" rIns="0" bIns="0" rtlCol="0" anchor="t"/>
          <a:lstStyle/>
          <a:p>
            <a:pPr indent="0" marL="0">
              <a:lnSpc>
                <a:spcPct val="112000"/>
              </a:lnSpc>
              <a:buNone/>
            </a:pPr>
            <a:r>
              <a:rPr lang="en-US" sz="1500" dirty="0">
                <a:solidFill>
                  <a:srgbClr val="0F0F10"/>
                </a:solidFill>
                <a:latin typeface="Bookmania" pitchFamily="34" charset="0"/>
                <a:ea typeface="Bookmania" pitchFamily="34" charset="-122"/>
                <a:cs typeface="Bookmania" pitchFamily="34" charset="-120"/>
              </a:rPr>
              <a:t>The plan</a:t>
            </a:r>
            <a:endParaRPr lang="en-US" sz="1500" dirty="0"/>
          </a:p>
        </p:txBody>
      </p:sp>
      <p:sp>
        <p:nvSpPr>
          <p:cNvPr id="16" name="Text 14"/>
          <p:cNvSpPr txBox="1"/>
          <p:nvPr/>
        </p:nvSpPr>
        <p:spPr>
          <a:xfrm>
            <a:off x="5266944" y="1645920"/>
            <a:ext cx="1490472" cy="2743200"/>
          </a:xfrm>
          <a:prstGeom prst="rect">
            <a:avLst/>
          </a:prstGeom>
          <a:noFill/>
          <a:ln/>
        </p:spPr>
        <p:txBody>
          <a:bodyPr wrap="square" lIns="0" tIns="0" rIns="0" bIns="0" rtlCol="0" anchor="t"/>
          <a:lstStyle/>
          <a:p>
            <a:pPr indent="0" marL="0">
              <a:lnSpc>
                <a:spcPct val="146000"/>
              </a:lnSpc>
              <a:buNone/>
            </a:pPr>
            <a:r>
              <a:rPr lang="en-US" sz="950" dirty="0">
                <a:solidFill>
                  <a:srgbClr val="1C1A17"/>
                </a:solidFill>
                <a:latin typeface="Manrope" pitchFamily="34" charset="0"/>
                <a:ea typeface="Manrope" pitchFamily="34" charset="-122"/>
                <a:cs typeface="Manrope" pitchFamily="34" charset="-120"/>
              </a:rPr>
              <a:t>One page. Two prices — the cost of yes and the cost of no. Nothing you have to be taught to read.</a:t>
            </a:r>
            <a:endParaRPr lang="en-US" sz="950" dirty="0"/>
          </a:p>
        </p:txBody>
      </p:sp>
      <p:sp>
        <p:nvSpPr>
          <p:cNvPr id="17" name="Shape 15"/>
          <p:cNvSpPr/>
          <p:nvPr/>
        </p:nvSpPr>
        <p:spPr>
          <a:xfrm>
            <a:off x="6922008" y="274320"/>
            <a:ext cx="1490472" cy="54864"/>
          </a:xfrm>
          <a:prstGeom prst="rect">
            <a:avLst/>
          </a:prstGeom>
          <a:solidFill>
            <a:srgbClr val="F8DC55"/>
          </a:solidFill>
          <a:ln/>
        </p:spPr>
      </p:sp>
      <p:sp>
        <p:nvSpPr>
          <p:cNvPr id="18" name="Text 16"/>
          <p:cNvSpPr txBox="1"/>
          <p:nvPr/>
        </p:nvSpPr>
        <p:spPr>
          <a:xfrm>
            <a:off x="6922008" y="512064"/>
            <a:ext cx="1490472" cy="201168"/>
          </a:xfrm>
          <a:prstGeom prst="rect">
            <a:avLst/>
          </a:prstGeom>
          <a:noFill/>
          <a:ln/>
        </p:spPr>
        <p:txBody>
          <a:bodyPr wrap="square" lIns="0" tIns="0" rIns="0" bIns="0" rtlCol="0" anchor="t"/>
          <a:lstStyle/>
          <a:p>
            <a:pPr indent="0" marL="0">
              <a:buNone/>
            </a:pPr>
            <a:r>
              <a:rPr lang="en-US" sz="700" b="1" spc="180" kern="0" dirty="0">
                <a:solidFill>
                  <a:srgbClr val="695804"/>
                </a:solidFill>
                <a:latin typeface="Manrope" pitchFamily="34" charset="0"/>
                <a:ea typeface="Manrope" pitchFamily="34" charset="-122"/>
                <a:cs typeface="Manrope" pitchFamily="34" charset="-120"/>
              </a:rPr>
              <a:t>03</a:t>
            </a:r>
            <a:endParaRPr lang="en-US" sz="700" dirty="0"/>
          </a:p>
        </p:txBody>
      </p:sp>
      <p:sp>
        <p:nvSpPr>
          <p:cNvPr id="19" name="Text 17"/>
          <p:cNvSpPr txBox="1"/>
          <p:nvPr/>
        </p:nvSpPr>
        <p:spPr>
          <a:xfrm>
            <a:off x="6922008" y="804672"/>
            <a:ext cx="1490472" cy="731520"/>
          </a:xfrm>
          <a:prstGeom prst="rect">
            <a:avLst/>
          </a:prstGeom>
          <a:noFill/>
          <a:ln/>
        </p:spPr>
        <p:txBody>
          <a:bodyPr wrap="square" lIns="0" tIns="0" rIns="0" bIns="0" rtlCol="0" anchor="t"/>
          <a:lstStyle/>
          <a:p>
            <a:pPr indent="0" marL="0">
              <a:lnSpc>
                <a:spcPct val="112000"/>
              </a:lnSpc>
              <a:buNone/>
            </a:pPr>
            <a:r>
              <a:rPr lang="en-US" sz="1500" dirty="0">
                <a:solidFill>
                  <a:srgbClr val="0F0F10"/>
                </a:solidFill>
                <a:latin typeface="Bookmania" pitchFamily="34" charset="0"/>
                <a:ea typeface="Bookmania" pitchFamily="34" charset="-122"/>
                <a:cs typeface="Bookmania" pitchFamily="34" charset="-120"/>
              </a:rPr>
              <a:t>The build</a:t>
            </a:r>
            <a:endParaRPr lang="en-US" sz="1500" dirty="0"/>
          </a:p>
        </p:txBody>
      </p:sp>
      <p:sp>
        <p:nvSpPr>
          <p:cNvPr id="20" name="Text 18"/>
          <p:cNvSpPr txBox="1"/>
          <p:nvPr/>
        </p:nvSpPr>
        <p:spPr>
          <a:xfrm>
            <a:off x="6922008" y="1645920"/>
            <a:ext cx="1490472" cy="2743200"/>
          </a:xfrm>
          <a:prstGeom prst="rect">
            <a:avLst/>
          </a:prstGeom>
          <a:noFill/>
          <a:ln/>
        </p:spPr>
        <p:txBody>
          <a:bodyPr wrap="square" lIns="0" tIns="0" rIns="0" bIns="0" rtlCol="0" anchor="t"/>
          <a:lstStyle/>
          <a:p>
            <a:pPr indent="0" marL="0">
              <a:lnSpc>
                <a:spcPct val="146000"/>
              </a:lnSpc>
              <a:buNone/>
            </a:pPr>
            <a:r>
              <a:rPr lang="en-US" sz="950" dirty="0">
                <a:solidFill>
                  <a:srgbClr val="1C1A17"/>
                </a:solidFill>
                <a:latin typeface="Manrope" pitchFamily="34" charset="0"/>
                <a:ea typeface="Manrope" pitchFamily="34" charset="-122"/>
                <a:cs typeface="Manrope" pitchFamily="34" charset="-120"/>
              </a:rPr>
              <a:t>A short word every week and a link to see the work as it grows. No surprises at the end.</a:t>
            </a:r>
            <a:endParaRPr lang="en-US" sz="950" dirty="0"/>
          </a:p>
        </p:txBody>
      </p:sp>
      <p:sp>
        <p:nvSpPr>
          <p:cNvPr id="21" name="Shape 19"/>
          <p:cNvSpPr/>
          <p:nvPr/>
        </p:nvSpPr>
        <p:spPr>
          <a:xfrm>
            <a:off x="8577072" y="274320"/>
            <a:ext cx="1490472" cy="54864"/>
          </a:xfrm>
          <a:prstGeom prst="rect">
            <a:avLst/>
          </a:prstGeom>
          <a:solidFill>
            <a:srgbClr val="A491CD"/>
          </a:solidFill>
          <a:ln/>
        </p:spPr>
      </p:sp>
      <p:sp>
        <p:nvSpPr>
          <p:cNvPr id="22" name="Text 20"/>
          <p:cNvSpPr txBox="1"/>
          <p:nvPr/>
        </p:nvSpPr>
        <p:spPr>
          <a:xfrm>
            <a:off x="8577072" y="512064"/>
            <a:ext cx="1490472" cy="201168"/>
          </a:xfrm>
          <a:prstGeom prst="rect">
            <a:avLst/>
          </a:prstGeom>
          <a:noFill/>
          <a:ln/>
        </p:spPr>
        <p:txBody>
          <a:bodyPr wrap="square" lIns="0" tIns="0" rIns="0" bIns="0" rtlCol="0" anchor="t"/>
          <a:lstStyle/>
          <a:p>
            <a:pPr indent="0" marL="0">
              <a:buNone/>
            </a:pPr>
            <a:r>
              <a:rPr lang="en-US" sz="700" b="1" spc="180" kern="0" dirty="0">
                <a:solidFill>
                  <a:srgbClr val="6549A1"/>
                </a:solidFill>
                <a:latin typeface="Manrope" pitchFamily="34" charset="0"/>
                <a:ea typeface="Manrope" pitchFamily="34" charset="-122"/>
                <a:cs typeface="Manrope" pitchFamily="34" charset="-120"/>
              </a:rPr>
              <a:t>04</a:t>
            </a:r>
            <a:endParaRPr lang="en-US" sz="700" dirty="0"/>
          </a:p>
        </p:txBody>
      </p:sp>
      <p:sp>
        <p:nvSpPr>
          <p:cNvPr id="23" name="Text 21"/>
          <p:cNvSpPr txBox="1"/>
          <p:nvPr/>
        </p:nvSpPr>
        <p:spPr>
          <a:xfrm>
            <a:off x="8577072" y="804672"/>
            <a:ext cx="1490472" cy="731520"/>
          </a:xfrm>
          <a:prstGeom prst="rect">
            <a:avLst/>
          </a:prstGeom>
          <a:noFill/>
          <a:ln/>
        </p:spPr>
        <p:txBody>
          <a:bodyPr wrap="square" lIns="0" tIns="0" rIns="0" bIns="0" rtlCol="0" anchor="t"/>
          <a:lstStyle/>
          <a:p>
            <a:pPr indent="0" marL="0">
              <a:lnSpc>
                <a:spcPct val="112000"/>
              </a:lnSpc>
              <a:buNone/>
            </a:pPr>
            <a:r>
              <a:rPr lang="en-US" sz="1500" dirty="0">
                <a:solidFill>
                  <a:srgbClr val="0F0F10"/>
                </a:solidFill>
                <a:latin typeface="Bookmania" pitchFamily="34" charset="0"/>
                <a:ea typeface="Bookmania" pitchFamily="34" charset="-122"/>
                <a:cs typeface="Bookmania" pitchFamily="34" charset="-120"/>
              </a:rPr>
              <a:t>The keys</a:t>
            </a:r>
            <a:endParaRPr lang="en-US" sz="1500" dirty="0"/>
          </a:p>
        </p:txBody>
      </p:sp>
      <p:sp>
        <p:nvSpPr>
          <p:cNvPr id="24" name="Text 22"/>
          <p:cNvSpPr txBox="1"/>
          <p:nvPr/>
        </p:nvSpPr>
        <p:spPr>
          <a:xfrm>
            <a:off x="8577072" y="1645920"/>
            <a:ext cx="1490472" cy="2743200"/>
          </a:xfrm>
          <a:prstGeom prst="rect">
            <a:avLst/>
          </a:prstGeom>
          <a:noFill/>
          <a:ln/>
        </p:spPr>
        <p:txBody>
          <a:bodyPr wrap="square" lIns="0" tIns="0" rIns="0" bIns="0" rtlCol="0" anchor="t"/>
          <a:lstStyle/>
          <a:p>
            <a:pPr indent="0" marL="0">
              <a:lnSpc>
                <a:spcPct val="146000"/>
              </a:lnSpc>
              <a:buNone/>
            </a:pPr>
            <a:r>
              <a:rPr lang="en-US" sz="950" dirty="0">
                <a:solidFill>
                  <a:srgbClr val="1C1A17"/>
                </a:solidFill>
                <a:latin typeface="Manrope" pitchFamily="34" charset="0"/>
                <a:ea typeface="Manrope" pitchFamily="34" charset="-122"/>
                <a:cs typeface="Manrope" pitchFamily="34" charset="-120"/>
              </a:rPr>
              <a:t>The day it goes live you get everything — the number, the messages, the records, the writing behind them — in one folder with your name on it.</a:t>
            </a:r>
            <a:endParaRPr lang="en-US" sz="950" dirty="0"/>
          </a:p>
        </p:txBody>
      </p:sp>
      <p:sp>
        <p:nvSpPr>
          <p:cNvPr id="25" name="Shape 23"/>
          <p:cNvSpPr/>
          <p:nvPr/>
        </p:nvSpPr>
        <p:spPr>
          <a:xfrm>
            <a:off x="10232136" y="274320"/>
            <a:ext cx="1490472" cy="54864"/>
          </a:xfrm>
          <a:prstGeom prst="rect">
            <a:avLst/>
          </a:prstGeom>
          <a:solidFill>
            <a:srgbClr val="8CBFA6"/>
          </a:solidFill>
          <a:ln/>
        </p:spPr>
      </p:sp>
      <p:sp>
        <p:nvSpPr>
          <p:cNvPr id="26" name="Text 24"/>
          <p:cNvSpPr txBox="1"/>
          <p:nvPr/>
        </p:nvSpPr>
        <p:spPr>
          <a:xfrm>
            <a:off x="10232136" y="512064"/>
            <a:ext cx="1490472" cy="201168"/>
          </a:xfrm>
          <a:prstGeom prst="rect">
            <a:avLst/>
          </a:prstGeom>
          <a:noFill/>
          <a:ln/>
        </p:spPr>
        <p:txBody>
          <a:bodyPr wrap="square" lIns="0" tIns="0" rIns="0" bIns="0" rtlCol="0" anchor="t"/>
          <a:lstStyle/>
          <a:p>
            <a:pPr indent="0" marL="0">
              <a:buNone/>
            </a:pPr>
            <a:r>
              <a:rPr lang="en-US" sz="700" b="1" spc="180" kern="0" dirty="0">
                <a:solidFill>
                  <a:srgbClr val="37624D"/>
                </a:solidFill>
                <a:latin typeface="Manrope" pitchFamily="34" charset="0"/>
                <a:ea typeface="Manrope" pitchFamily="34" charset="-122"/>
                <a:cs typeface="Manrope" pitchFamily="34" charset="-120"/>
              </a:rPr>
              <a:t>05</a:t>
            </a:r>
            <a:endParaRPr lang="en-US" sz="700" dirty="0"/>
          </a:p>
        </p:txBody>
      </p:sp>
      <p:sp>
        <p:nvSpPr>
          <p:cNvPr id="27" name="Text 25"/>
          <p:cNvSpPr txBox="1"/>
          <p:nvPr/>
        </p:nvSpPr>
        <p:spPr>
          <a:xfrm>
            <a:off x="10232136" y="804672"/>
            <a:ext cx="1490472" cy="731520"/>
          </a:xfrm>
          <a:prstGeom prst="rect">
            <a:avLst/>
          </a:prstGeom>
          <a:noFill/>
          <a:ln/>
        </p:spPr>
        <p:txBody>
          <a:bodyPr wrap="square" lIns="0" tIns="0" rIns="0" bIns="0" rtlCol="0" anchor="t"/>
          <a:lstStyle/>
          <a:p>
            <a:pPr indent="0" marL="0">
              <a:lnSpc>
                <a:spcPct val="112000"/>
              </a:lnSpc>
              <a:buNone/>
            </a:pPr>
            <a:r>
              <a:rPr lang="en-US" sz="1500" dirty="0">
                <a:solidFill>
                  <a:srgbClr val="0F0F10"/>
                </a:solidFill>
                <a:latin typeface="Bookmania" pitchFamily="34" charset="0"/>
                <a:ea typeface="Bookmania" pitchFamily="34" charset="-122"/>
                <a:cs typeface="Bookmania" pitchFamily="34" charset="-120"/>
              </a:rPr>
              <a:t>The quarterly call</a:t>
            </a:r>
            <a:endParaRPr lang="en-US" sz="1500" dirty="0"/>
          </a:p>
        </p:txBody>
      </p:sp>
      <p:sp>
        <p:nvSpPr>
          <p:cNvPr id="28" name="Text 26"/>
          <p:cNvSpPr txBox="1"/>
          <p:nvPr/>
        </p:nvSpPr>
        <p:spPr>
          <a:xfrm>
            <a:off x="10232136" y="1645920"/>
            <a:ext cx="1490472" cy="2743200"/>
          </a:xfrm>
          <a:prstGeom prst="rect">
            <a:avLst/>
          </a:prstGeom>
          <a:noFill/>
          <a:ln/>
        </p:spPr>
        <p:txBody>
          <a:bodyPr wrap="square" lIns="0" tIns="0" rIns="0" bIns="0" rtlCol="0" anchor="t"/>
          <a:lstStyle/>
          <a:p>
            <a:pPr indent="0" marL="0">
              <a:lnSpc>
                <a:spcPct val="146000"/>
              </a:lnSpc>
              <a:buNone/>
            </a:pPr>
            <a:r>
              <a:rPr lang="en-US" sz="950" dirty="0">
                <a:solidFill>
                  <a:srgbClr val="1C1A17"/>
                </a:solidFill>
                <a:latin typeface="Manrope" pitchFamily="34" charset="0"/>
                <a:ea typeface="Manrope" pitchFamily="34" charset="-122"/>
                <a:cs typeface="Manrope" pitchFamily="34" charset="-120"/>
              </a:rPr>
              <a:t>What came back, what changed, what is next. The system is yours; we keep it in good order.</a:t>
            </a:r>
            <a:endParaRPr lang="en-US" sz="9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566928" y="274320"/>
            <a:ext cx="0" cy="6309360"/>
          </a:xfrm>
          <a:prstGeom prst="line">
            <a:avLst/>
          </a:prstGeom>
          <a:noFill/>
          <a:ln w="9525">
            <a:solidFill>
              <a:srgbClr val="BDB4A2"/>
            </a:solidFill>
            <a:prstDash val="solid"/>
          </a:ln>
        </p:spPr>
      </p:sp>
      <p:sp>
        <p:nvSpPr>
          <p:cNvPr id="3" name="Text 1"/>
          <p:cNvSpPr txBox="1"/>
          <p:nvPr/>
        </p:nvSpPr>
        <p:spPr>
          <a:xfrm rot="16200000">
            <a:off x="9144" y="256032"/>
            <a:ext cx="457200" cy="274320"/>
          </a:xfrm>
          <a:prstGeom prst="rect">
            <a:avLst/>
          </a:prstGeom>
          <a:noFill/>
          <a:ln/>
        </p:spPr>
        <p:txBody>
          <a:bodyPr wrap="none" lIns="0" tIns="0" rIns="0" bIns="0" rtlCol="0" anchor="ctr"/>
          <a:lstStyle/>
          <a:p>
            <a:pPr algn="ctr" indent="0" marL="0">
              <a:buNone/>
            </a:pPr>
            <a:r>
              <a:rPr lang="en-US" sz="700" spc="160" kern="0" dirty="0">
                <a:solidFill>
                  <a:srgbClr val="7A7264"/>
                </a:solidFill>
                <a:latin typeface="Manrope" pitchFamily="34" charset="0"/>
                <a:ea typeface="Manrope" pitchFamily="34" charset="-122"/>
                <a:cs typeface="Manrope" pitchFamily="34" charset="-120"/>
              </a:rPr>
              <a:t>039</a:t>
            </a:r>
            <a:endParaRPr lang="en-US" sz="700" dirty="0"/>
          </a:p>
        </p:txBody>
      </p:sp>
      <p:sp>
        <p:nvSpPr>
          <p:cNvPr id="4" name="Text 2"/>
          <p:cNvSpPr txBox="1"/>
          <p:nvPr/>
        </p:nvSpPr>
        <p:spPr>
          <a:xfrm rot="16200000">
            <a:off x="-950976" y="5257800"/>
            <a:ext cx="2377440" cy="274320"/>
          </a:xfrm>
          <a:prstGeom prst="rect">
            <a:avLst/>
          </a:prstGeom>
          <a:noFill/>
          <a:ln/>
        </p:spPr>
        <p:txBody>
          <a:bodyPr wrap="none" lIns="0" tIns="0" rIns="0" bIns="0" rtlCol="0" anchor="ctr"/>
          <a:lstStyle/>
          <a:p>
            <a:pPr algn="l" indent="0" marL="0">
              <a:buNone/>
            </a:pPr>
            <a:r>
              <a:rPr lang="en-US" sz="700" spc="160" kern="0" dirty="0">
                <a:solidFill>
                  <a:srgbClr val="7A7264"/>
                </a:solidFill>
                <a:latin typeface="Manrope" pitchFamily="34" charset="0"/>
                <a:ea typeface="Manrope" pitchFamily="34" charset="-122"/>
                <a:cs typeface="Manrope" pitchFamily="34" charset="-120"/>
              </a:rPr>
              <a:t>THE IDENTITY BOOK</a:t>
            </a:r>
            <a:endParaRPr lang="en-US" sz="700" dirty="0"/>
          </a:p>
        </p:txBody>
      </p:sp>
      <p:sp>
        <p:nvSpPr>
          <p:cNvPr id="5" name="Shape 3"/>
          <p:cNvSpPr/>
          <p:nvPr/>
        </p:nvSpPr>
        <p:spPr>
          <a:xfrm>
            <a:off x="3474720" y="274320"/>
            <a:ext cx="0" cy="6309360"/>
          </a:xfrm>
          <a:prstGeom prst="line">
            <a:avLst/>
          </a:prstGeom>
          <a:noFill/>
          <a:ln w="9525">
            <a:solidFill>
              <a:srgbClr val="BDB4A2"/>
            </a:solidFill>
            <a:prstDash val="solid"/>
          </a:ln>
        </p:spPr>
      </p:sp>
      <p:sp>
        <p:nvSpPr>
          <p:cNvPr id="6" name="Text 4"/>
          <p:cNvSpPr txBox="1"/>
          <p:nvPr/>
        </p:nvSpPr>
        <p:spPr>
          <a:xfrm>
            <a:off x="749808" y="292608"/>
            <a:ext cx="2619756" cy="201168"/>
          </a:xfrm>
          <a:prstGeom prst="rect">
            <a:avLst/>
          </a:prstGeom>
          <a:noFill/>
          <a:ln/>
        </p:spPr>
        <p:txBody>
          <a:bodyPr wrap="square" lIns="0" tIns="0" rIns="0" bIns="0" rtlCol="0" anchor="t"/>
          <a:lstStyle/>
          <a:p>
            <a:pPr indent="0" marL="0">
              <a:buNone/>
            </a:pPr>
            <a:r>
              <a:rPr lang="en-US" sz="900" b="1" spc="180" kern="0" dirty="0">
                <a:solidFill>
                  <a:srgbClr val="0F0F10"/>
                </a:solidFill>
                <a:latin typeface="Manrope" pitchFamily="34" charset="0"/>
                <a:ea typeface="Manrope" pitchFamily="34" charset="-122"/>
                <a:cs typeface="Manrope" pitchFamily="34" charset="-120"/>
              </a:rPr>
              <a:t>7.2  THE WORDS</a:t>
            </a:r>
            <a:endParaRPr lang="en-US" sz="900" dirty="0"/>
          </a:p>
        </p:txBody>
      </p:sp>
      <p:sp>
        <p:nvSpPr>
          <p:cNvPr id="7" name="Text 5"/>
          <p:cNvSpPr txBox="1"/>
          <p:nvPr/>
        </p:nvSpPr>
        <p:spPr>
          <a:xfrm>
            <a:off x="749808" y="694944"/>
            <a:ext cx="2619756" cy="3840480"/>
          </a:xfrm>
          <a:prstGeom prst="rect">
            <a:avLst/>
          </a:prstGeom>
          <a:noFill/>
          <a:ln/>
        </p:spPr>
        <p:txBody>
          <a:bodyPr wrap="square" lIns="0" tIns="0" rIns="0" bIns="0" rtlCol="0" anchor="t"/>
          <a:lstStyle/>
          <a:p>
            <a:pPr indent="0" marL="0">
              <a:lnSpc>
                <a:spcPct val="142000"/>
              </a:lnSpc>
              <a:buNone/>
            </a:pPr>
            <a:r>
              <a:rPr lang="en-US" sz="1150" dirty="0">
                <a:solidFill>
                  <a:srgbClr val="1C1A17"/>
                </a:solidFill>
                <a:latin typeface="Bookmania" pitchFamily="34" charset="0"/>
                <a:ea typeface="Bookmania" pitchFamily="34" charset="-122"/>
                <a:cs typeface="Bookmania" pitchFamily="34" charset="-120"/>
              </a:rPr>
              <a:t>Say it the way the owner would say it. The marque vocabulary is retired: it carried an identity the buyer had to be taught, and a roofer should not need a glossary to read a plan.</a:t>
            </a:r>
            <a:endParaRPr lang="en-US" sz="1150" dirty="0"/>
          </a:p>
        </p:txBody>
      </p:sp>
      <p:sp>
        <p:nvSpPr>
          <p:cNvPr id="8" name="Shape 6"/>
          <p:cNvSpPr/>
          <p:nvPr/>
        </p:nvSpPr>
        <p:spPr>
          <a:xfrm>
            <a:off x="3611880" y="274320"/>
            <a:ext cx="2520696" cy="4663440"/>
          </a:xfrm>
          <a:prstGeom prst="roundRect">
            <a:avLst>
              <a:gd name="adj" fmla="val 3265"/>
            </a:avLst>
          </a:prstGeom>
          <a:solidFill>
            <a:srgbClr val="E3F0E9"/>
          </a:solidFill>
          <a:ln/>
        </p:spPr>
      </p:sp>
      <p:sp>
        <p:nvSpPr>
          <p:cNvPr id="9" name="Text 7"/>
          <p:cNvSpPr txBox="1"/>
          <p:nvPr/>
        </p:nvSpPr>
        <p:spPr>
          <a:xfrm>
            <a:off x="3849624" y="530352"/>
            <a:ext cx="2045208" cy="457200"/>
          </a:xfrm>
          <a:prstGeom prst="rect">
            <a:avLst/>
          </a:prstGeom>
          <a:noFill/>
          <a:ln/>
        </p:spPr>
        <p:txBody>
          <a:bodyPr wrap="square" lIns="0" tIns="0" rIns="0" bIns="0" rtlCol="0" anchor="t"/>
          <a:lstStyle/>
          <a:p>
            <a:pPr indent="0" marL="0">
              <a:buNone/>
            </a:pPr>
            <a:r>
              <a:rPr lang="en-US" sz="1800" dirty="0">
                <a:solidFill>
                  <a:srgbClr val="37624D"/>
                </a:solidFill>
                <a:latin typeface="Bookmania" pitchFamily="34" charset="0"/>
                <a:ea typeface="Bookmania" pitchFamily="34" charset="-122"/>
                <a:cs typeface="Bookmania" pitchFamily="34" charset="-120"/>
              </a:rPr>
              <a:t>We say</a:t>
            </a:r>
            <a:endParaRPr lang="en-US" sz="1800" dirty="0"/>
          </a:p>
        </p:txBody>
      </p:sp>
      <p:sp>
        <p:nvSpPr>
          <p:cNvPr id="10" name="Text 8"/>
          <p:cNvSpPr txBox="1"/>
          <p:nvPr/>
        </p:nvSpPr>
        <p:spPr>
          <a:xfrm>
            <a:off x="3849624" y="1133856"/>
            <a:ext cx="2045208" cy="3657600"/>
          </a:xfrm>
          <a:prstGeom prst="rect">
            <a:avLst/>
          </a:prstGeom>
          <a:noFill/>
          <a:ln/>
        </p:spPr>
        <p:txBody>
          <a:bodyPr wrap="square" lIns="0" tIns="0" rIns="0" bIns="0" rtlCol="0" anchor="t"/>
          <a:lstStyle/>
          <a:p>
            <a:pPr indent="0" marL="0">
              <a:lnSpc>
                <a:spcPct val="150000"/>
              </a:lnSpc>
              <a:buNone/>
            </a:pPr>
            <a:r>
              <a:rPr lang="en-US" sz="950" dirty="0">
                <a:solidFill>
                  <a:srgbClr val="1C1A17"/>
                </a:solidFill>
                <a:latin typeface="Manrope" pitchFamily="34" charset="0"/>
                <a:ea typeface="Manrope" pitchFamily="34" charset="-122"/>
                <a:cs typeface="Manrope" pitchFamily="34" charset="-120"/>
              </a:rPr>
              <a:t>Build. System. Owner. Built for your company. The first call. Testing. The keys. Governance. Return. The plan. Five Points Digital Studio on first mention, Five Points after.</a:t>
            </a:r>
            <a:endParaRPr lang="en-US" sz="950" dirty="0"/>
          </a:p>
        </p:txBody>
      </p:sp>
      <p:sp>
        <p:nvSpPr>
          <p:cNvPr id="11" name="Shape 9"/>
          <p:cNvSpPr/>
          <p:nvPr/>
        </p:nvSpPr>
        <p:spPr>
          <a:xfrm>
            <a:off x="6406896" y="274320"/>
            <a:ext cx="2520696" cy="4663440"/>
          </a:xfrm>
          <a:prstGeom prst="roundRect">
            <a:avLst>
              <a:gd name="adj" fmla="val 3265"/>
            </a:avLst>
          </a:prstGeom>
          <a:solidFill>
            <a:srgbClr val="F6DDDD"/>
          </a:solidFill>
          <a:ln/>
        </p:spPr>
      </p:sp>
      <p:sp>
        <p:nvSpPr>
          <p:cNvPr id="12" name="Text 10"/>
          <p:cNvSpPr txBox="1"/>
          <p:nvPr/>
        </p:nvSpPr>
        <p:spPr>
          <a:xfrm>
            <a:off x="6644640" y="530352"/>
            <a:ext cx="2045208" cy="457200"/>
          </a:xfrm>
          <a:prstGeom prst="rect">
            <a:avLst/>
          </a:prstGeom>
          <a:noFill/>
          <a:ln/>
        </p:spPr>
        <p:txBody>
          <a:bodyPr wrap="square" lIns="0" tIns="0" rIns="0" bIns="0" rtlCol="0" anchor="t"/>
          <a:lstStyle/>
          <a:p>
            <a:pPr indent="0" marL="0">
              <a:buNone/>
            </a:pPr>
            <a:r>
              <a:rPr lang="en-US" sz="1800" dirty="0">
                <a:solidFill>
                  <a:srgbClr val="A72C2C"/>
                </a:solidFill>
                <a:latin typeface="Bookmania" pitchFamily="34" charset="0"/>
                <a:ea typeface="Bookmania" pitchFamily="34" charset="-122"/>
                <a:cs typeface="Bookmania" pitchFamily="34" charset="-120"/>
              </a:rPr>
              <a:t>We never say</a:t>
            </a:r>
            <a:endParaRPr lang="en-US" sz="1800" dirty="0"/>
          </a:p>
        </p:txBody>
      </p:sp>
      <p:sp>
        <p:nvSpPr>
          <p:cNvPr id="13" name="Text 11"/>
          <p:cNvSpPr txBox="1"/>
          <p:nvPr/>
        </p:nvSpPr>
        <p:spPr>
          <a:xfrm>
            <a:off x="6644640" y="1133856"/>
            <a:ext cx="2045208" cy="3657600"/>
          </a:xfrm>
          <a:prstGeom prst="rect">
            <a:avLst/>
          </a:prstGeom>
          <a:noFill/>
          <a:ln/>
        </p:spPr>
        <p:txBody>
          <a:bodyPr wrap="square" lIns="0" tIns="0" rIns="0" bIns="0" rtlCol="0" anchor="t"/>
          <a:lstStyle/>
          <a:p>
            <a:pPr indent="0" marL="0">
              <a:lnSpc>
                <a:spcPct val="150000"/>
              </a:lnSpc>
              <a:buNone/>
            </a:pPr>
            <a:r>
              <a:rPr lang="en-US" sz="950" dirty="0">
                <a:solidFill>
                  <a:srgbClr val="1C1A17"/>
                </a:solidFill>
                <a:latin typeface="Manrope" pitchFamily="34" charset="0"/>
                <a:ea typeface="Manrope" pitchFamily="34" charset="-122"/>
                <a:cs typeface="Manrope" pitchFamily="34" charset="-120"/>
              </a:rPr>
              <a:t>Solution. Client, customer or user for the owner. Principal, commissioning, marque-grade, calibration, bespoke. Leverage. ROI. Synergy. Cutting-edge, revolutionary, game-changing. Really, truly, genuinely, actually. Unlock, empower, transform, disrupt, innovate. Pain point. Stakeholder. Touch base, circle back, reach out. Deliverable.</a:t>
            </a:r>
            <a:endParaRPr lang="en-US" sz="950" dirty="0"/>
          </a:p>
        </p:txBody>
      </p:sp>
      <p:sp>
        <p:nvSpPr>
          <p:cNvPr id="14" name="Shape 12"/>
          <p:cNvSpPr/>
          <p:nvPr/>
        </p:nvSpPr>
        <p:spPr>
          <a:xfrm>
            <a:off x="9201912" y="274320"/>
            <a:ext cx="2520696" cy="4663440"/>
          </a:xfrm>
          <a:prstGeom prst="roundRect">
            <a:avLst>
              <a:gd name="adj" fmla="val 3265"/>
            </a:avLst>
          </a:prstGeom>
          <a:solidFill>
            <a:srgbClr val="E6E1F1"/>
          </a:solidFill>
          <a:ln/>
        </p:spPr>
      </p:sp>
      <p:sp>
        <p:nvSpPr>
          <p:cNvPr id="15" name="Text 13"/>
          <p:cNvSpPr txBox="1"/>
          <p:nvPr/>
        </p:nvSpPr>
        <p:spPr>
          <a:xfrm>
            <a:off x="9439656" y="530352"/>
            <a:ext cx="2045208" cy="457200"/>
          </a:xfrm>
          <a:prstGeom prst="rect">
            <a:avLst/>
          </a:prstGeom>
          <a:noFill/>
          <a:ln/>
        </p:spPr>
        <p:txBody>
          <a:bodyPr wrap="square" lIns="0" tIns="0" rIns="0" bIns="0" rtlCol="0" anchor="t"/>
          <a:lstStyle/>
          <a:p>
            <a:pPr indent="0" marL="0">
              <a:buNone/>
            </a:pPr>
            <a:r>
              <a:rPr lang="en-US" sz="1800" dirty="0">
                <a:solidFill>
                  <a:srgbClr val="6549A1"/>
                </a:solidFill>
                <a:latin typeface="Bookmania" pitchFamily="34" charset="0"/>
                <a:ea typeface="Bookmania" pitchFamily="34" charset="-122"/>
                <a:cs typeface="Bookmania" pitchFamily="34" charset="-120"/>
              </a:rPr>
              <a:t>When in doubt</a:t>
            </a:r>
            <a:endParaRPr lang="en-US" sz="1800" dirty="0"/>
          </a:p>
        </p:txBody>
      </p:sp>
      <p:sp>
        <p:nvSpPr>
          <p:cNvPr id="16" name="Text 14"/>
          <p:cNvSpPr txBox="1"/>
          <p:nvPr/>
        </p:nvSpPr>
        <p:spPr>
          <a:xfrm>
            <a:off x="9439656" y="1133856"/>
            <a:ext cx="2045208" cy="3657600"/>
          </a:xfrm>
          <a:prstGeom prst="rect">
            <a:avLst/>
          </a:prstGeom>
          <a:noFill/>
          <a:ln/>
        </p:spPr>
        <p:txBody>
          <a:bodyPr wrap="square" lIns="0" tIns="0" rIns="0" bIns="0" rtlCol="0" anchor="t"/>
          <a:lstStyle/>
          <a:p>
            <a:pPr indent="0" marL="0">
              <a:lnSpc>
                <a:spcPct val="150000"/>
              </a:lnSpc>
              <a:buNone/>
            </a:pPr>
            <a:r>
              <a:rPr lang="en-US" sz="950" dirty="0">
                <a:solidFill>
                  <a:srgbClr val="1C1A17"/>
                </a:solidFill>
                <a:latin typeface="Manrope" pitchFamily="34" charset="0"/>
                <a:ea typeface="Manrope" pitchFamily="34" charset="-122"/>
                <a:cs typeface="Manrope" pitchFamily="34" charset="-120"/>
              </a:rPr>
              <a:t>Say it the way the owner would say it. Prefer silence over hype. Ask how Rolls-Royce Bespoke would treat this owner. Warmth is the default; formality earns its place. Show rather than tell. Less rather than more. Never name a competitor.</a:t>
            </a:r>
            <a:endParaRPr lang="en-US" sz="950" dirty="0"/>
          </a:p>
        </p:txBody>
      </p:sp>
      <p:sp>
        <p:nvSpPr>
          <p:cNvPr id="17" name="Text 15"/>
          <p:cNvSpPr txBox="1"/>
          <p:nvPr/>
        </p:nvSpPr>
        <p:spPr>
          <a:xfrm>
            <a:off x="3611880" y="5193792"/>
            <a:ext cx="8110728" cy="201168"/>
          </a:xfrm>
          <a:prstGeom prst="rect">
            <a:avLst/>
          </a:prstGeom>
          <a:noFill/>
          <a:ln/>
        </p:spPr>
        <p:txBody>
          <a:bodyPr wrap="square" lIns="0" tIns="0" rIns="0" bIns="0" rtlCol="0" anchor="t"/>
          <a:lstStyle/>
          <a:p>
            <a:pPr indent="0" marL="0">
              <a:buNone/>
            </a:pPr>
            <a:r>
              <a:rPr lang="en-US" sz="700" spc="180" kern="0" dirty="0">
                <a:solidFill>
                  <a:srgbClr val="7A7264"/>
                </a:solidFill>
                <a:latin typeface="Manrope" pitchFamily="34" charset="0"/>
                <a:ea typeface="Manrope" pitchFamily="34" charset="-122"/>
                <a:cs typeface="Manrope" pitchFamily="34" charset="-120"/>
              </a:rPr>
              <a:t>THE MECHANICAL RULES ARE UNCHANGED: BRITISH ENGLISH, NO CONTRACTIONS, NO EM DASHES, NO OXFORD COMMA, NO PARENTHESES, ROMANCE POSSESSIVES, NUMERALS FROM TEN.</a:t>
            </a:r>
            <a:endParaRPr lang="en-US" sz="7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566928" y="274320"/>
            <a:ext cx="0" cy="6309360"/>
          </a:xfrm>
          <a:prstGeom prst="line">
            <a:avLst/>
          </a:prstGeom>
          <a:noFill/>
          <a:ln w="9525">
            <a:solidFill>
              <a:srgbClr val="BDB4A2"/>
            </a:solidFill>
            <a:prstDash val="solid"/>
          </a:ln>
        </p:spPr>
      </p:sp>
      <p:sp>
        <p:nvSpPr>
          <p:cNvPr id="3" name="Text 1"/>
          <p:cNvSpPr txBox="1"/>
          <p:nvPr/>
        </p:nvSpPr>
        <p:spPr>
          <a:xfrm rot="16200000">
            <a:off x="9144" y="256032"/>
            <a:ext cx="457200" cy="274320"/>
          </a:xfrm>
          <a:prstGeom prst="rect">
            <a:avLst/>
          </a:prstGeom>
          <a:noFill/>
          <a:ln/>
        </p:spPr>
        <p:txBody>
          <a:bodyPr wrap="none" lIns="0" tIns="0" rIns="0" bIns="0" rtlCol="0" anchor="ctr"/>
          <a:lstStyle/>
          <a:p>
            <a:pPr algn="ctr" indent="0" marL="0">
              <a:buNone/>
            </a:pPr>
            <a:r>
              <a:rPr lang="en-US" sz="700" spc="160" kern="0" dirty="0">
                <a:solidFill>
                  <a:srgbClr val="7A7264"/>
                </a:solidFill>
                <a:latin typeface="Manrope" pitchFamily="34" charset="0"/>
                <a:ea typeface="Manrope" pitchFamily="34" charset="-122"/>
                <a:cs typeface="Manrope" pitchFamily="34" charset="-120"/>
              </a:rPr>
              <a:t>040</a:t>
            </a:r>
            <a:endParaRPr lang="en-US" sz="700" dirty="0"/>
          </a:p>
        </p:txBody>
      </p:sp>
      <p:sp>
        <p:nvSpPr>
          <p:cNvPr id="4" name="Text 2"/>
          <p:cNvSpPr txBox="1"/>
          <p:nvPr/>
        </p:nvSpPr>
        <p:spPr>
          <a:xfrm rot="16200000">
            <a:off x="-950976" y="5257800"/>
            <a:ext cx="2377440" cy="274320"/>
          </a:xfrm>
          <a:prstGeom prst="rect">
            <a:avLst/>
          </a:prstGeom>
          <a:noFill/>
          <a:ln/>
        </p:spPr>
        <p:txBody>
          <a:bodyPr wrap="none" lIns="0" tIns="0" rIns="0" bIns="0" rtlCol="0" anchor="ctr"/>
          <a:lstStyle/>
          <a:p>
            <a:pPr algn="l" indent="0" marL="0">
              <a:buNone/>
            </a:pPr>
            <a:r>
              <a:rPr lang="en-US" sz="700" spc="160" kern="0" dirty="0">
                <a:solidFill>
                  <a:srgbClr val="7A7264"/>
                </a:solidFill>
                <a:latin typeface="Manrope" pitchFamily="34" charset="0"/>
                <a:ea typeface="Manrope" pitchFamily="34" charset="-122"/>
                <a:cs typeface="Manrope" pitchFamily="34" charset="-120"/>
              </a:rPr>
              <a:t>THE IDENTITY BOOK</a:t>
            </a:r>
            <a:endParaRPr lang="en-US" sz="700" dirty="0"/>
          </a:p>
        </p:txBody>
      </p:sp>
      <p:sp>
        <p:nvSpPr>
          <p:cNvPr id="5" name="Shape 3"/>
          <p:cNvSpPr/>
          <p:nvPr/>
        </p:nvSpPr>
        <p:spPr>
          <a:xfrm>
            <a:off x="3474720" y="274320"/>
            <a:ext cx="0" cy="6309360"/>
          </a:xfrm>
          <a:prstGeom prst="line">
            <a:avLst/>
          </a:prstGeom>
          <a:noFill/>
          <a:ln w="9525">
            <a:solidFill>
              <a:srgbClr val="BDB4A2"/>
            </a:solidFill>
            <a:prstDash val="solid"/>
          </a:ln>
        </p:spPr>
      </p:sp>
      <p:sp>
        <p:nvSpPr>
          <p:cNvPr id="6" name="Text 4"/>
          <p:cNvSpPr txBox="1"/>
          <p:nvPr/>
        </p:nvSpPr>
        <p:spPr>
          <a:xfrm>
            <a:off x="749808" y="292608"/>
            <a:ext cx="2619756" cy="201168"/>
          </a:xfrm>
          <a:prstGeom prst="rect">
            <a:avLst/>
          </a:prstGeom>
          <a:noFill/>
          <a:ln/>
        </p:spPr>
        <p:txBody>
          <a:bodyPr wrap="square" lIns="0" tIns="0" rIns="0" bIns="0" rtlCol="0" anchor="t"/>
          <a:lstStyle/>
          <a:p>
            <a:pPr indent="0" marL="0">
              <a:buNone/>
            </a:pPr>
            <a:r>
              <a:rPr lang="en-US" sz="900" b="1" spc="180" kern="0" dirty="0">
                <a:solidFill>
                  <a:srgbClr val="0F0F10"/>
                </a:solidFill>
                <a:latin typeface="Manrope" pitchFamily="34" charset="0"/>
                <a:ea typeface="Manrope" pitchFamily="34" charset="-122"/>
                <a:cs typeface="Manrope" pitchFamily="34" charset="-120"/>
              </a:rPr>
              <a:t>7.3  STATIONERY</a:t>
            </a:r>
            <a:endParaRPr lang="en-US" sz="900" dirty="0"/>
          </a:p>
        </p:txBody>
      </p:sp>
      <p:sp>
        <p:nvSpPr>
          <p:cNvPr id="7" name="Text 5"/>
          <p:cNvSpPr txBox="1"/>
          <p:nvPr/>
        </p:nvSpPr>
        <p:spPr>
          <a:xfrm>
            <a:off x="749808" y="694944"/>
            <a:ext cx="2619756" cy="3840480"/>
          </a:xfrm>
          <a:prstGeom prst="rect">
            <a:avLst/>
          </a:prstGeom>
          <a:noFill/>
          <a:ln/>
        </p:spPr>
        <p:txBody>
          <a:bodyPr wrap="square" lIns="0" tIns="0" rIns="0" bIns="0" rtlCol="0" anchor="t"/>
          <a:lstStyle/>
          <a:p>
            <a:pPr indent="0" marL="0">
              <a:lnSpc>
                <a:spcPct val="142000"/>
              </a:lnSpc>
              <a:buNone/>
            </a:pPr>
            <a:r>
              <a:rPr lang="en-US" sz="1150" dirty="0">
                <a:solidFill>
                  <a:srgbClr val="1C1A17"/>
                </a:solidFill>
                <a:latin typeface="Bookmania" pitchFamily="34" charset="0"/>
                <a:ea typeface="Bookmania" pitchFamily="34" charset="-122"/>
                <a:cs typeface="Bookmania" pitchFamily="34" charset="-120"/>
              </a:rPr>
              <a:t>The A-series is the house standard — A4 for the plan and the letter, A5 for the folder of keys. Ceremony is retired: no lined envelope, no invitation card, no certificate.</a:t>
            </a:r>
            <a:endParaRPr lang="en-US" sz="1150" dirty="0"/>
          </a:p>
        </p:txBody>
      </p:sp>
      <p:sp>
        <p:nvSpPr>
          <p:cNvPr id="8" name="Text 6"/>
          <p:cNvSpPr txBox="1"/>
          <p:nvPr/>
        </p:nvSpPr>
        <p:spPr>
          <a:xfrm>
            <a:off x="749808" y="5166360"/>
            <a:ext cx="2619756" cy="1417320"/>
          </a:xfrm>
          <a:prstGeom prst="rect">
            <a:avLst/>
          </a:prstGeom>
          <a:noFill/>
          <a:ln/>
        </p:spPr>
        <p:txBody>
          <a:bodyPr wrap="square" lIns="0" tIns="0" rIns="0" bIns="0" rtlCol="0" anchor="t"/>
          <a:lstStyle/>
          <a:p>
            <a:pPr indent="0" marL="0">
              <a:lnSpc>
                <a:spcPct val="140000"/>
              </a:lnSpc>
              <a:buNone/>
            </a:pPr>
            <a:r>
              <a:rPr lang="en-US" sz="950" dirty="0">
                <a:solidFill>
                  <a:srgbClr val="5E574C"/>
                </a:solidFill>
                <a:latin typeface="Manrope" pitchFamily="34" charset="0"/>
                <a:ea typeface="Manrope" pitchFamily="34" charset="-122"/>
                <a:cs typeface="Manrope" pitchFamily="34" charset="-120"/>
              </a:rPr>
              <a:t>The wordmark lives on covers, not on letterhead. Letterhead carries the mark and a contact cluster in one corner, and nothing runs the full width.</a:t>
            </a:r>
            <a:endParaRPr lang="en-US" sz="950" dirty="0"/>
          </a:p>
        </p:txBody>
      </p:sp>
      <p:sp>
        <p:nvSpPr>
          <p:cNvPr id="9" name="Shape 7"/>
          <p:cNvSpPr/>
          <p:nvPr/>
        </p:nvSpPr>
        <p:spPr>
          <a:xfrm>
            <a:off x="3611880" y="274320"/>
            <a:ext cx="1965960" cy="1965960"/>
          </a:xfrm>
          <a:prstGeom prst="roundRect">
            <a:avLst>
              <a:gd name="adj" fmla="val 4186"/>
            </a:avLst>
          </a:prstGeom>
          <a:solidFill>
            <a:srgbClr val="0F0F10"/>
          </a:solidFill>
          <a:ln/>
        </p:spPr>
      </p:sp>
      <p:pic>
        <p:nvPicPr>
          <p:cNvPr id="10" name="Image 0" descr="/private/tmp/claude-501/-Users-martyspicer-Alfred-Pennyworth/0034c3d3-651d-4bed-a452-888191aa8c47/scratchpad/mark-primary-bone.png">    </p:cNvPr>
          <p:cNvPicPr>
            <a:picLocks noChangeAspect="1"/>
          </p:cNvPicPr>
          <p:nvPr/>
        </p:nvPicPr>
        <p:blipFill>
          <a:blip r:embed="rId1"/>
          <a:stretch>
            <a:fillRect/>
          </a:stretch>
        </p:blipFill>
        <p:spPr>
          <a:xfrm>
            <a:off x="4174236" y="836676"/>
            <a:ext cx="841248" cy="841248"/>
          </a:xfrm>
          <a:prstGeom prst="rect">
            <a:avLst/>
          </a:prstGeom>
        </p:spPr>
      </p:pic>
      <p:sp>
        <p:nvSpPr>
          <p:cNvPr id="11" name="Text 8"/>
          <p:cNvSpPr txBox="1"/>
          <p:nvPr/>
        </p:nvSpPr>
        <p:spPr>
          <a:xfrm>
            <a:off x="3611880" y="2368296"/>
            <a:ext cx="1965960" cy="201168"/>
          </a:xfrm>
          <a:prstGeom prst="rect">
            <a:avLst/>
          </a:prstGeom>
          <a:noFill/>
          <a:ln/>
        </p:spPr>
        <p:txBody>
          <a:bodyPr wrap="square" lIns="0" tIns="0" rIns="0" bIns="0" rtlCol="0" anchor="t"/>
          <a:lstStyle/>
          <a:p>
            <a:pPr indent="0" marL="0">
              <a:buNone/>
            </a:pPr>
            <a:r>
              <a:rPr lang="en-US" sz="700" spc="180" kern="0" dirty="0">
                <a:solidFill>
                  <a:srgbClr val="7A7264"/>
                </a:solidFill>
                <a:latin typeface="Manrope" pitchFamily="34" charset="0"/>
                <a:ea typeface="Manrope" pitchFamily="34" charset="-122"/>
                <a:cs typeface="Manrope" pitchFamily="34" charset="-120"/>
              </a:rPr>
              <a:t>CARD FRONT  ·  74 × 74 MM</a:t>
            </a:r>
            <a:endParaRPr lang="en-US" sz="700" dirty="0"/>
          </a:p>
        </p:txBody>
      </p:sp>
      <p:sp>
        <p:nvSpPr>
          <p:cNvPr id="12" name="Shape 9"/>
          <p:cNvSpPr/>
          <p:nvPr/>
        </p:nvSpPr>
        <p:spPr>
          <a:xfrm>
            <a:off x="5806440" y="274320"/>
            <a:ext cx="1965960" cy="1965960"/>
          </a:xfrm>
          <a:prstGeom prst="roundRect">
            <a:avLst>
              <a:gd name="adj" fmla="val 4186"/>
            </a:avLst>
          </a:prstGeom>
          <a:solidFill>
            <a:srgbClr val="EAE0C8"/>
          </a:solidFill>
          <a:ln w="6350">
            <a:solidFill>
              <a:srgbClr val="BDB4A2"/>
            </a:solidFill>
            <a:prstDash val="solid"/>
          </a:ln>
        </p:spPr>
      </p:sp>
      <p:sp>
        <p:nvSpPr>
          <p:cNvPr id="13" name="Text 10"/>
          <p:cNvSpPr txBox="1"/>
          <p:nvPr/>
        </p:nvSpPr>
        <p:spPr>
          <a:xfrm>
            <a:off x="5989320" y="457200"/>
            <a:ext cx="1600200" cy="566928"/>
          </a:xfrm>
          <a:prstGeom prst="rect">
            <a:avLst/>
          </a:prstGeom>
          <a:noFill/>
          <a:ln/>
        </p:spPr>
        <p:txBody>
          <a:bodyPr wrap="square" lIns="0" tIns="0" rIns="0" bIns="0" rtlCol="0" anchor="t"/>
          <a:lstStyle/>
          <a:p>
            <a:pPr indent="0" marL="0">
              <a:lnSpc>
                <a:spcPct val="110000"/>
              </a:lnSpc>
              <a:buNone/>
            </a:pPr>
            <a:r>
              <a:rPr lang="en-US" sz="1100" dirty="0">
                <a:solidFill>
                  <a:srgbClr val="0F0F10"/>
                </a:solidFill>
                <a:latin typeface="Bookmania" pitchFamily="34" charset="0"/>
                <a:ea typeface="Bookmania" pitchFamily="34" charset="-122"/>
                <a:cs typeface="Bookmania" pitchFamily="34" charset="-120"/>
              </a:rPr>
              <a:t>Five Points</a:t>
            </a:r>
            <a:endParaRPr lang="en-US" sz="1100" dirty="0"/>
          </a:p>
          <a:p>
            <a:pPr indent="0" marL="0">
              <a:lnSpc>
                <a:spcPct val="110000"/>
              </a:lnSpc>
              <a:buNone/>
            </a:pPr>
            <a:r>
              <a:rPr lang="en-US" sz="1100" dirty="0">
                <a:solidFill>
                  <a:srgbClr val="0F0F10"/>
                </a:solidFill>
                <a:latin typeface="Bookmania" pitchFamily="34" charset="0"/>
                <a:ea typeface="Bookmania" pitchFamily="34" charset="-122"/>
                <a:cs typeface="Bookmania" pitchFamily="34" charset="-120"/>
              </a:rPr>
              <a:t>Digital Studio</a:t>
            </a:r>
            <a:endParaRPr lang="en-US" sz="1100" dirty="0"/>
          </a:p>
        </p:txBody>
      </p:sp>
      <p:sp>
        <p:nvSpPr>
          <p:cNvPr id="14" name="Text 11"/>
          <p:cNvSpPr txBox="1"/>
          <p:nvPr/>
        </p:nvSpPr>
        <p:spPr>
          <a:xfrm>
            <a:off x="5989320" y="1371600"/>
            <a:ext cx="1600200" cy="822960"/>
          </a:xfrm>
          <a:prstGeom prst="rect">
            <a:avLst/>
          </a:prstGeom>
          <a:noFill/>
          <a:ln/>
        </p:spPr>
        <p:txBody>
          <a:bodyPr wrap="square" lIns="0" tIns="0" rIns="0" bIns="0" rtlCol="0" anchor="t"/>
          <a:lstStyle/>
          <a:p>
            <a:pPr indent="0" marL="0">
              <a:lnSpc>
                <a:spcPct val="150000"/>
              </a:lnSpc>
              <a:buNone/>
            </a:pPr>
            <a:r>
              <a:rPr lang="en-US" sz="650" dirty="0">
                <a:solidFill>
                  <a:srgbClr val="1C1A17"/>
                </a:solidFill>
                <a:latin typeface="Manrope" pitchFamily="34" charset="0"/>
                <a:ea typeface="Manrope" pitchFamily="34" charset="-122"/>
                <a:cs typeface="Manrope" pitchFamily="34" charset="-120"/>
              </a:rPr>
              <a:t>Martavious Spicer</a:t>
            </a:r>
            <a:endParaRPr lang="en-US" sz="650" dirty="0"/>
          </a:p>
          <a:p>
            <a:pPr indent="0" marL="0">
              <a:lnSpc>
                <a:spcPct val="150000"/>
              </a:lnSpc>
              <a:buNone/>
            </a:pPr>
            <a:r>
              <a:rPr lang="en-US" sz="650" dirty="0">
                <a:solidFill>
                  <a:srgbClr val="1C1A17"/>
                </a:solidFill>
                <a:latin typeface="Manrope" pitchFamily="34" charset="0"/>
                <a:ea typeface="Manrope" pitchFamily="34" charset="-122"/>
                <a:cs typeface="Manrope" pitchFamily="34" charset="-120"/>
              </a:rPr>
              <a:t>Partner</a:t>
            </a:r>
            <a:endParaRPr lang="en-US" sz="650" dirty="0"/>
          </a:p>
          <a:p>
            <a:pPr indent="0" marL="0">
              <a:lnSpc>
                <a:spcPct val="150000"/>
              </a:lnSpc>
              <a:buNone/>
            </a:pPr>
            <a:r>
              <a:rPr lang="en-US" sz="650" dirty="0">
                <a:solidFill>
                  <a:srgbClr val="1C1A17"/>
                </a:solidFill>
                <a:latin typeface="Manrope" pitchFamily="34" charset="0"/>
                <a:ea typeface="Manrope" pitchFamily="34" charset="-122"/>
                <a:cs typeface="Manrope" pitchFamily="34" charset="-120"/>
              </a:rPr>
              <a:t>martavious@fivepoints.studio</a:t>
            </a:r>
            <a:endParaRPr lang="en-US" sz="650" dirty="0"/>
          </a:p>
          <a:p>
            <a:pPr indent="0" marL="0">
              <a:lnSpc>
                <a:spcPct val="150000"/>
              </a:lnSpc>
              <a:buNone/>
            </a:pPr>
            <a:r>
              <a:rPr lang="en-US" sz="650" dirty="0">
                <a:solidFill>
                  <a:srgbClr val="1C1A17"/>
                </a:solidFill>
                <a:latin typeface="Manrope" pitchFamily="34" charset="0"/>
                <a:ea typeface="Manrope" pitchFamily="34" charset="-122"/>
                <a:cs typeface="Manrope" pitchFamily="34" charset="-120"/>
              </a:rPr>
              <a:t>+1 470 556 3989</a:t>
            </a:r>
            <a:endParaRPr lang="en-US" sz="650" dirty="0"/>
          </a:p>
        </p:txBody>
      </p:sp>
      <p:sp>
        <p:nvSpPr>
          <p:cNvPr id="15" name="Text 12"/>
          <p:cNvSpPr txBox="1"/>
          <p:nvPr/>
        </p:nvSpPr>
        <p:spPr>
          <a:xfrm>
            <a:off x="5806440" y="2368296"/>
            <a:ext cx="1965960" cy="201168"/>
          </a:xfrm>
          <a:prstGeom prst="rect">
            <a:avLst/>
          </a:prstGeom>
          <a:noFill/>
          <a:ln/>
        </p:spPr>
        <p:txBody>
          <a:bodyPr wrap="square" lIns="0" tIns="0" rIns="0" bIns="0" rtlCol="0" anchor="t"/>
          <a:lstStyle/>
          <a:p>
            <a:pPr indent="0" marL="0">
              <a:buNone/>
            </a:pPr>
            <a:r>
              <a:rPr lang="en-US" sz="700" spc="180" kern="0" dirty="0">
                <a:solidFill>
                  <a:srgbClr val="7A7264"/>
                </a:solidFill>
                <a:latin typeface="Manrope" pitchFamily="34" charset="0"/>
                <a:ea typeface="Manrope" pitchFamily="34" charset="-122"/>
                <a:cs typeface="Manrope" pitchFamily="34" charset="-120"/>
              </a:rPr>
              <a:t>CARD BACK</a:t>
            </a:r>
            <a:endParaRPr lang="en-US" sz="700" dirty="0"/>
          </a:p>
        </p:txBody>
      </p:sp>
      <p:sp>
        <p:nvSpPr>
          <p:cNvPr id="16" name="Shape 13"/>
          <p:cNvSpPr/>
          <p:nvPr/>
        </p:nvSpPr>
        <p:spPr>
          <a:xfrm>
            <a:off x="8046720" y="274320"/>
            <a:ext cx="1645920" cy="3108960"/>
          </a:xfrm>
          <a:prstGeom prst="roundRect">
            <a:avLst>
              <a:gd name="adj" fmla="val 5000"/>
            </a:avLst>
          </a:prstGeom>
          <a:solidFill>
            <a:srgbClr val="FFFFFF"/>
          </a:solidFill>
          <a:ln w="6350">
            <a:solidFill>
              <a:srgbClr val="BDB4A2"/>
            </a:solidFill>
            <a:prstDash val="solid"/>
          </a:ln>
        </p:spPr>
      </p:sp>
      <p:pic>
        <p:nvPicPr>
          <p:cNvPr id="17" name="Image 1" descr="/private/tmp/claude-501/-Users-martyspicer-Alfred-Pennyworth/0034c3d3-651d-4bed-a452-888191aa8c47/scratchpad/mark-primary-ink.png">    </p:cNvPr>
          <p:cNvPicPr>
            <a:picLocks noChangeAspect="1"/>
          </p:cNvPicPr>
          <p:nvPr/>
        </p:nvPicPr>
        <p:blipFill>
          <a:blip r:embed="rId2"/>
          <a:stretch>
            <a:fillRect/>
          </a:stretch>
        </p:blipFill>
        <p:spPr>
          <a:xfrm>
            <a:off x="8193024" y="420624"/>
            <a:ext cx="329184" cy="329184"/>
          </a:xfrm>
          <a:prstGeom prst="rect">
            <a:avLst/>
          </a:prstGeom>
        </p:spPr>
      </p:pic>
      <p:sp>
        <p:nvSpPr>
          <p:cNvPr id="18" name="Shape 14"/>
          <p:cNvSpPr/>
          <p:nvPr/>
        </p:nvSpPr>
        <p:spPr>
          <a:xfrm>
            <a:off x="8193024" y="1097280"/>
            <a:ext cx="1353312" cy="0"/>
          </a:xfrm>
          <a:prstGeom prst="line">
            <a:avLst/>
          </a:prstGeom>
          <a:noFill/>
          <a:ln w="6350">
            <a:solidFill>
              <a:srgbClr val="D8D2C4"/>
            </a:solidFill>
            <a:prstDash val="solid"/>
          </a:ln>
        </p:spPr>
      </p:sp>
      <p:sp>
        <p:nvSpPr>
          <p:cNvPr id="19" name="Shape 15"/>
          <p:cNvSpPr/>
          <p:nvPr/>
        </p:nvSpPr>
        <p:spPr>
          <a:xfrm>
            <a:off x="8193024" y="1261872"/>
            <a:ext cx="1353312" cy="0"/>
          </a:xfrm>
          <a:prstGeom prst="line">
            <a:avLst/>
          </a:prstGeom>
          <a:noFill/>
          <a:ln w="6350">
            <a:solidFill>
              <a:srgbClr val="D8D2C4"/>
            </a:solidFill>
            <a:prstDash val="solid"/>
          </a:ln>
        </p:spPr>
      </p:sp>
      <p:sp>
        <p:nvSpPr>
          <p:cNvPr id="20" name="Shape 16"/>
          <p:cNvSpPr/>
          <p:nvPr/>
        </p:nvSpPr>
        <p:spPr>
          <a:xfrm>
            <a:off x="8193024" y="1426464"/>
            <a:ext cx="625450" cy="0"/>
          </a:xfrm>
          <a:prstGeom prst="line">
            <a:avLst/>
          </a:prstGeom>
          <a:noFill/>
          <a:ln w="6350">
            <a:solidFill>
              <a:srgbClr val="D8D2C4"/>
            </a:solidFill>
            <a:prstDash val="solid"/>
          </a:ln>
        </p:spPr>
      </p:sp>
      <p:sp>
        <p:nvSpPr>
          <p:cNvPr id="21" name="Shape 17"/>
          <p:cNvSpPr/>
          <p:nvPr/>
        </p:nvSpPr>
        <p:spPr>
          <a:xfrm>
            <a:off x="8193024" y="1591056"/>
            <a:ext cx="1353312" cy="0"/>
          </a:xfrm>
          <a:prstGeom prst="line">
            <a:avLst/>
          </a:prstGeom>
          <a:noFill/>
          <a:ln w="6350">
            <a:solidFill>
              <a:srgbClr val="D8D2C4"/>
            </a:solidFill>
            <a:prstDash val="solid"/>
          </a:ln>
        </p:spPr>
      </p:sp>
      <p:sp>
        <p:nvSpPr>
          <p:cNvPr id="22" name="Shape 18"/>
          <p:cNvSpPr/>
          <p:nvPr/>
        </p:nvSpPr>
        <p:spPr>
          <a:xfrm>
            <a:off x="8193024" y="1755648"/>
            <a:ext cx="1353312" cy="0"/>
          </a:xfrm>
          <a:prstGeom prst="line">
            <a:avLst/>
          </a:prstGeom>
          <a:noFill/>
          <a:ln w="6350">
            <a:solidFill>
              <a:srgbClr val="D8D2C4"/>
            </a:solidFill>
            <a:prstDash val="solid"/>
          </a:ln>
        </p:spPr>
      </p:sp>
      <p:sp>
        <p:nvSpPr>
          <p:cNvPr id="23" name="Shape 19"/>
          <p:cNvSpPr/>
          <p:nvPr/>
        </p:nvSpPr>
        <p:spPr>
          <a:xfrm>
            <a:off x="8193024" y="1920240"/>
            <a:ext cx="625450" cy="0"/>
          </a:xfrm>
          <a:prstGeom prst="line">
            <a:avLst/>
          </a:prstGeom>
          <a:noFill/>
          <a:ln w="6350">
            <a:solidFill>
              <a:srgbClr val="D8D2C4"/>
            </a:solidFill>
            <a:prstDash val="solid"/>
          </a:ln>
        </p:spPr>
      </p:sp>
      <p:sp>
        <p:nvSpPr>
          <p:cNvPr id="24" name="Text 20"/>
          <p:cNvSpPr txBox="1"/>
          <p:nvPr/>
        </p:nvSpPr>
        <p:spPr>
          <a:xfrm>
            <a:off x="8193024" y="2852928"/>
            <a:ext cx="1353312" cy="502920"/>
          </a:xfrm>
          <a:prstGeom prst="rect">
            <a:avLst/>
          </a:prstGeom>
          <a:noFill/>
          <a:ln/>
        </p:spPr>
        <p:txBody>
          <a:bodyPr wrap="square" lIns="0" tIns="0" rIns="0" bIns="0" rtlCol="0" anchor="t"/>
          <a:lstStyle/>
          <a:p>
            <a:pPr indent="0" marL="0">
              <a:lnSpc>
                <a:spcPct val="140000"/>
              </a:lnSpc>
              <a:buNone/>
            </a:pPr>
            <a:r>
              <a:rPr lang="en-US" sz="550" dirty="0">
                <a:solidFill>
                  <a:srgbClr val="7A7264"/>
                </a:solidFill>
                <a:latin typeface="Manrope" pitchFamily="34" charset="0"/>
                <a:ea typeface="Manrope" pitchFamily="34" charset="-122"/>
                <a:cs typeface="Manrope" pitchFamily="34" charset="-120"/>
              </a:rPr>
              <a:t>Five Points Digital Studio</a:t>
            </a:r>
            <a:endParaRPr lang="en-US" sz="550" dirty="0"/>
          </a:p>
          <a:p>
            <a:pPr indent="0" marL="0">
              <a:lnSpc>
                <a:spcPct val="140000"/>
              </a:lnSpc>
              <a:buNone/>
            </a:pPr>
            <a:r>
              <a:rPr lang="en-US" sz="550" dirty="0">
                <a:solidFill>
                  <a:srgbClr val="7A7264"/>
                </a:solidFill>
                <a:latin typeface="Manrope" pitchFamily="34" charset="0"/>
                <a:ea typeface="Manrope" pitchFamily="34" charset="-122"/>
                <a:cs typeface="Manrope" pitchFamily="34" charset="-120"/>
              </a:rPr>
              <a:t>Decatur, Georgia</a:t>
            </a:r>
            <a:endParaRPr lang="en-US" sz="550" dirty="0"/>
          </a:p>
          <a:p>
            <a:pPr indent="0" marL="0">
              <a:lnSpc>
                <a:spcPct val="140000"/>
              </a:lnSpc>
              <a:buNone/>
            </a:pPr>
            <a:r>
              <a:rPr lang="en-US" sz="550" dirty="0">
                <a:solidFill>
                  <a:srgbClr val="7A7264"/>
                </a:solidFill>
                <a:latin typeface="Manrope" pitchFamily="34" charset="0"/>
                <a:ea typeface="Manrope" pitchFamily="34" charset="-122"/>
                <a:cs typeface="Manrope" pitchFamily="34" charset="-120"/>
              </a:rPr>
              <a:t>fivepoints.studio</a:t>
            </a:r>
            <a:endParaRPr lang="en-US" sz="550" dirty="0"/>
          </a:p>
        </p:txBody>
      </p:sp>
      <p:sp>
        <p:nvSpPr>
          <p:cNvPr id="25" name="Text 21"/>
          <p:cNvSpPr txBox="1"/>
          <p:nvPr/>
        </p:nvSpPr>
        <p:spPr>
          <a:xfrm>
            <a:off x="8046720" y="3511296"/>
            <a:ext cx="1645920" cy="201168"/>
          </a:xfrm>
          <a:prstGeom prst="rect">
            <a:avLst/>
          </a:prstGeom>
          <a:noFill/>
          <a:ln/>
        </p:spPr>
        <p:txBody>
          <a:bodyPr wrap="square" lIns="0" tIns="0" rIns="0" bIns="0" rtlCol="0" anchor="t"/>
          <a:lstStyle/>
          <a:p>
            <a:pPr indent="0" marL="0">
              <a:buNone/>
            </a:pPr>
            <a:r>
              <a:rPr lang="en-US" sz="700" spc="180" kern="0" dirty="0">
                <a:solidFill>
                  <a:srgbClr val="7A7264"/>
                </a:solidFill>
                <a:latin typeface="Manrope" pitchFamily="34" charset="0"/>
                <a:ea typeface="Manrope" pitchFamily="34" charset="-122"/>
                <a:cs typeface="Manrope" pitchFamily="34" charset="-120"/>
              </a:rPr>
              <a:t>LETTERHEAD  ·  A4</a:t>
            </a:r>
            <a:endParaRPr lang="en-US" sz="700" dirty="0"/>
          </a:p>
        </p:txBody>
      </p:sp>
      <p:sp>
        <p:nvSpPr>
          <p:cNvPr id="26" name="Shape 22"/>
          <p:cNvSpPr/>
          <p:nvPr/>
        </p:nvSpPr>
        <p:spPr>
          <a:xfrm>
            <a:off x="10076688" y="274320"/>
            <a:ext cx="1645920" cy="3108960"/>
          </a:xfrm>
          <a:prstGeom prst="roundRect">
            <a:avLst>
              <a:gd name="adj" fmla="val 5000"/>
            </a:avLst>
          </a:prstGeom>
          <a:solidFill>
            <a:srgbClr val="EDEAE3"/>
          </a:solidFill>
          <a:ln w="9525">
            <a:solidFill>
              <a:srgbClr val="D8D2C4"/>
            </a:solidFill>
            <a:prstDash val="solid"/>
          </a:ln>
        </p:spPr>
      </p:sp>
      <p:sp>
        <p:nvSpPr>
          <p:cNvPr id="27" name="Text 23"/>
          <p:cNvSpPr txBox="1"/>
          <p:nvPr/>
        </p:nvSpPr>
        <p:spPr>
          <a:xfrm>
            <a:off x="10076688" y="1682496"/>
            <a:ext cx="1645920" cy="292608"/>
          </a:xfrm>
          <a:prstGeom prst="rect">
            <a:avLst/>
          </a:prstGeom>
          <a:noFill/>
          <a:ln/>
        </p:spPr>
        <p:txBody>
          <a:bodyPr wrap="square" lIns="0" tIns="0" rIns="0" bIns="0" rtlCol="0" anchor="ctr"/>
          <a:lstStyle/>
          <a:p>
            <a:pPr algn="ctr" indent="0" marL="0">
              <a:buNone/>
            </a:pPr>
            <a:r>
              <a:rPr lang="en-US" sz="700" spc="160" kern="0" dirty="0">
                <a:solidFill>
                  <a:srgbClr val="7A7264"/>
                </a:solidFill>
                <a:latin typeface="Manrope" pitchFamily="34" charset="0"/>
                <a:ea typeface="Manrope" pitchFamily="34" charset="-122"/>
                <a:cs typeface="Manrope" pitchFamily="34" charset="-120"/>
              </a:rPr>
              <a:t>ONE PAGE</a:t>
            </a:r>
            <a:endParaRPr lang="en-US" sz="700" dirty="0"/>
          </a:p>
        </p:txBody>
      </p:sp>
      <p:sp>
        <p:nvSpPr>
          <p:cNvPr id="28" name="Text 24"/>
          <p:cNvSpPr txBox="1"/>
          <p:nvPr/>
        </p:nvSpPr>
        <p:spPr>
          <a:xfrm>
            <a:off x="10076688" y="3502152"/>
            <a:ext cx="1645920" cy="201168"/>
          </a:xfrm>
          <a:prstGeom prst="rect">
            <a:avLst/>
          </a:prstGeom>
          <a:noFill/>
          <a:ln/>
        </p:spPr>
        <p:txBody>
          <a:bodyPr wrap="square" lIns="0" tIns="0" rIns="0" bIns="0" rtlCol="0" anchor="t"/>
          <a:lstStyle/>
          <a:p>
            <a:pPr indent="0" marL="0">
              <a:buNone/>
            </a:pPr>
            <a:r>
              <a:rPr lang="en-US" sz="700" spc="180" kern="0" dirty="0">
                <a:solidFill>
                  <a:srgbClr val="7A7264"/>
                </a:solidFill>
                <a:latin typeface="Manrope" pitchFamily="34" charset="0"/>
                <a:ea typeface="Manrope" pitchFamily="34" charset="-122"/>
                <a:cs typeface="Manrope" pitchFamily="34" charset="-120"/>
              </a:rPr>
              <a:t>THE PLAN  ·  A4</a:t>
            </a:r>
            <a:endParaRPr lang="en-US" sz="700" dirty="0"/>
          </a:p>
        </p:txBody>
      </p:sp>
      <p:sp>
        <p:nvSpPr>
          <p:cNvPr id="29" name="Shape 25"/>
          <p:cNvSpPr/>
          <p:nvPr/>
        </p:nvSpPr>
        <p:spPr>
          <a:xfrm>
            <a:off x="3611880" y="3931920"/>
            <a:ext cx="4457700" cy="1463040"/>
          </a:xfrm>
          <a:prstGeom prst="roundRect">
            <a:avLst>
              <a:gd name="adj" fmla="val 5625"/>
            </a:avLst>
          </a:prstGeom>
          <a:solidFill>
            <a:srgbClr val="EDEAE3"/>
          </a:solidFill>
          <a:ln w="9525">
            <a:solidFill>
              <a:srgbClr val="D8D2C4"/>
            </a:solidFill>
            <a:prstDash val="solid"/>
          </a:ln>
        </p:spPr>
      </p:sp>
      <p:sp>
        <p:nvSpPr>
          <p:cNvPr id="30" name="Text 26"/>
          <p:cNvSpPr txBox="1"/>
          <p:nvPr/>
        </p:nvSpPr>
        <p:spPr>
          <a:xfrm>
            <a:off x="3611880" y="4517136"/>
            <a:ext cx="4457700" cy="292608"/>
          </a:xfrm>
          <a:prstGeom prst="rect">
            <a:avLst/>
          </a:prstGeom>
          <a:noFill/>
          <a:ln/>
        </p:spPr>
        <p:txBody>
          <a:bodyPr wrap="square" lIns="0" tIns="0" rIns="0" bIns="0" rtlCol="0" anchor="ctr"/>
          <a:lstStyle/>
          <a:p>
            <a:pPr algn="ctr" indent="0" marL="0">
              <a:buNone/>
            </a:pPr>
            <a:r>
              <a:rPr lang="en-US" sz="700" spc="160" kern="0" dirty="0">
                <a:solidFill>
                  <a:srgbClr val="7A7264"/>
                </a:solidFill>
                <a:latin typeface="Manrope" pitchFamily="34" charset="0"/>
                <a:ea typeface="Manrope" pitchFamily="34" charset="-122"/>
                <a:cs typeface="Manrope" pitchFamily="34" charset="-120"/>
              </a:rPr>
              <a:t>A5 BOOK</a:t>
            </a:r>
            <a:endParaRPr lang="en-US" sz="700" dirty="0"/>
          </a:p>
        </p:txBody>
      </p:sp>
      <p:sp>
        <p:nvSpPr>
          <p:cNvPr id="31" name="Text 27"/>
          <p:cNvSpPr txBox="1"/>
          <p:nvPr/>
        </p:nvSpPr>
        <p:spPr>
          <a:xfrm>
            <a:off x="3611880" y="5513832"/>
            <a:ext cx="4457700" cy="201168"/>
          </a:xfrm>
          <a:prstGeom prst="rect">
            <a:avLst/>
          </a:prstGeom>
          <a:noFill/>
          <a:ln/>
        </p:spPr>
        <p:txBody>
          <a:bodyPr wrap="square" lIns="0" tIns="0" rIns="0" bIns="0" rtlCol="0" anchor="t"/>
          <a:lstStyle/>
          <a:p>
            <a:pPr indent="0" marL="0">
              <a:buNone/>
            </a:pPr>
            <a:r>
              <a:rPr lang="en-US" sz="700" spc="180" kern="0" dirty="0">
                <a:solidFill>
                  <a:srgbClr val="7A7264"/>
                </a:solidFill>
                <a:latin typeface="Manrope" pitchFamily="34" charset="0"/>
                <a:ea typeface="Manrope" pitchFamily="34" charset="-122"/>
                <a:cs typeface="Manrope" pitchFamily="34" charset="-120"/>
              </a:rPr>
              <a:t>THE KEYS  ·  THE FOLDER HANDED OVER</a:t>
            </a:r>
            <a:endParaRPr lang="en-US" sz="700" dirty="0"/>
          </a:p>
        </p:txBody>
      </p:sp>
      <p:sp>
        <p:nvSpPr>
          <p:cNvPr id="32" name="Shape 28"/>
          <p:cNvSpPr/>
          <p:nvPr/>
        </p:nvSpPr>
        <p:spPr>
          <a:xfrm>
            <a:off x="8389620" y="3931920"/>
            <a:ext cx="3332988" cy="1463040"/>
          </a:xfrm>
          <a:prstGeom prst="roundRect">
            <a:avLst>
              <a:gd name="adj" fmla="val 5625"/>
            </a:avLst>
          </a:prstGeom>
          <a:solidFill>
            <a:srgbClr val="EDEAE3"/>
          </a:solidFill>
          <a:ln w="9525">
            <a:solidFill>
              <a:srgbClr val="D8D2C4"/>
            </a:solidFill>
            <a:prstDash val="solid"/>
          </a:ln>
        </p:spPr>
      </p:sp>
      <p:sp>
        <p:nvSpPr>
          <p:cNvPr id="33" name="Text 29"/>
          <p:cNvSpPr txBox="1"/>
          <p:nvPr/>
        </p:nvSpPr>
        <p:spPr>
          <a:xfrm>
            <a:off x="8389620" y="4517136"/>
            <a:ext cx="3332988" cy="292608"/>
          </a:xfrm>
          <a:prstGeom prst="rect">
            <a:avLst/>
          </a:prstGeom>
          <a:noFill/>
          <a:ln/>
        </p:spPr>
        <p:txBody>
          <a:bodyPr wrap="square" lIns="0" tIns="0" rIns="0" bIns="0" rtlCol="0" anchor="ctr"/>
          <a:lstStyle/>
          <a:p>
            <a:pPr algn="ctr" indent="0" marL="0">
              <a:buNone/>
            </a:pPr>
            <a:r>
              <a:rPr lang="en-US" sz="700" spc="160" kern="0" dirty="0">
                <a:solidFill>
                  <a:srgbClr val="7A7264"/>
                </a:solidFill>
                <a:latin typeface="Manrope" pitchFamily="34" charset="0"/>
                <a:ea typeface="Manrope" pitchFamily="34" charset="-122"/>
                <a:cs typeface="Manrope" pitchFamily="34" charset="-120"/>
              </a:rPr>
              <a:t>SLIP</a:t>
            </a:r>
            <a:endParaRPr lang="en-US" sz="700" dirty="0"/>
          </a:p>
        </p:txBody>
      </p:sp>
      <p:sp>
        <p:nvSpPr>
          <p:cNvPr id="34" name="Text 30"/>
          <p:cNvSpPr txBox="1"/>
          <p:nvPr/>
        </p:nvSpPr>
        <p:spPr>
          <a:xfrm>
            <a:off x="8389620" y="5513832"/>
            <a:ext cx="3332988" cy="201168"/>
          </a:xfrm>
          <a:prstGeom prst="rect">
            <a:avLst/>
          </a:prstGeom>
          <a:noFill/>
          <a:ln/>
        </p:spPr>
        <p:txBody>
          <a:bodyPr wrap="square" lIns="0" tIns="0" rIns="0" bIns="0" rtlCol="0" anchor="t"/>
          <a:lstStyle/>
          <a:p>
            <a:pPr indent="0" marL="0">
              <a:buNone/>
            </a:pPr>
            <a:r>
              <a:rPr lang="en-US" sz="700" spc="180" kern="0" dirty="0">
                <a:solidFill>
                  <a:srgbClr val="7A7264"/>
                </a:solidFill>
                <a:latin typeface="Manrope" pitchFamily="34" charset="0"/>
                <a:ea typeface="Manrope" pitchFamily="34" charset="-122"/>
                <a:cs typeface="Manrope" pitchFamily="34" charset="-120"/>
              </a:rPr>
              <a:t>WITH COMPLIMENTS  ·  DL</a:t>
            </a:r>
            <a:endParaRPr lang="en-US" sz="7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8F8F8"/>
        </a:solidFill>
      </p:bgPr>
    </p:bg>
    <p:spTree>
      <p:nvGrpSpPr>
        <p:cNvPr id="1" name=""/>
        <p:cNvGrpSpPr/>
        <p:nvPr/>
      </p:nvGrpSpPr>
      <p:grpSpPr>
        <a:xfrm>
          <a:off x="0" y="0"/>
          <a:ext cx="0" cy="0"/>
          <a:chOff x="0" y="0"/>
          <a:chExt cx="0" cy="0"/>
        </a:xfrm>
      </p:grpSpPr>
      <p:sp>
        <p:nvSpPr>
          <p:cNvPr id="2" name="Shape 0"/>
          <p:cNvSpPr/>
          <p:nvPr/>
        </p:nvSpPr>
        <p:spPr>
          <a:xfrm>
            <a:off x="566928" y="274320"/>
            <a:ext cx="0" cy="6309360"/>
          </a:xfrm>
          <a:prstGeom prst="line">
            <a:avLst/>
          </a:prstGeom>
          <a:noFill/>
          <a:ln w="9525">
            <a:solidFill>
              <a:srgbClr val="BDB4A2"/>
            </a:solidFill>
            <a:prstDash val="solid"/>
          </a:ln>
        </p:spPr>
      </p:sp>
      <p:sp>
        <p:nvSpPr>
          <p:cNvPr id="3" name="Text 1"/>
          <p:cNvSpPr txBox="1"/>
          <p:nvPr/>
        </p:nvSpPr>
        <p:spPr>
          <a:xfrm rot="16200000">
            <a:off x="9144" y="256032"/>
            <a:ext cx="457200" cy="274320"/>
          </a:xfrm>
          <a:prstGeom prst="rect">
            <a:avLst/>
          </a:prstGeom>
          <a:noFill/>
          <a:ln/>
        </p:spPr>
        <p:txBody>
          <a:bodyPr wrap="none" lIns="0" tIns="0" rIns="0" bIns="0" rtlCol="0" anchor="ctr"/>
          <a:lstStyle/>
          <a:p>
            <a:pPr algn="ctr" indent="0" marL="0">
              <a:buNone/>
            </a:pPr>
            <a:r>
              <a:rPr lang="en-US" sz="700" spc="160" kern="0" dirty="0">
                <a:solidFill>
                  <a:srgbClr val="7A7264"/>
                </a:solidFill>
                <a:latin typeface="Manrope" pitchFamily="34" charset="0"/>
                <a:ea typeface="Manrope" pitchFamily="34" charset="-122"/>
                <a:cs typeface="Manrope" pitchFamily="34" charset="-120"/>
              </a:rPr>
              <a:t>041</a:t>
            </a:r>
            <a:endParaRPr lang="en-US" sz="700" dirty="0"/>
          </a:p>
        </p:txBody>
      </p:sp>
      <p:sp>
        <p:nvSpPr>
          <p:cNvPr id="4" name="Text 2"/>
          <p:cNvSpPr txBox="1"/>
          <p:nvPr/>
        </p:nvSpPr>
        <p:spPr>
          <a:xfrm rot="16200000">
            <a:off x="-950976" y="5257800"/>
            <a:ext cx="2377440" cy="274320"/>
          </a:xfrm>
          <a:prstGeom prst="rect">
            <a:avLst/>
          </a:prstGeom>
          <a:noFill/>
          <a:ln/>
        </p:spPr>
        <p:txBody>
          <a:bodyPr wrap="none" lIns="0" tIns="0" rIns="0" bIns="0" rtlCol="0" anchor="ctr"/>
          <a:lstStyle/>
          <a:p>
            <a:pPr algn="l" indent="0" marL="0">
              <a:buNone/>
            </a:pPr>
            <a:r>
              <a:rPr lang="en-US" sz="700" spc="160" kern="0" dirty="0">
                <a:solidFill>
                  <a:srgbClr val="7A7264"/>
                </a:solidFill>
                <a:latin typeface="Manrope" pitchFamily="34" charset="0"/>
                <a:ea typeface="Manrope" pitchFamily="34" charset="-122"/>
                <a:cs typeface="Manrope" pitchFamily="34" charset="-120"/>
              </a:rPr>
              <a:t>THE IDENTITY BOOK</a:t>
            </a:r>
            <a:endParaRPr lang="en-US" sz="700" dirty="0"/>
          </a:p>
        </p:txBody>
      </p:sp>
      <p:sp>
        <p:nvSpPr>
          <p:cNvPr id="5" name="Shape 3"/>
          <p:cNvSpPr/>
          <p:nvPr/>
        </p:nvSpPr>
        <p:spPr>
          <a:xfrm>
            <a:off x="3474720" y="274320"/>
            <a:ext cx="0" cy="6309360"/>
          </a:xfrm>
          <a:prstGeom prst="line">
            <a:avLst/>
          </a:prstGeom>
          <a:noFill/>
          <a:ln w="9525">
            <a:solidFill>
              <a:srgbClr val="BDB4A2"/>
            </a:solidFill>
            <a:prstDash val="solid"/>
          </a:ln>
        </p:spPr>
      </p:sp>
      <p:sp>
        <p:nvSpPr>
          <p:cNvPr id="6" name="Text 4"/>
          <p:cNvSpPr txBox="1"/>
          <p:nvPr/>
        </p:nvSpPr>
        <p:spPr>
          <a:xfrm>
            <a:off x="749808" y="292608"/>
            <a:ext cx="2619756" cy="201168"/>
          </a:xfrm>
          <a:prstGeom prst="rect">
            <a:avLst/>
          </a:prstGeom>
          <a:noFill/>
          <a:ln/>
        </p:spPr>
        <p:txBody>
          <a:bodyPr wrap="square" lIns="0" tIns="0" rIns="0" bIns="0" rtlCol="0" anchor="t"/>
          <a:lstStyle/>
          <a:p>
            <a:pPr indent="0" marL="0">
              <a:buNone/>
            </a:pPr>
            <a:r>
              <a:rPr lang="en-US" sz="900" b="1" spc="180" kern="0" dirty="0">
                <a:solidFill>
                  <a:srgbClr val="0F0F10"/>
                </a:solidFill>
                <a:latin typeface="Manrope" pitchFamily="34" charset="0"/>
                <a:ea typeface="Manrope" pitchFamily="34" charset="-122"/>
                <a:cs typeface="Manrope" pitchFamily="34" charset="-120"/>
              </a:rPr>
              <a:t>7.4  DIGITAL</a:t>
            </a:r>
            <a:endParaRPr lang="en-US" sz="900" dirty="0"/>
          </a:p>
        </p:txBody>
      </p:sp>
      <p:sp>
        <p:nvSpPr>
          <p:cNvPr id="7" name="Text 5"/>
          <p:cNvSpPr txBox="1"/>
          <p:nvPr/>
        </p:nvSpPr>
        <p:spPr>
          <a:xfrm>
            <a:off x="749808" y="694944"/>
            <a:ext cx="2619756" cy="3840480"/>
          </a:xfrm>
          <a:prstGeom prst="rect">
            <a:avLst/>
          </a:prstGeom>
          <a:noFill/>
          <a:ln/>
        </p:spPr>
        <p:txBody>
          <a:bodyPr wrap="square" lIns="0" tIns="0" rIns="0" bIns="0" rtlCol="0" anchor="t"/>
          <a:lstStyle/>
          <a:p>
            <a:pPr indent="0" marL="0">
              <a:lnSpc>
                <a:spcPct val="142000"/>
              </a:lnSpc>
              <a:buNone/>
            </a:pPr>
            <a:r>
              <a:rPr lang="en-US" sz="1150" dirty="0">
                <a:solidFill>
                  <a:srgbClr val="1C1A17"/>
                </a:solidFill>
                <a:latin typeface="Bookmania" pitchFamily="34" charset="0"/>
                <a:ea typeface="Bookmania" pitchFamily="34" charset="-122"/>
                <a:cs typeface="Bookmania" pitchFamily="34" charset="-120"/>
              </a:rPr>
              <a:t>Bone and ink are not light mode and dark mode. The register of a page is set by its content, never by the preference of the machine.</a:t>
            </a:r>
            <a:endParaRPr lang="en-US" sz="1150" dirty="0"/>
          </a:p>
        </p:txBody>
      </p:sp>
      <p:sp>
        <p:nvSpPr>
          <p:cNvPr id="8" name="Text 6"/>
          <p:cNvSpPr txBox="1"/>
          <p:nvPr/>
        </p:nvSpPr>
        <p:spPr>
          <a:xfrm>
            <a:off x="749808" y="5166360"/>
            <a:ext cx="2619756" cy="1417320"/>
          </a:xfrm>
          <a:prstGeom prst="rect">
            <a:avLst/>
          </a:prstGeom>
          <a:noFill/>
          <a:ln/>
        </p:spPr>
        <p:txBody>
          <a:bodyPr wrap="square" lIns="0" tIns="0" rIns="0" bIns="0" rtlCol="0" anchor="t"/>
          <a:lstStyle/>
          <a:p>
            <a:pPr indent="0" marL="0">
              <a:lnSpc>
                <a:spcPct val="140000"/>
              </a:lnSpc>
              <a:buNone/>
            </a:pPr>
            <a:r>
              <a:rPr lang="en-US" sz="950" dirty="0">
                <a:solidFill>
                  <a:srgbClr val="5E574C"/>
                </a:solidFill>
                <a:latin typeface="Manrope" pitchFamily="34" charset="0"/>
                <a:ea typeface="Manrope" pitchFamily="34" charset="-122"/>
                <a:cs typeface="Manrope" pitchFamily="34" charset="-120"/>
              </a:rPr>
              <a:t>Corners carry the mark radius. Hover is tonal only. Motion is fades and position moves, 200 to 400 milliseconds, and honours reduced motion.</a:t>
            </a:r>
            <a:endParaRPr lang="en-US" sz="950" dirty="0"/>
          </a:p>
        </p:txBody>
      </p:sp>
      <p:sp>
        <p:nvSpPr>
          <p:cNvPr id="9" name="Shape 7"/>
          <p:cNvSpPr/>
          <p:nvPr/>
        </p:nvSpPr>
        <p:spPr>
          <a:xfrm>
            <a:off x="3611880" y="274320"/>
            <a:ext cx="4457700" cy="3017520"/>
          </a:xfrm>
          <a:prstGeom prst="roundRect">
            <a:avLst>
              <a:gd name="adj" fmla="val 2727"/>
            </a:avLst>
          </a:prstGeom>
          <a:solidFill>
            <a:srgbClr val="0F0F10"/>
          </a:solidFill>
          <a:ln/>
        </p:spPr>
      </p:sp>
      <p:sp>
        <p:nvSpPr>
          <p:cNvPr id="10" name="Shape 8"/>
          <p:cNvSpPr/>
          <p:nvPr/>
        </p:nvSpPr>
        <p:spPr>
          <a:xfrm>
            <a:off x="3611880" y="292608"/>
            <a:ext cx="4457700" cy="256032"/>
          </a:xfrm>
          <a:prstGeom prst="rect">
            <a:avLst/>
          </a:prstGeom>
          <a:solidFill>
            <a:srgbClr val="1C1A17"/>
          </a:solidFill>
          <a:ln/>
        </p:spPr>
      </p:sp>
      <p:pic>
        <p:nvPicPr>
          <p:cNvPr id="11" name="Image 0" descr="/private/tmp/claude-501/-Users-martyspicer-Alfred-Pennyworth/0034c3d3-651d-4bed-a452-888191aa8c47/scratchpad/mark-micro-bone.png">    </p:cNvPr>
          <p:cNvPicPr>
            <a:picLocks noChangeAspect="1"/>
          </p:cNvPicPr>
          <p:nvPr/>
        </p:nvPicPr>
        <p:blipFill>
          <a:blip r:embed="rId1"/>
          <a:stretch>
            <a:fillRect/>
          </a:stretch>
        </p:blipFill>
        <p:spPr>
          <a:xfrm>
            <a:off x="3739896" y="329184"/>
            <a:ext cx="173736" cy="173736"/>
          </a:xfrm>
          <a:prstGeom prst="rect">
            <a:avLst/>
          </a:prstGeom>
        </p:spPr>
      </p:pic>
      <p:sp>
        <p:nvSpPr>
          <p:cNvPr id="12" name="Text 9"/>
          <p:cNvSpPr txBox="1"/>
          <p:nvPr/>
        </p:nvSpPr>
        <p:spPr>
          <a:xfrm>
            <a:off x="3922776" y="1143000"/>
            <a:ext cx="3835908" cy="1005840"/>
          </a:xfrm>
          <a:prstGeom prst="rect">
            <a:avLst/>
          </a:prstGeom>
          <a:noFill/>
          <a:ln/>
        </p:spPr>
        <p:txBody>
          <a:bodyPr wrap="square" lIns="0" tIns="0" rIns="0" bIns="0" rtlCol="0" anchor="t"/>
          <a:lstStyle/>
          <a:p>
            <a:pPr indent="0" marL="0">
              <a:lnSpc>
                <a:spcPct val="108000"/>
              </a:lnSpc>
              <a:buNone/>
            </a:pPr>
            <a:r>
              <a:rPr lang="en-US" sz="2200" dirty="0">
                <a:solidFill>
                  <a:srgbClr val="EAE0C8"/>
                </a:solidFill>
                <a:latin typeface="Bookmania" pitchFamily="34" charset="0"/>
                <a:ea typeface="Bookmania" pitchFamily="34" charset="-122"/>
                <a:cs typeface="Bookmania" pitchFamily="34" charset="-120"/>
              </a:rPr>
              <a:t>We bring the city</a:t>
            </a:r>
            <a:endParaRPr lang="en-US" sz="2200" dirty="0"/>
          </a:p>
          <a:p>
            <a:pPr indent="0" marL="0">
              <a:lnSpc>
                <a:spcPct val="108000"/>
              </a:lnSpc>
              <a:buNone/>
            </a:pPr>
            <a:r>
              <a:rPr lang="en-US" sz="2200" dirty="0">
                <a:solidFill>
                  <a:srgbClr val="EAE0C8"/>
                </a:solidFill>
                <a:latin typeface="Bookmania" pitchFamily="34" charset="0"/>
                <a:ea typeface="Bookmania" pitchFamily="34" charset="-122"/>
                <a:cs typeface="Bookmania" pitchFamily="34" charset="-120"/>
              </a:rPr>
              <a:t>to your door.</a:t>
            </a:r>
            <a:endParaRPr lang="en-US" sz="2200" dirty="0"/>
          </a:p>
        </p:txBody>
      </p:sp>
      <p:sp>
        <p:nvSpPr>
          <p:cNvPr id="13" name="Shape 10"/>
          <p:cNvSpPr/>
          <p:nvPr/>
        </p:nvSpPr>
        <p:spPr>
          <a:xfrm>
            <a:off x="3922776" y="2359152"/>
            <a:ext cx="1371600" cy="310896"/>
          </a:xfrm>
          <a:prstGeom prst="roundRect">
            <a:avLst>
              <a:gd name="adj" fmla="val 14706"/>
            </a:avLst>
          </a:prstGeom>
          <a:solidFill>
            <a:srgbClr val="EAE0C8"/>
          </a:solidFill>
          <a:ln/>
        </p:spPr>
      </p:sp>
      <p:sp>
        <p:nvSpPr>
          <p:cNvPr id="14" name="Text 11"/>
          <p:cNvSpPr txBox="1"/>
          <p:nvPr/>
        </p:nvSpPr>
        <p:spPr>
          <a:xfrm>
            <a:off x="3922776" y="2423160"/>
            <a:ext cx="1371600" cy="219456"/>
          </a:xfrm>
          <a:prstGeom prst="rect">
            <a:avLst/>
          </a:prstGeom>
          <a:noFill/>
          <a:ln/>
        </p:spPr>
        <p:txBody>
          <a:bodyPr wrap="square" lIns="0" tIns="0" rIns="0" bIns="0" rtlCol="0" anchor="t"/>
          <a:lstStyle/>
          <a:p>
            <a:pPr algn="ctr" indent="0" marL="0">
              <a:buNone/>
            </a:pPr>
            <a:r>
              <a:rPr lang="en-US" sz="750" b="1" dirty="0">
                <a:solidFill>
                  <a:srgbClr val="0F0F10"/>
                </a:solidFill>
                <a:latin typeface="Manrope" pitchFamily="34" charset="0"/>
                <a:ea typeface="Manrope" pitchFamily="34" charset="-122"/>
                <a:cs typeface="Manrope" pitchFamily="34" charset="-120"/>
              </a:rPr>
              <a:t>Book the first call</a:t>
            </a:r>
            <a:endParaRPr lang="en-US" sz="750" dirty="0"/>
          </a:p>
        </p:txBody>
      </p:sp>
      <p:sp>
        <p:nvSpPr>
          <p:cNvPr id="15" name="Text 12"/>
          <p:cNvSpPr txBox="1"/>
          <p:nvPr/>
        </p:nvSpPr>
        <p:spPr>
          <a:xfrm>
            <a:off x="3611880" y="3419856"/>
            <a:ext cx="4457700" cy="201168"/>
          </a:xfrm>
          <a:prstGeom prst="rect">
            <a:avLst/>
          </a:prstGeom>
          <a:noFill/>
          <a:ln/>
        </p:spPr>
        <p:txBody>
          <a:bodyPr wrap="square" lIns="0" tIns="0" rIns="0" bIns="0" rtlCol="0" anchor="t"/>
          <a:lstStyle/>
          <a:p>
            <a:pPr indent="0" marL="0">
              <a:buNone/>
            </a:pPr>
            <a:r>
              <a:rPr lang="en-US" sz="700" spc="180" kern="0" dirty="0">
                <a:solidFill>
                  <a:srgbClr val="7A7264"/>
                </a:solidFill>
                <a:latin typeface="Manrope" pitchFamily="34" charset="0"/>
                <a:ea typeface="Manrope" pitchFamily="34" charset="-122"/>
                <a:cs typeface="Manrope" pitchFamily="34" charset="-120"/>
              </a:rPr>
              <a:t>FIVEPOINTS.STUDIO  ·  THE HERO</a:t>
            </a:r>
            <a:endParaRPr lang="en-US" sz="700" dirty="0"/>
          </a:p>
        </p:txBody>
      </p:sp>
      <p:sp>
        <p:nvSpPr>
          <p:cNvPr id="16" name="Shape 13"/>
          <p:cNvSpPr/>
          <p:nvPr/>
        </p:nvSpPr>
        <p:spPr>
          <a:xfrm>
            <a:off x="8435340" y="274320"/>
            <a:ext cx="1515618" cy="1515618"/>
          </a:xfrm>
          <a:prstGeom prst="roundRect">
            <a:avLst>
              <a:gd name="adj" fmla="val 5430"/>
            </a:avLst>
          </a:prstGeom>
          <a:solidFill>
            <a:srgbClr val="F6DDDD"/>
          </a:solidFill>
          <a:ln/>
        </p:spPr>
      </p:sp>
      <p:sp>
        <p:nvSpPr>
          <p:cNvPr id="17" name="Text 14"/>
          <p:cNvSpPr txBox="1"/>
          <p:nvPr/>
        </p:nvSpPr>
        <p:spPr>
          <a:xfrm>
            <a:off x="8636508" y="530352"/>
            <a:ext cx="1113282" cy="960120"/>
          </a:xfrm>
          <a:prstGeom prst="rect">
            <a:avLst/>
          </a:prstGeom>
          <a:noFill/>
          <a:ln/>
        </p:spPr>
        <p:txBody>
          <a:bodyPr wrap="square" lIns="0" tIns="0" rIns="0" bIns="0" rtlCol="0" anchor="t"/>
          <a:lstStyle/>
          <a:p>
            <a:pPr indent="0" marL="0">
              <a:lnSpc>
                <a:spcPct val="132000"/>
              </a:lnSpc>
              <a:buNone/>
            </a:pPr>
            <a:r>
              <a:rPr lang="en-US" sz="1200" dirty="0">
                <a:solidFill>
                  <a:srgbClr val="A72C2C"/>
                </a:solidFill>
                <a:latin typeface="Bookmania" pitchFamily="34" charset="0"/>
                <a:ea typeface="Bookmania" pitchFamily="34" charset="-122"/>
                <a:cs typeface="Bookmania" pitchFamily="34" charset="-120"/>
              </a:rPr>
              <a:t>Never lose</a:t>
            </a:r>
            <a:endParaRPr lang="en-US" sz="1200" dirty="0"/>
          </a:p>
          <a:p>
            <a:pPr indent="0" marL="0">
              <a:lnSpc>
                <a:spcPct val="132000"/>
              </a:lnSpc>
              <a:buNone/>
            </a:pPr>
            <a:r>
              <a:rPr lang="en-US" sz="1200" dirty="0">
                <a:solidFill>
                  <a:srgbClr val="A72C2C"/>
                </a:solidFill>
                <a:latin typeface="Bookmania" pitchFamily="34" charset="0"/>
                <a:ea typeface="Bookmania" pitchFamily="34" charset="-122"/>
                <a:cs typeface="Bookmania" pitchFamily="34" charset="-120"/>
              </a:rPr>
              <a:t>another job</a:t>
            </a:r>
            <a:endParaRPr lang="en-US" sz="1200" dirty="0"/>
          </a:p>
          <a:p>
            <a:pPr indent="0" marL="0">
              <a:lnSpc>
                <a:spcPct val="132000"/>
              </a:lnSpc>
              <a:buNone/>
            </a:pPr>
            <a:r>
              <a:rPr lang="en-US" sz="1200" dirty="0">
                <a:solidFill>
                  <a:srgbClr val="A72C2C"/>
                </a:solidFill>
                <a:latin typeface="Bookmania" pitchFamily="34" charset="0"/>
                <a:ea typeface="Bookmania" pitchFamily="34" charset="-122"/>
                <a:cs typeface="Bookmania" pitchFamily="34" charset="-120"/>
              </a:rPr>
              <a:t>you could</a:t>
            </a:r>
            <a:endParaRPr lang="en-US" sz="1200" dirty="0"/>
          </a:p>
          <a:p>
            <a:pPr indent="0" marL="0">
              <a:lnSpc>
                <a:spcPct val="132000"/>
              </a:lnSpc>
              <a:buNone/>
            </a:pPr>
            <a:r>
              <a:rPr lang="en-US" sz="1200" dirty="0">
                <a:solidFill>
                  <a:srgbClr val="A72C2C"/>
                </a:solidFill>
                <a:latin typeface="Bookmania" pitchFamily="34" charset="0"/>
                <a:ea typeface="Bookmania" pitchFamily="34" charset="-122"/>
                <a:cs typeface="Bookmania" pitchFamily="34" charset="-120"/>
              </a:rPr>
              <a:t>have won.</a:t>
            </a:r>
            <a:endParaRPr lang="en-US" sz="1200" dirty="0"/>
          </a:p>
        </p:txBody>
      </p:sp>
      <p:pic>
        <p:nvPicPr>
          <p:cNvPr id="18" name="Image 1" descr="/private/tmp/claude-501/-Users-martyspicer-Alfred-Pennyworth/0034c3d3-651d-4bed-a452-888191aa8c47/scratchpad/mark-primary-ink.png">    </p:cNvPr>
          <p:cNvPicPr>
            <a:picLocks noChangeAspect="1"/>
          </p:cNvPicPr>
          <p:nvPr/>
        </p:nvPicPr>
        <p:blipFill>
          <a:blip r:embed="rId2"/>
          <a:stretch>
            <a:fillRect/>
          </a:stretch>
        </p:blipFill>
        <p:spPr>
          <a:xfrm>
            <a:off x="9493758" y="1332738"/>
            <a:ext cx="256032" cy="256032"/>
          </a:xfrm>
          <a:prstGeom prst="rect">
            <a:avLst/>
          </a:prstGeom>
        </p:spPr>
      </p:pic>
      <p:sp>
        <p:nvSpPr>
          <p:cNvPr id="19" name="Text 15"/>
          <p:cNvSpPr txBox="1"/>
          <p:nvPr/>
        </p:nvSpPr>
        <p:spPr>
          <a:xfrm>
            <a:off x="8435340" y="1917954"/>
            <a:ext cx="1515618" cy="201168"/>
          </a:xfrm>
          <a:prstGeom prst="rect">
            <a:avLst/>
          </a:prstGeom>
          <a:noFill/>
          <a:ln/>
        </p:spPr>
        <p:txBody>
          <a:bodyPr wrap="square" lIns="0" tIns="0" rIns="0" bIns="0" rtlCol="0" anchor="t"/>
          <a:lstStyle/>
          <a:p>
            <a:pPr indent="0" marL="0">
              <a:buNone/>
            </a:pPr>
            <a:r>
              <a:rPr lang="en-US" sz="700" spc="180" kern="0" dirty="0">
                <a:solidFill>
                  <a:srgbClr val="7A7264"/>
                </a:solidFill>
                <a:latin typeface="Manrope" pitchFamily="34" charset="0"/>
                <a:ea typeface="Manrope" pitchFamily="34" charset="-122"/>
                <a:cs typeface="Manrope" pitchFamily="34" charset="-120"/>
              </a:rPr>
              <a:t>SOCIAL</a:t>
            </a:r>
            <a:endParaRPr lang="en-US" sz="700" dirty="0"/>
          </a:p>
        </p:txBody>
      </p:sp>
      <p:sp>
        <p:nvSpPr>
          <p:cNvPr id="20" name="Shape 16"/>
          <p:cNvSpPr/>
          <p:nvPr/>
        </p:nvSpPr>
        <p:spPr>
          <a:xfrm>
            <a:off x="10206990" y="274320"/>
            <a:ext cx="1515618" cy="1515618"/>
          </a:xfrm>
          <a:prstGeom prst="roundRect">
            <a:avLst>
              <a:gd name="adj" fmla="val 5430"/>
            </a:avLst>
          </a:prstGeom>
          <a:solidFill>
            <a:srgbClr val="FFFFFF"/>
          </a:solidFill>
          <a:ln w="6350">
            <a:solidFill>
              <a:srgbClr val="BDB4A2"/>
            </a:solidFill>
            <a:prstDash val="solid"/>
          </a:ln>
        </p:spPr>
      </p:sp>
      <p:pic>
        <p:nvPicPr>
          <p:cNvPr id="21" name="Image 2" descr="/private/tmp/claude-501/-Users-martyspicer-Alfred-Pennyworth/0034c3d3-651d-4bed-a452-888191aa8c47/scratchpad/mark-primary-ink.png">    </p:cNvPr>
          <p:cNvPicPr>
            <a:picLocks noChangeAspect="1"/>
          </p:cNvPicPr>
          <p:nvPr/>
        </p:nvPicPr>
        <p:blipFill>
          <a:blip r:embed="rId3"/>
          <a:stretch>
            <a:fillRect/>
          </a:stretch>
        </p:blipFill>
        <p:spPr>
          <a:xfrm>
            <a:off x="10389870" y="457200"/>
            <a:ext cx="237744" cy="237744"/>
          </a:xfrm>
          <a:prstGeom prst="rect">
            <a:avLst/>
          </a:prstGeom>
        </p:spPr>
      </p:pic>
      <p:sp>
        <p:nvSpPr>
          <p:cNvPr id="22" name="Text 17"/>
          <p:cNvSpPr txBox="1"/>
          <p:nvPr/>
        </p:nvSpPr>
        <p:spPr>
          <a:xfrm>
            <a:off x="10389870" y="804672"/>
            <a:ext cx="1149858" cy="365760"/>
          </a:xfrm>
          <a:prstGeom prst="rect">
            <a:avLst/>
          </a:prstGeom>
          <a:noFill/>
          <a:ln/>
        </p:spPr>
        <p:txBody>
          <a:bodyPr wrap="square" lIns="0" tIns="0" rIns="0" bIns="0" rtlCol="0" anchor="t"/>
          <a:lstStyle/>
          <a:p>
            <a:pPr indent="0" marL="0">
              <a:lnSpc>
                <a:spcPct val="135000"/>
              </a:lnSpc>
              <a:buNone/>
            </a:pPr>
            <a:r>
              <a:rPr lang="en-US" sz="700" b="1" dirty="0">
                <a:solidFill>
                  <a:srgbClr val="0F0F10"/>
                </a:solidFill>
                <a:latin typeface="Manrope" pitchFamily="34" charset="0"/>
                <a:ea typeface="Manrope" pitchFamily="34" charset="-122"/>
                <a:cs typeface="Manrope" pitchFamily="34" charset="-120"/>
              </a:rPr>
              <a:t>Martavious Spicer</a:t>
            </a:r>
            <a:endParaRPr lang="en-US" sz="700" dirty="0"/>
          </a:p>
          <a:p>
            <a:pPr indent="0" marL="0">
              <a:lnSpc>
                <a:spcPct val="135000"/>
              </a:lnSpc>
              <a:buNone/>
            </a:pPr>
            <a:r>
              <a:rPr lang="en-US" sz="700" b="1" dirty="0">
                <a:solidFill>
                  <a:srgbClr val="0F0F10"/>
                </a:solidFill>
                <a:latin typeface="Manrope" pitchFamily="34" charset="0"/>
                <a:ea typeface="Manrope" pitchFamily="34" charset="-122"/>
                <a:cs typeface="Manrope" pitchFamily="34" charset="-120"/>
              </a:rPr>
              <a:t>Partner</a:t>
            </a:r>
            <a:endParaRPr lang="en-US" sz="700" dirty="0"/>
          </a:p>
        </p:txBody>
      </p:sp>
      <p:sp>
        <p:nvSpPr>
          <p:cNvPr id="23" name="Text 18"/>
          <p:cNvSpPr txBox="1"/>
          <p:nvPr/>
        </p:nvSpPr>
        <p:spPr>
          <a:xfrm>
            <a:off x="10389870" y="1207008"/>
            <a:ext cx="1149858" cy="365760"/>
          </a:xfrm>
          <a:prstGeom prst="rect">
            <a:avLst/>
          </a:prstGeom>
          <a:noFill/>
          <a:ln/>
        </p:spPr>
        <p:txBody>
          <a:bodyPr wrap="square" lIns="0" tIns="0" rIns="0" bIns="0" rtlCol="0" anchor="t"/>
          <a:lstStyle/>
          <a:p>
            <a:pPr indent="0" marL="0">
              <a:lnSpc>
                <a:spcPct val="140000"/>
              </a:lnSpc>
              <a:buNone/>
            </a:pPr>
            <a:r>
              <a:rPr lang="en-US" sz="600" dirty="0">
                <a:solidFill>
                  <a:srgbClr val="7A7264"/>
                </a:solidFill>
                <a:latin typeface="Manrope" pitchFamily="34" charset="0"/>
                <a:ea typeface="Manrope" pitchFamily="34" charset="-122"/>
                <a:cs typeface="Manrope" pitchFamily="34" charset="-120"/>
              </a:rPr>
              <a:t>martavious@fivepoints.studio</a:t>
            </a:r>
            <a:endParaRPr lang="en-US" sz="600" dirty="0"/>
          </a:p>
          <a:p>
            <a:pPr indent="0" marL="0">
              <a:lnSpc>
                <a:spcPct val="140000"/>
              </a:lnSpc>
              <a:buNone/>
            </a:pPr>
            <a:r>
              <a:rPr lang="en-US" sz="600" dirty="0">
                <a:solidFill>
                  <a:srgbClr val="7A7264"/>
                </a:solidFill>
                <a:latin typeface="Manrope" pitchFamily="34" charset="0"/>
                <a:ea typeface="Manrope" pitchFamily="34" charset="-122"/>
                <a:cs typeface="Manrope" pitchFamily="34" charset="-120"/>
              </a:rPr>
              <a:t>fivepoints.studio</a:t>
            </a:r>
            <a:endParaRPr lang="en-US" sz="600" dirty="0"/>
          </a:p>
        </p:txBody>
      </p:sp>
      <p:sp>
        <p:nvSpPr>
          <p:cNvPr id="24" name="Text 19"/>
          <p:cNvSpPr txBox="1"/>
          <p:nvPr/>
        </p:nvSpPr>
        <p:spPr>
          <a:xfrm>
            <a:off x="10206990" y="1917954"/>
            <a:ext cx="1515618" cy="201168"/>
          </a:xfrm>
          <a:prstGeom prst="rect">
            <a:avLst/>
          </a:prstGeom>
          <a:noFill/>
          <a:ln/>
        </p:spPr>
        <p:txBody>
          <a:bodyPr wrap="square" lIns="0" tIns="0" rIns="0" bIns="0" rtlCol="0" anchor="t"/>
          <a:lstStyle/>
          <a:p>
            <a:pPr indent="0" marL="0">
              <a:buNone/>
            </a:pPr>
            <a:r>
              <a:rPr lang="en-US" sz="700" spc="180" kern="0" dirty="0">
                <a:solidFill>
                  <a:srgbClr val="7A7264"/>
                </a:solidFill>
                <a:latin typeface="Manrope" pitchFamily="34" charset="0"/>
                <a:ea typeface="Manrope" pitchFamily="34" charset="-122"/>
                <a:cs typeface="Manrope" pitchFamily="34" charset="-120"/>
              </a:rPr>
              <a:t>EMAIL SIGNATURE</a:t>
            </a:r>
            <a:endParaRPr lang="en-US" sz="700" dirty="0"/>
          </a:p>
        </p:txBody>
      </p:sp>
      <p:sp>
        <p:nvSpPr>
          <p:cNvPr id="25" name="Shape 20"/>
          <p:cNvSpPr/>
          <p:nvPr/>
        </p:nvSpPr>
        <p:spPr>
          <a:xfrm>
            <a:off x="8435340" y="2247138"/>
            <a:ext cx="3287268" cy="1044702"/>
          </a:xfrm>
          <a:prstGeom prst="roundRect">
            <a:avLst>
              <a:gd name="adj" fmla="val 7877"/>
            </a:avLst>
          </a:prstGeom>
          <a:solidFill>
            <a:srgbClr val="EDEAE3"/>
          </a:solidFill>
          <a:ln w="9525">
            <a:solidFill>
              <a:srgbClr val="D8D2C4"/>
            </a:solidFill>
            <a:prstDash val="solid"/>
          </a:ln>
        </p:spPr>
      </p:sp>
      <p:sp>
        <p:nvSpPr>
          <p:cNvPr id="26" name="Text 21"/>
          <p:cNvSpPr txBox="1"/>
          <p:nvPr/>
        </p:nvSpPr>
        <p:spPr>
          <a:xfrm>
            <a:off x="8435340" y="2623185"/>
            <a:ext cx="3287268" cy="292608"/>
          </a:xfrm>
          <a:prstGeom prst="rect">
            <a:avLst/>
          </a:prstGeom>
          <a:noFill/>
          <a:ln/>
        </p:spPr>
        <p:txBody>
          <a:bodyPr wrap="square" lIns="0" tIns="0" rIns="0" bIns="0" rtlCol="0" anchor="ctr"/>
          <a:lstStyle/>
          <a:p>
            <a:pPr algn="ctr" indent="0" marL="0">
              <a:buNone/>
            </a:pPr>
            <a:r>
              <a:rPr lang="en-US" sz="700" spc="160" kern="0" dirty="0">
                <a:solidFill>
                  <a:srgbClr val="7A7264"/>
                </a:solidFill>
                <a:latin typeface="Manrope" pitchFamily="34" charset="0"/>
                <a:ea typeface="Manrope" pitchFamily="34" charset="-122"/>
                <a:cs typeface="Manrope" pitchFamily="34" charset="-120"/>
              </a:rPr>
              <a:t>ARTICLE</a:t>
            </a:r>
            <a:endParaRPr lang="en-US" sz="700" dirty="0"/>
          </a:p>
        </p:txBody>
      </p:sp>
      <p:sp>
        <p:nvSpPr>
          <p:cNvPr id="27" name="Text 22"/>
          <p:cNvSpPr txBox="1"/>
          <p:nvPr/>
        </p:nvSpPr>
        <p:spPr>
          <a:xfrm>
            <a:off x="8435340" y="3410712"/>
            <a:ext cx="3287268" cy="201168"/>
          </a:xfrm>
          <a:prstGeom prst="rect">
            <a:avLst/>
          </a:prstGeom>
          <a:noFill/>
          <a:ln/>
        </p:spPr>
        <p:txBody>
          <a:bodyPr wrap="square" lIns="0" tIns="0" rIns="0" bIns="0" rtlCol="0" anchor="t"/>
          <a:lstStyle/>
          <a:p>
            <a:pPr indent="0" marL="0">
              <a:buNone/>
            </a:pPr>
            <a:r>
              <a:rPr lang="en-US" sz="700" spc="180" kern="0" dirty="0">
                <a:solidFill>
                  <a:srgbClr val="7A7264"/>
                </a:solidFill>
                <a:latin typeface="Manrope" pitchFamily="34" charset="0"/>
                <a:ea typeface="Manrope" pitchFamily="34" charset="-122"/>
                <a:cs typeface="Manrope" pitchFamily="34" charset="-120"/>
              </a:rPr>
              <a:t>THE JOURNAL  ·  THE ALMANAC</a:t>
            </a:r>
            <a:endParaRPr lang="en-US" sz="7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F0F10"/>
        </a:solidFill>
      </p:bgPr>
    </p:bg>
    <p:spTree>
      <p:nvGrpSpPr>
        <p:cNvPr id="1" name=""/>
        <p:cNvGrpSpPr/>
        <p:nvPr/>
      </p:nvGrpSpPr>
      <p:grpSpPr>
        <a:xfrm>
          <a:off x="0" y="0"/>
          <a:ext cx="0" cy="0"/>
          <a:chOff x="0" y="0"/>
          <a:chExt cx="0" cy="0"/>
        </a:xfrm>
      </p:grpSpPr>
      <p:sp>
        <p:nvSpPr>
          <p:cNvPr id="2" name="Text 0"/>
          <p:cNvSpPr txBox="1"/>
          <p:nvPr/>
        </p:nvSpPr>
        <p:spPr>
          <a:xfrm rot="16200000">
            <a:off x="-1773936" y="2148840"/>
            <a:ext cx="4023360" cy="274320"/>
          </a:xfrm>
          <a:prstGeom prst="rect">
            <a:avLst/>
          </a:prstGeom>
          <a:noFill/>
          <a:ln/>
        </p:spPr>
        <p:txBody>
          <a:bodyPr wrap="none" lIns="0" tIns="0" rIns="0" bIns="0" rtlCol="0" anchor="ctr"/>
          <a:lstStyle/>
          <a:p>
            <a:pPr algn="l" indent="0" marL="0">
              <a:buNone/>
            </a:pPr>
            <a:r>
              <a:rPr lang="en-US" sz="700" spc="160" kern="0" dirty="0">
                <a:solidFill>
                  <a:srgbClr val="7A7264"/>
                </a:solidFill>
                <a:latin typeface="Manrope" pitchFamily="34" charset="0"/>
                <a:ea typeface="Manrope" pitchFamily="34" charset="-122"/>
                <a:cs typeface="Manrope" pitchFamily="34" charset="-120"/>
              </a:rPr>
              <a:t>FIVE POINTS DIGITAL STUDIO  ·  VERSION 4.0 / 2026</a:t>
            </a:r>
            <a:endParaRPr lang="en-US" sz="700" dirty="0"/>
          </a:p>
        </p:txBody>
      </p:sp>
      <p:sp>
        <p:nvSpPr>
          <p:cNvPr id="3" name="Shape 1"/>
          <p:cNvSpPr/>
          <p:nvPr/>
        </p:nvSpPr>
        <p:spPr>
          <a:xfrm>
            <a:off x="566928" y="274320"/>
            <a:ext cx="0" cy="6309360"/>
          </a:xfrm>
          <a:prstGeom prst="line">
            <a:avLst/>
          </a:prstGeom>
          <a:noFill/>
          <a:ln w="9525">
            <a:solidFill>
              <a:srgbClr val="3A362F"/>
            </a:solidFill>
            <a:prstDash val="solid"/>
          </a:ln>
        </p:spPr>
      </p:sp>
      <p:pic>
        <p:nvPicPr>
          <p:cNvPr id="4" name="Image 0" descr="/private/tmp/claude-501/-Users-martyspicer-Alfred-Pennyworth/0034c3d3-651d-4bed-a452-888191aa8c47/scratchpad/mark-primary-bone.png">    </p:cNvPr>
          <p:cNvPicPr>
            <a:picLocks noChangeAspect="1"/>
          </p:cNvPicPr>
          <p:nvPr/>
        </p:nvPicPr>
        <p:blipFill>
          <a:blip r:embed="rId1"/>
          <a:stretch>
            <a:fillRect/>
          </a:stretch>
        </p:blipFill>
        <p:spPr>
          <a:xfrm>
            <a:off x="749808" y="1097280"/>
            <a:ext cx="1005840" cy="1005840"/>
          </a:xfrm>
          <a:prstGeom prst="rect">
            <a:avLst/>
          </a:prstGeom>
        </p:spPr>
      </p:pic>
      <p:sp>
        <p:nvSpPr>
          <p:cNvPr id="5" name="Text 2"/>
          <p:cNvSpPr txBox="1"/>
          <p:nvPr/>
        </p:nvSpPr>
        <p:spPr>
          <a:xfrm>
            <a:off x="749808" y="2788920"/>
            <a:ext cx="8595360" cy="1737360"/>
          </a:xfrm>
          <a:prstGeom prst="rect">
            <a:avLst/>
          </a:prstGeom>
          <a:noFill/>
          <a:ln/>
        </p:spPr>
        <p:txBody>
          <a:bodyPr wrap="square" lIns="0" tIns="0" rIns="0" bIns="0" rtlCol="0" anchor="t"/>
          <a:lstStyle/>
          <a:p>
            <a:pPr indent="0" marL="0">
              <a:lnSpc>
                <a:spcPct val="118000"/>
              </a:lnSpc>
              <a:buNone/>
            </a:pPr>
            <a:r>
              <a:rPr lang="en-US" sz="3600" dirty="0">
                <a:solidFill>
                  <a:srgbClr val="EAE0C8"/>
                </a:solidFill>
                <a:latin typeface="Bookmania" pitchFamily="34" charset="0"/>
                <a:ea typeface="Bookmania" pitchFamily="34" charset="-122"/>
                <a:cs typeface="Bookmania" pitchFamily="34" charset="-120"/>
              </a:rPr>
              <a:t>We bring the city</a:t>
            </a:r>
            <a:endParaRPr lang="en-US" sz="3600" dirty="0"/>
          </a:p>
          <a:p>
            <a:pPr indent="0" marL="0">
              <a:lnSpc>
                <a:spcPct val="118000"/>
              </a:lnSpc>
              <a:buNone/>
            </a:pPr>
            <a:r>
              <a:rPr lang="en-US" sz="3600" dirty="0">
                <a:solidFill>
                  <a:srgbClr val="EAE0C8"/>
                </a:solidFill>
                <a:latin typeface="Bookmania" pitchFamily="34" charset="0"/>
                <a:ea typeface="Bookmania" pitchFamily="34" charset="-122"/>
                <a:cs typeface="Bookmania" pitchFamily="34" charset="-120"/>
              </a:rPr>
              <a:t>to your door.</a:t>
            </a:r>
            <a:endParaRPr lang="en-US" sz="3600" dirty="0"/>
          </a:p>
        </p:txBody>
      </p:sp>
      <p:sp>
        <p:nvSpPr>
          <p:cNvPr id="6" name="Shape 3"/>
          <p:cNvSpPr/>
          <p:nvPr/>
        </p:nvSpPr>
        <p:spPr>
          <a:xfrm>
            <a:off x="749808" y="5074920"/>
            <a:ext cx="2926080" cy="0"/>
          </a:xfrm>
          <a:prstGeom prst="line">
            <a:avLst/>
          </a:prstGeom>
          <a:noFill/>
          <a:ln w="9525">
            <a:solidFill>
              <a:srgbClr val="3A362F"/>
            </a:solidFill>
            <a:prstDash val="solid"/>
          </a:ln>
        </p:spPr>
      </p:sp>
      <p:sp>
        <p:nvSpPr>
          <p:cNvPr id="7" name="Text 4"/>
          <p:cNvSpPr txBox="1"/>
          <p:nvPr/>
        </p:nvSpPr>
        <p:spPr>
          <a:xfrm>
            <a:off x="749808" y="5303520"/>
            <a:ext cx="9144000" cy="274320"/>
          </a:xfrm>
          <a:prstGeom prst="rect">
            <a:avLst/>
          </a:prstGeom>
          <a:noFill/>
          <a:ln/>
        </p:spPr>
        <p:txBody>
          <a:bodyPr wrap="square" lIns="0" tIns="0" rIns="0" bIns="0" rtlCol="0" anchor="t"/>
          <a:lstStyle/>
          <a:p>
            <a:pPr indent="0" marL="0">
              <a:buNone/>
            </a:pPr>
            <a:r>
              <a:rPr lang="en-US" sz="1000" dirty="0">
                <a:solidFill>
                  <a:srgbClr val="9A9284"/>
                </a:solidFill>
                <a:latin typeface="Manrope" pitchFamily="34" charset="0"/>
                <a:ea typeface="Manrope" pitchFamily="34" charset="-122"/>
                <a:cs typeface="Manrope" pitchFamily="34" charset="-120"/>
              </a:rPr>
              <a:t>Five Points Digital Studio  ·  Decatur, Georgia  ·  fivepoints.studio  ·  hello@fivepoints.studio</a:t>
            </a:r>
            <a:endParaRPr lang="en-US" sz="1000" dirty="0"/>
          </a:p>
        </p:txBody>
      </p:sp>
      <p:sp>
        <p:nvSpPr>
          <p:cNvPr id="8" name="Text 5"/>
          <p:cNvSpPr txBox="1"/>
          <p:nvPr/>
        </p:nvSpPr>
        <p:spPr>
          <a:xfrm>
            <a:off x="749808" y="5632704"/>
            <a:ext cx="9144000" cy="274320"/>
          </a:xfrm>
          <a:prstGeom prst="rect">
            <a:avLst/>
          </a:prstGeom>
          <a:noFill/>
          <a:ln/>
        </p:spPr>
        <p:txBody>
          <a:bodyPr wrap="square" lIns="0" tIns="0" rIns="0" bIns="0" rtlCol="0" anchor="t"/>
          <a:lstStyle/>
          <a:p>
            <a:pPr indent="0" marL="0">
              <a:buNone/>
            </a:pPr>
            <a:r>
              <a:rPr lang="en-US" sz="900" dirty="0">
                <a:solidFill>
                  <a:srgbClr val="5E574C"/>
                </a:solidFill>
                <a:latin typeface="Manrope" pitchFamily="34" charset="0"/>
                <a:ea typeface="Manrope" pitchFamily="34" charset="-122"/>
                <a:cs typeface="Manrope" pitchFamily="34" charset="-120"/>
              </a:rPr>
              <a:t>The pillars, the systems and their prices are ruled at the kitchen bench and join this book as its final pages.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42</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vector>
  </TitlesOfParts>
  <Company>Five Points Digital Studio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Five Points Digital Studio — The Identity Book</dc:title>
  <dc:subject>PptxGenJS Presentation</dc:subject>
  <dc:creator>Five Points Digital Studio</dc:creator>
  <cp:lastModifiedBy>Five Points Digital Studio</cp:lastModifiedBy>
  <cp:revision>1</cp:revision>
  <dcterms:created xsi:type="dcterms:W3CDTF">2026-09-08T07:20:55Z</dcterms:created>
  <dcterms:modified xsi:type="dcterms:W3CDTF">2026-09-08T07:20:55Z</dcterms:modified>
</cp:coreProperties>
</file>