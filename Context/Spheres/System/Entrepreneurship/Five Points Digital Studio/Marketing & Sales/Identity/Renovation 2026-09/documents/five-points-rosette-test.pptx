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1051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7A72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TEST  ·  NOT A RULING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481328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4200" dirty="0">
                <a:solidFill>
                  <a:srgbClr val="EAE0C8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What if the minimal mark</a:t>
            </a:r>
            <a:endParaRPr lang="en-US" sz="4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200" dirty="0">
                <a:solidFill>
                  <a:srgbClr val="EAE0C8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became the mark, and the rest</a:t>
            </a:r>
            <a:endParaRPr lang="en-US" sz="4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200" dirty="0">
                <a:solidFill>
                  <a:srgbClr val="EAE0C8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became the pattern?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08406" y="5029200"/>
            <a:ext cx="2926080" cy="0"/>
          </a:xfrm>
          <a:prstGeom prst="line">
            <a:avLst/>
          </a:prstGeom>
          <a:noFill/>
          <a:ln w="9525">
            <a:solidFill>
              <a:srgbClr val="3A3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8406" y="5285232"/>
            <a:ext cx="73307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9A92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Quintessence steps down a ladder of three. The middle tier — the core and its five petals — is the one that survives at every size. This tests promoting it to the primary mark and working the discarded facets up into a pattern kit.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rosette test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rosette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4364431" y="804672"/>
            <a:ext cx="73307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Five golden-rhombus petals bowed into leaves, around a rounded pentagon core. Every constant of the law survives: five-fold at seventy-two degrees, the phi morpheme, the core at thirteen, the corner radius, one colour per rendering.</a:t>
            </a:r>
            <a:endParaRPr lang="en-US" sz="1250" dirty="0"/>
          </a:p>
        </p:txBody>
      </p:sp>
      <p:pic>
        <p:nvPicPr>
          <p:cNvPr id="10" name="Image 0" descr="test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2020824"/>
            <a:ext cx="11186770" cy="4381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rosette test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3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It holds where</a:t>
            </a:r>
            <a:endParaRPr lang="en-US" sz="4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crystal fails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4364431" y="804672"/>
            <a:ext cx="73307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crystal is a smudge by forty pixels. The rosette is still a rosette at sixteen, and the core alone carries below that. Three tiers become two.</a:t>
            </a:r>
            <a:endParaRPr lang="en-US" sz="1250" dirty="0"/>
          </a:p>
        </p:txBody>
      </p:sp>
      <p:pic>
        <p:nvPicPr>
          <p:cNvPr id="10" name="Image 0" descr="test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2249424"/>
            <a:ext cx="11186770" cy="3457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AF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C3BD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rosette test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rest becomes</a:t>
            </a:r>
            <a:endParaRPr lang="en-US" sz="4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pattern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4364431" y="804672"/>
            <a:ext cx="73307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spine, the two branch pairs and the mote leave the mark and become a kit of four leaves at their Fibonacci lengths. The brand gains a texture layer it does not currently have.</a:t>
            </a:r>
            <a:endParaRPr lang="en-US" sz="1250" dirty="0"/>
          </a:p>
        </p:txBody>
      </p:sp>
      <p:pic>
        <p:nvPicPr>
          <p:cNvPr id="10" name="Image 0" descr="test-pie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2157984"/>
            <a:ext cx="11186770" cy="3076362"/>
          </a:xfrm>
          <a:prstGeom prst="rect">
            <a:avLst/>
          </a:prstGeom>
        </p:spPr>
      </p:pic>
      <p:pic>
        <p:nvPicPr>
          <p:cNvPr id="11" name="Image 1" descr="test-patt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" y="4398264"/>
            <a:ext cx="11186770" cy="27165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rosette test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73307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The field is a Penrose tiling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8220456" y="80467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Five-fold symmetry cannot tile a plane periodically. Built from the same golden rhombus, the field never repeats — which is the one-of-one promise made literal.</a:t>
            </a:r>
            <a:endParaRPr lang="en-US" sz="1250" dirty="0"/>
          </a:p>
        </p:txBody>
      </p:sp>
      <p:pic>
        <p:nvPicPr>
          <p:cNvPr id="10" name="Image 0" descr="test-a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1929384"/>
            <a:ext cx="8915400" cy="35661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8406" y="5678424"/>
            <a:ext cx="73307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generative promise moves. The mark becomes fixed and canonical; the pattern carries the variance, one issued field per commission. A stable mark for recognition, a variable ground for expression.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0"/>
          </a:xfrm>
          <a:prstGeom prst="line">
            <a:avLst/>
          </a:prstGeom>
          <a:noFill/>
          <a:ln w="9525">
            <a:solidFill>
              <a:srgbClr val="0F0F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8406" y="502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Points Digital Studio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364431" y="502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rosette test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0456" y="502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415016" y="50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F0F1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 6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731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0F0F10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What it costs</a:t>
            </a:r>
            <a:endParaRPr lang="en-US" sz="4300" dirty="0"/>
          </a:p>
        </p:txBody>
      </p:sp>
      <p:sp>
        <p:nvSpPr>
          <p:cNvPr id="9" name="Shape 7"/>
          <p:cNvSpPr/>
          <p:nvPr/>
        </p:nvSpPr>
        <p:spPr>
          <a:xfrm>
            <a:off x="508406" y="1883664"/>
            <a:ext cx="3546043" cy="3657600"/>
          </a:xfrm>
          <a:prstGeom prst="roundRect">
            <a:avLst>
              <a:gd name="adj" fmla="val 2321"/>
            </a:avLst>
          </a:prstGeom>
          <a:solidFill>
            <a:srgbClr val="E3F0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2726" y="2121408"/>
            <a:ext cx="299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624D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It gains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2726" y="2615184"/>
            <a:ext cx="299740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Legibility at every size the brand actually uses — the favicon, the avatar, the nav glyph, the signature.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pattern system where there is none: four leaves, a scatter, a field, a rule.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snowflake reading goes, and with it the winter cliché the brief banned outright.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reads warmer. A rosette suits the Porch in a way a crystal never did.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28770" y="1883664"/>
            <a:ext cx="3546043" cy="3657600"/>
          </a:xfrm>
          <a:prstGeom prst="roundRect">
            <a:avLst>
              <a:gd name="adj" fmla="val 2321"/>
            </a:avLst>
          </a:prstGeom>
          <a:solidFill>
            <a:srgbClr val="F6DD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03090" y="2121408"/>
            <a:ext cx="299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72C2C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It costs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03090" y="2615184"/>
            <a:ext cx="299740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Fibonacci descent leaves the mark. Twenty-six, twenty-one, eighteen, seventeen now lives only in the pattern kit.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mark loses density, and with it some of the commissioned feel that justified the marque register.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Nearest-neighbour risk. Five petals round a centre is a common figure; the particularity is the rhombus petal and the pentagon core, but at a glance it can read as a generic bloom. This wants a trademark knockout before anything is ruled.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49133" y="1883664"/>
            <a:ext cx="3546043" cy="3657600"/>
          </a:xfrm>
          <a:prstGeom prst="roundRect">
            <a:avLst>
              <a:gd name="adj" fmla="val 2321"/>
            </a:avLst>
          </a:prstGeom>
          <a:solidFill>
            <a:srgbClr val="DEE8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3453" y="2121408"/>
            <a:ext cx="299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5A92"/>
                </a:solidFill>
                <a:latin typeface="Bookmania" pitchFamily="34" charset="0"/>
                <a:ea typeface="Bookmania" pitchFamily="34" charset="-122"/>
                <a:cs typeface="Bookmania" pitchFamily="34" charset="-120"/>
              </a:rPr>
              <a:t>It keeps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23453" y="2615184"/>
            <a:ext cx="2997403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Five-fold at seventy-two degrees. The golden rhombus as the only morpheme. The pentagon core at thirteen. The corner radius. The leaf bow. One colour per rendering, and the four colourways unchanged.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name. Quintessence is the fifth essence, which a five-petal rosette carries as well as a crystal did.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" y="5769864"/>
            <a:ext cx="73307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2000"/>
              </a:lnSpc>
              <a:buNone/>
            </a:pPr>
            <a:r>
              <a:rPr lang="en-US" sz="950" dirty="0">
                <a:solidFill>
                  <a:srgbClr val="1C1A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third option, and probably the strongest: keep the crystal as a ceremonial mark used large only — the seal, the cover, the certificate — and let the rosette carry every working surface beneath it. Nothing is retired, and each mark does what it is actually good at.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 Points — the rosette test</dc:title>
  <dc:subject>PptxGenJS Presentation</dc:subject>
  <dc:creator>Five Points Digital Studio</dc:creator>
  <cp:lastModifiedBy>Five Points Digital Studio</cp:lastModifiedBy>
  <cp:revision>1</cp:revision>
  <dcterms:created xsi:type="dcterms:W3CDTF">2026-09-08T04:42:58Z</dcterms:created>
  <dcterms:modified xsi:type="dcterms:W3CDTF">2026-09-08T04:42:58Z</dcterms:modified>
</cp:coreProperties>
</file>